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5" r:id="rId2"/>
  </p:sldMasterIdLst>
  <p:notesMasterIdLst>
    <p:notesMasterId r:id="rId28"/>
  </p:notesMasterIdLst>
  <p:sldIdLst>
    <p:sldId id="672" r:id="rId3"/>
    <p:sldId id="673" r:id="rId4"/>
    <p:sldId id="674" r:id="rId5"/>
    <p:sldId id="675" r:id="rId6"/>
    <p:sldId id="676" r:id="rId7"/>
    <p:sldId id="677" r:id="rId8"/>
    <p:sldId id="678" r:id="rId9"/>
    <p:sldId id="679" r:id="rId10"/>
    <p:sldId id="680" r:id="rId11"/>
    <p:sldId id="681" r:id="rId12"/>
    <p:sldId id="682" r:id="rId13"/>
    <p:sldId id="683" r:id="rId14"/>
    <p:sldId id="684" r:id="rId15"/>
    <p:sldId id="685" r:id="rId16"/>
    <p:sldId id="686" r:id="rId17"/>
    <p:sldId id="687" r:id="rId18"/>
    <p:sldId id="688" r:id="rId19"/>
    <p:sldId id="689" r:id="rId20"/>
    <p:sldId id="690" r:id="rId21"/>
    <p:sldId id="691" r:id="rId22"/>
    <p:sldId id="692" r:id="rId23"/>
    <p:sldId id="693" r:id="rId24"/>
    <p:sldId id="694" r:id="rId25"/>
    <p:sldId id="695" r:id="rId26"/>
    <p:sldId id="696" r:id="rId27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43CF2C3-3950-4E40-A02F-66DCCF188A6B}">
          <p14:sldIdLst>
            <p14:sldId id="672"/>
            <p14:sldId id="673"/>
            <p14:sldId id="674"/>
            <p14:sldId id="675"/>
            <p14:sldId id="676"/>
            <p14:sldId id="677"/>
            <p14:sldId id="678"/>
            <p14:sldId id="679"/>
            <p14:sldId id="680"/>
            <p14:sldId id="681"/>
            <p14:sldId id="682"/>
            <p14:sldId id="683"/>
            <p14:sldId id="684"/>
            <p14:sldId id="685"/>
            <p14:sldId id="686"/>
            <p14:sldId id="687"/>
            <p14:sldId id="688"/>
            <p14:sldId id="689"/>
            <p14:sldId id="690"/>
            <p14:sldId id="691"/>
            <p14:sldId id="692"/>
            <p14:sldId id="693"/>
            <p14:sldId id="694"/>
            <p14:sldId id="695"/>
            <p14:sldId id="6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66"/>
    <a:srgbClr val="FDFCFB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79874" autoAdjust="0"/>
  </p:normalViewPr>
  <p:slideViewPr>
    <p:cSldViewPr snapToGrid="0">
      <p:cViewPr varScale="1">
        <p:scale>
          <a:sx n="74" d="100"/>
          <a:sy n="74" d="100"/>
        </p:scale>
        <p:origin x="1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3985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F51752-2BA6-4267-BD9C-0255A6E7A7A8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02A4A-2F78-42A2-8BB5-4E355942CA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2A4A-2F78-42A2-8BB5-4E355942CA2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5125" b="7878"/>
          <a:stretch>
            <a:fillRect/>
          </a:stretch>
        </p:blipFill>
        <p:spPr>
          <a:xfrm>
            <a:off x="4282440" y="0"/>
            <a:ext cx="7909560" cy="685800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10402823" y="853956"/>
            <a:ext cx="1875342" cy="6834393"/>
            <a:chOff x="10402823" y="853956"/>
            <a:chExt cx="1875342" cy="6834393"/>
          </a:xfrm>
        </p:grpSpPr>
        <p:sp>
          <p:nvSpPr>
            <p:cNvPr id="15" name="任意多边形: 形状 14"/>
            <p:cNvSpPr/>
            <p:nvPr userDrawn="1"/>
          </p:nvSpPr>
          <p:spPr>
            <a:xfrm rot="17975649">
              <a:off x="7764318" y="3492461"/>
              <a:ext cx="6834393" cy="1557383"/>
            </a:xfrm>
            <a:custGeom>
              <a:avLst/>
              <a:gdLst>
                <a:gd name="connsiteX0" fmla="*/ 4887162 w 6834393"/>
                <a:gd name="connsiteY0" fmla="*/ 1105918 h 1557383"/>
                <a:gd name="connsiteX1" fmla="*/ 4092251 w 6834393"/>
                <a:gd name="connsiteY1" fmla="*/ 1557383 h 1557383"/>
                <a:gd name="connsiteX2" fmla="*/ 884506 w 6834393"/>
                <a:gd name="connsiteY2" fmla="*/ 1557383 h 1557383"/>
                <a:gd name="connsiteX3" fmla="*/ 628100 w 6834393"/>
                <a:gd name="connsiteY3" fmla="*/ 1105918 h 1557383"/>
                <a:gd name="connsiteX4" fmla="*/ 6834393 w 6834393"/>
                <a:gd name="connsiteY4" fmla="*/ 0 h 1557383"/>
                <a:gd name="connsiteX5" fmla="*/ 6039483 w 6834393"/>
                <a:gd name="connsiteY5" fmla="*/ 451465 h 1557383"/>
                <a:gd name="connsiteX6" fmla="*/ 256407 w 6834393"/>
                <a:gd name="connsiteY6" fmla="*/ 451465 h 1557383"/>
                <a:gd name="connsiteX7" fmla="*/ 0 w 6834393"/>
                <a:gd name="connsiteY7" fmla="*/ 0 h 1557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34393" h="1557383">
                  <a:moveTo>
                    <a:pt x="4887162" y="1105918"/>
                  </a:moveTo>
                  <a:lnTo>
                    <a:pt x="4092251" y="1557383"/>
                  </a:lnTo>
                  <a:lnTo>
                    <a:pt x="884506" y="1557383"/>
                  </a:lnTo>
                  <a:lnTo>
                    <a:pt x="628100" y="1105918"/>
                  </a:lnTo>
                  <a:close/>
                  <a:moveTo>
                    <a:pt x="6834393" y="0"/>
                  </a:moveTo>
                  <a:lnTo>
                    <a:pt x="6039483" y="451465"/>
                  </a:lnTo>
                  <a:lnTo>
                    <a:pt x="256407" y="451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: 形状 15"/>
            <p:cNvSpPr/>
            <p:nvPr userDrawn="1"/>
          </p:nvSpPr>
          <p:spPr>
            <a:xfrm rot="17975649">
              <a:off x="8726108" y="4052302"/>
              <a:ext cx="5546729" cy="1557384"/>
            </a:xfrm>
            <a:custGeom>
              <a:avLst/>
              <a:gdLst>
                <a:gd name="connsiteX0" fmla="*/ 3599499 w 5546729"/>
                <a:gd name="connsiteY0" fmla="*/ 1105919 h 1557384"/>
                <a:gd name="connsiteX1" fmla="*/ 2804588 w 5546729"/>
                <a:gd name="connsiteY1" fmla="*/ 1557384 h 1557384"/>
                <a:gd name="connsiteX2" fmla="*/ 884507 w 5546729"/>
                <a:gd name="connsiteY2" fmla="*/ 1557383 h 1557384"/>
                <a:gd name="connsiteX3" fmla="*/ 628100 w 5546729"/>
                <a:gd name="connsiteY3" fmla="*/ 1105919 h 1557384"/>
                <a:gd name="connsiteX4" fmla="*/ 5546729 w 5546729"/>
                <a:gd name="connsiteY4" fmla="*/ 1 h 1557384"/>
                <a:gd name="connsiteX5" fmla="*/ 4751818 w 5546729"/>
                <a:gd name="connsiteY5" fmla="*/ 451466 h 1557384"/>
                <a:gd name="connsiteX6" fmla="*/ 256407 w 5546729"/>
                <a:gd name="connsiteY6" fmla="*/ 451465 h 1557384"/>
                <a:gd name="connsiteX7" fmla="*/ 0 w 5546729"/>
                <a:gd name="connsiteY7" fmla="*/ 0 h 1557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46729" h="1557384">
                  <a:moveTo>
                    <a:pt x="3599499" y="1105919"/>
                  </a:moveTo>
                  <a:lnTo>
                    <a:pt x="2804588" y="1557384"/>
                  </a:lnTo>
                  <a:lnTo>
                    <a:pt x="884507" y="1557383"/>
                  </a:lnTo>
                  <a:lnTo>
                    <a:pt x="628100" y="1105919"/>
                  </a:lnTo>
                  <a:close/>
                  <a:moveTo>
                    <a:pt x="5546729" y="1"/>
                  </a:moveTo>
                  <a:lnTo>
                    <a:pt x="4751818" y="451466"/>
                  </a:lnTo>
                  <a:lnTo>
                    <a:pt x="256407" y="451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7" name="图片 16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7878" r="35125" b="7878"/>
          <a:stretch>
            <a:fillRect/>
          </a:stretch>
        </p:blipFill>
        <p:spPr>
          <a:xfrm>
            <a:off x="5178924" y="0"/>
            <a:ext cx="7013076" cy="6858000"/>
          </a:xfrm>
          <a:custGeom>
            <a:avLst/>
            <a:gdLst>
              <a:gd name="connsiteX0" fmla="*/ 3877363 w 7013076"/>
              <a:gd name="connsiteY0" fmla="*/ 0 h 6858000"/>
              <a:gd name="connsiteX1" fmla="*/ 7013076 w 7013076"/>
              <a:gd name="connsiteY1" fmla="*/ 0 h 6858000"/>
              <a:gd name="connsiteX2" fmla="*/ 7013076 w 7013076"/>
              <a:gd name="connsiteY2" fmla="*/ 692654 h 6858000"/>
              <a:gd name="connsiteX3" fmla="*/ 3527325 w 7013076"/>
              <a:gd name="connsiteY3" fmla="*/ 6858000 h 6858000"/>
              <a:gd name="connsiteX4" fmla="*/ 0 w 701307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3076" h="6858000">
                <a:moveTo>
                  <a:pt x="3877363" y="0"/>
                </a:moveTo>
                <a:lnTo>
                  <a:pt x="7013076" y="0"/>
                </a:lnTo>
                <a:lnTo>
                  <a:pt x="7013076" y="692654"/>
                </a:lnTo>
                <a:lnTo>
                  <a:pt x="352732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cxnSp>
        <p:nvCxnSpPr>
          <p:cNvPr id="22" name="直接连接符 21"/>
          <p:cNvCxnSpPr/>
          <p:nvPr userDrawn="1"/>
        </p:nvCxnSpPr>
        <p:spPr>
          <a:xfrm>
            <a:off x="667503" y="4839800"/>
            <a:ext cx="493268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  <p:sp>
        <p:nvSpPr>
          <p:cNvPr id="26" name="文本占位符 25"/>
          <p:cNvSpPr>
            <a:spLocks noGrp="1"/>
          </p:cNvSpPr>
          <p:nvPr>
            <p:ph type="body" sz="quarter" idx="10" hasCustomPrompt="1"/>
          </p:nvPr>
        </p:nvSpPr>
        <p:spPr>
          <a:xfrm>
            <a:off x="667503" y="2749690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请输入你的大标题</a:t>
            </a:r>
            <a:endParaRPr lang="en-US" altLang="zh-CN" dirty="0"/>
          </a:p>
        </p:txBody>
      </p:sp>
      <p:sp>
        <p:nvSpPr>
          <p:cNvPr id="27" name="文本占位符 25"/>
          <p:cNvSpPr>
            <a:spLocks noGrp="1"/>
          </p:cNvSpPr>
          <p:nvPr>
            <p:ph type="body" sz="quarter" idx="11" hasCustomPrompt="1"/>
          </p:nvPr>
        </p:nvSpPr>
        <p:spPr>
          <a:xfrm>
            <a:off x="667503" y="1869834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0" spc="100" baseline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请输入答辩类型</a:t>
            </a:r>
            <a:endParaRPr lang="en-US" altLang="zh-CN" dirty="0"/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12" hasCustomPrompt="1"/>
          </p:nvPr>
        </p:nvSpPr>
        <p:spPr>
          <a:xfrm>
            <a:off x="667503" y="3641672"/>
            <a:ext cx="5798382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1200" spc="55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任意多边形: 形状 17"/>
          <p:cNvSpPr/>
          <p:nvPr userDrawn="1"/>
        </p:nvSpPr>
        <p:spPr>
          <a:xfrm>
            <a:off x="0" y="0"/>
            <a:ext cx="5953266" cy="6858000"/>
          </a:xfrm>
          <a:custGeom>
            <a:avLst/>
            <a:gdLst>
              <a:gd name="connsiteX0" fmla="*/ 0 w 5953266"/>
              <a:gd name="connsiteY0" fmla="*/ 0 h 6858000"/>
              <a:gd name="connsiteX1" fmla="*/ 4026732 w 5953266"/>
              <a:gd name="connsiteY1" fmla="*/ 0 h 6858000"/>
              <a:gd name="connsiteX2" fmla="*/ 4359910 w 5953266"/>
              <a:gd name="connsiteY2" fmla="*/ 252902 h 6858000"/>
              <a:gd name="connsiteX3" fmla="*/ 5953266 w 5953266"/>
              <a:gd name="connsiteY3" fmla="*/ 3682471 h 6858000"/>
              <a:gd name="connsiteX4" fmla="*/ 4670843 w 5953266"/>
              <a:gd name="connsiteY4" fmla="*/ 6825186 h 6858000"/>
              <a:gd name="connsiteX5" fmla="*/ 4635274 w 5953266"/>
              <a:gd name="connsiteY5" fmla="*/ 6858000 h 6858000"/>
              <a:gd name="connsiteX6" fmla="*/ 0 w 59532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3266" h="6858000">
                <a:moveTo>
                  <a:pt x="0" y="0"/>
                </a:moveTo>
                <a:lnTo>
                  <a:pt x="4026732" y="0"/>
                </a:lnTo>
                <a:lnTo>
                  <a:pt x="4359910" y="252902"/>
                </a:lnTo>
                <a:cubicBezTo>
                  <a:pt x="5333013" y="1068083"/>
                  <a:pt x="5953266" y="2301751"/>
                  <a:pt x="5953266" y="3682471"/>
                </a:cubicBezTo>
                <a:cubicBezTo>
                  <a:pt x="5953266" y="4909778"/>
                  <a:pt x="5463189" y="6020895"/>
                  <a:pt x="4670843" y="6825186"/>
                </a:cubicBezTo>
                <a:lnTo>
                  <a:pt x="463527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2" name="图片 121"/>
          <p:cNvPicPr>
            <a:picLocks noChangeAspect="1"/>
          </p:cNvPicPr>
          <p:nvPr userDrawn="1"/>
        </p:nvPicPr>
        <p:blipFill>
          <a:blip r:embed="rId3"/>
          <a:srcRect l="35649" t="16934" b="16934"/>
          <a:stretch>
            <a:fillRect/>
          </a:stretch>
        </p:blipFill>
        <p:spPr>
          <a:xfrm>
            <a:off x="2" y="0"/>
            <a:ext cx="6677201" cy="6858000"/>
          </a:xfrm>
          <a:custGeom>
            <a:avLst/>
            <a:gdLst>
              <a:gd name="connsiteX0" fmla="*/ 0 w 6677201"/>
              <a:gd name="connsiteY0" fmla="*/ 0 h 6858000"/>
              <a:gd name="connsiteX1" fmla="*/ 6677201 w 6677201"/>
              <a:gd name="connsiteY1" fmla="*/ 0 h 6858000"/>
              <a:gd name="connsiteX2" fmla="*/ 6677201 w 6677201"/>
              <a:gd name="connsiteY2" fmla="*/ 6858000 h 6858000"/>
              <a:gd name="connsiteX3" fmla="*/ 0 w 667720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77201" h="6858000">
                <a:moveTo>
                  <a:pt x="0" y="0"/>
                </a:moveTo>
                <a:lnTo>
                  <a:pt x="6677201" y="0"/>
                </a:lnTo>
                <a:lnTo>
                  <a:pt x="667720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21" name="图片 120"/>
          <p:cNvPicPr/>
          <p:nvPr userDrawn="1"/>
        </p:nvPicPr>
        <p:blipFill>
          <a:blip r:embed="rId4" cstate="print">
            <a:alphaModFix amt="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73" t="9127" b="14811"/>
          <a:stretch>
            <a:fillRect/>
          </a:stretch>
        </p:blipFill>
        <p:spPr>
          <a:xfrm>
            <a:off x="0" y="0"/>
            <a:ext cx="5953266" cy="6858000"/>
          </a:xfrm>
          <a:custGeom>
            <a:avLst/>
            <a:gdLst>
              <a:gd name="connsiteX0" fmla="*/ 0 w 5953266"/>
              <a:gd name="connsiteY0" fmla="*/ 0 h 6858000"/>
              <a:gd name="connsiteX1" fmla="*/ 5953266 w 5953266"/>
              <a:gd name="connsiteY1" fmla="*/ 0 h 6858000"/>
              <a:gd name="connsiteX2" fmla="*/ 5953266 w 5953266"/>
              <a:gd name="connsiteY2" fmla="*/ 6858000 h 6858000"/>
              <a:gd name="connsiteX3" fmla="*/ 0 w 595326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53266" h="6858000">
                <a:moveTo>
                  <a:pt x="0" y="0"/>
                </a:moveTo>
                <a:lnTo>
                  <a:pt x="5953266" y="0"/>
                </a:lnTo>
                <a:lnTo>
                  <a:pt x="595326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矩形 8"/>
          <p:cNvSpPr/>
          <p:nvPr userDrawn="1"/>
        </p:nvSpPr>
        <p:spPr>
          <a:xfrm>
            <a:off x="2122934" y="3082752"/>
            <a:ext cx="2964273" cy="1107996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0" algn="ctr">
              <a:defRPr/>
            </a:pPr>
            <a:r>
              <a:rPr lang="en-US" altLang="zh-CN" sz="6600" dirty="0">
                <a:solidFill>
                  <a:schemeClr val="bg1">
                    <a:lumMod val="75000"/>
                  </a:schemeClr>
                </a:solidFill>
              </a:rPr>
              <a:t>content</a:t>
            </a:r>
            <a:endParaRPr lang="zh-CN" altLang="en-US" sz="6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2214374" y="3872827"/>
            <a:ext cx="2325409" cy="2590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2183589" y="2598003"/>
            <a:ext cx="1421481" cy="83099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目录</a:t>
            </a:r>
          </a:p>
        </p:txBody>
      </p:sp>
      <p:sp>
        <p:nvSpPr>
          <p:cNvPr id="124" name="日期占位符 123"/>
          <p:cNvSpPr>
            <a:spLocks noGrp="1"/>
          </p:cNvSpPr>
          <p:nvPr>
            <p:ph type="dt" sz="half" idx="10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7004" b="7878"/>
          <a:stretch>
            <a:fillRect/>
          </a:stretch>
        </p:blipFill>
        <p:spPr>
          <a:xfrm>
            <a:off x="4511550" y="0"/>
            <a:ext cx="7680450" cy="6858000"/>
          </a:xfrm>
          <a:prstGeom prst="rect">
            <a:avLst/>
          </a:prstGeom>
        </p:spPr>
      </p:pic>
      <p:sp>
        <p:nvSpPr>
          <p:cNvPr id="22" name="矩形 2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5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8" t="7878" r="36982" b="7878"/>
          <a:stretch>
            <a:fillRect/>
          </a:stretch>
        </p:blipFill>
        <p:spPr>
          <a:xfrm>
            <a:off x="5349870" y="0"/>
            <a:ext cx="6842131" cy="6858000"/>
          </a:xfrm>
          <a:custGeom>
            <a:avLst/>
            <a:gdLst>
              <a:gd name="connsiteX0" fmla="*/ 3866540 w 6842131"/>
              <a:gd name="connsiteY0" fmla="*/ 0 h 6858000"/>
              <a:gd name="connsiteX1" fmla="*/ 6842131 w 6842131"/>
              <a:gd name="connsiteY1" fmla="*/ 0 h 6858000"/>
              <a:gd name="connsiteX2" fmla="*/ 6842131 w 6842131"/>
              <a:gd name="connsiteY2" fmla="*/ 2518051 h 6858000"/>
              <a:gd name="connsiteX3" fmla="*/ 4395268 w 6842131"/>
              <a:gd name="connsiteY3" fmla="*/ 6858000 h 6858000"/>
              <a:gd name="connsiteX4" fmla="*/ 0 w 6842131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42131" h="6858000">
                <a:moveTo>
                  <a:pt x="3866540" y="0"/>
                </a:moveTo>
                <a:lnTo>
                  <a:pt x="6842131" y="0"/>
                </a:lnTo>
                <a:lnTo>
                  <a:pt x="6842131" y="2518051"/>
                </a:lnTo>
                <a:lnTo>
                  <a:pt x="439526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31" name="组合 30"/>
          <p:cNvGrpSpPr/>
          <p:nvPr userDrawn="1"/>
        </p:nvGrpSpPr>
        <p:grpSpPr>
          <a:xfrm>
            <a:off x="5852864" y="578865"/>
            <a:ext cx="5910561" cy="8110350"/>
            <a:chOff x="5852864" y="578865"/>
            <a:chExt cx="5910561" cy="8110350"/>
          </a:xfrm>
        </p:grpSpPr>
        <p:sp>
          <p:nvSpPr>
            <p:cNvPr id="32" name="任意多边形: 形状 31"/>
            <p:cNvSpPr/>
            <p:nvPr/>
          </p:nvSpPr>
          <p:spPr>
            <a:xfrm rot="1764741">
              <a:off x="6434339" y="578865"/>
              <a:ext cx="5329086" cy="8110349"/>
            </a:xfrm>
            <a:custGeom>
              <a:avLst/>
              <a:gdLst>
                <a:gd name="connsiteX0" fmla="*/ 4907596 w 5329086"/>
                <a:gd name="connsiteY0" fmla="*/ 1735493 h 8110349"/>
                <a:gd name="connsiteX1" fmla="*/ 5329086 w 5329086"/>
                <a:gd name="connsiteY1" fmla="*/ 2483140 h 8110349"/>
                <a:gd name="connsiteX2" fmla="*/ 5329086 w 5329086"/>
                <a:gd name="connsiteY2" fmla="*/ 5106050 h 8110349"/>
                <a:gd name="connsiteX3" fmla="*/ 4907597 w 5329086"/>
                <a:gd name="connsiteY3" fmla="*/ 5343666 h 8110349"/>
                <a:gd name="connsiteX4" fmla="*/ 0 w 5329086"/>
                <a:gd name="connsiteY4" fmla="*/ 237617 h 8110349"/>
                <a:gd name="connsiteX5" fmla="*/ 421490 w 5329086"/>
                <a:gd name="connsiteY5" fmla="*/ 0 h 8110349"/>
                <a:gd name="connsiteX6" fmla="*/ 421489 w 5329086"/>
                <a:gd name="connsiteY6" fmla="*/ 7872732 h 8110349"/>
                <a:gd name="connsiteX7" fmla="*/ 0 w 5329086"/>
                <a:gd name="connsiteY7" fmla="*/ 8110349 h 81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29086" h="8110349">
                  <a:moveTo>
                    <a:pt x="4907596" y="1735493"/>
                  </a:moveTo>
                  <a:lnTo>
                    <a:pt x="5329086" y="2483140"/>
                  </a:lnTo>
                  <a:lnTo>
                    <a:pt x="5329086" y="5106050"/>
                  </a:lnTo>
                  <a:lnTo>
                    <a:pt x="4907597" y="5343666"/>
                  </a:lnTo>
                  <a:close/>
                  <a:moveTo>
                    <a:pt x="0" y="237617"/>
                  </a:moveTo>
                  <a:lnTo>
                    <a:pt x="421490" y="0"/>
                  </a:lnTo>
                  <a:lnTo>
                    <a:pt x="421489" y="7872732"/>
                  </a:lnTo>
                  <a:lnTo>
                    <a:pt x="0" y="811034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任意多边形: 形状 32"/>
            <p:cNvSpPr/>
            <p:nvPr/>
          </p:nvSpPr>
          <p:spPr>
            <a:xfrm rot="1764741">
              <a:off x="5852864" y="578866"/>
              <a:ext cx="5329086" cy="8110349"/>
            </a:xfrm>
            <a:custGeom>
              <a:avLst/>
              <a:gdLst>
                <a:gd name="connsiteX0" fmla="*/ 4907597 w 5329086"/>
                <a:gd name="connsiteY0" fmla="*/ 551447 h 8110349"/>
                <a:gd name="connsiteX1" fmla="*/ 5329086 w 5329086"/>
                <a:gd name="connsiteY1" fmla="*/ 1299093 h 8110349"/>
                <a:gd name="connsiteX2" fmla="*/ 5329086 w 5329086"/>
                <a:gd name="connsiteY2" fmla="*/ 5106050 h 8110349"/>
                <a:gd name="connsiteX3" fmla="*/ 4907596 w 5329086"/>
                <a:gd name="connsiteY3" fmla="*/ 5343667 h 8110349"/>
                <a:gd name="connsiteX4" fmla="*/ 0 w 5329086"/>
                <a:gd name="connsiteY4" fmla="*/ 237617 h 8110349"/>
                <a:gd name="connsiteX5" fmla="*/ 421489 w 5329086"/>
                <a:gd name="connsiteY5" fmla="*/ 0 h 8110349"/>
                <a:gd name="connsiteX6" fmla="*/ 421489 w 5329086"/>
                <a:gd name="connsiteY6" fmla="*/ 7872732 h 8110349"/>
                <a:gd name="connsiteX7" fmla="*/ 0 w 5329086"/>
                <a:gd name="connsiteY7" fmla="*/ 8110349 h 81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29086" h="8110349">
                  <a:moveTo>
                    <a:pt x="4907597" y="551447"/>
                  </a:moveTo>
                  <a:lnTo>
                    <a:pt x="5329086" y="1299093"/>
                  </a:lnTo>
                  <a:lnTo>
                    <a:pt x="5329086" y="5106050"/>
                  </a:lnTo>
                  <a:lnTo>
                    <a:pt x="4907596" y="5343667"/>
                  </a:lnTo>
                  <a:close/>
                  <a:moveTo>
                    <a:pt x="0" y="237617"/>
                  </a:moveTo>
                  <a:lnTo>
                    <a:pt x="421489" y="0"/>
                  </a:lnTo>
                  <a:lnTo>
                    <a:pt x="421489" y="7872732"/>
                  </a:lnTo>
                  <a:lnTo>
                    <a:pt x="0" y="811034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5" name="文本占位符 44"/>
          <p:cNvSpPr>
            <a:spLocks noGrp="1"/>
          </p:cNvSpPr>
          <p:nvPr>
            <p:ph type="body" sz="quarter" idx="10" hasCustomPrompt="1"/>
          </p:nvPr>
        </p:nvSpPr>
        <p:spPr>
          <a:xfrm>
            <a:off x="-1" y="4189677"/>
            <a:ext cx="5368944" cy="725488"/>
          </a:xfrm>
          <a:prstGeom prst="rect">
            <a:avLst/>
          </a:prstGeom>
        </p:spPr>
        <p:txBody>
          <a:bodyPr lIns="0" rIns="90000">
            <a:noAutofit/>
          </a:bodyPr>
          <a:lstStyle>
            <a:lvl1pPr marL="0" indent="0" algn="ctr">
              <a:lnSpc>
                <a:spcPct val="100000"/>
              </a:lnSpc>
              <a:buNone/>
              <a:defRPr sz="4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请输入你的节标题</a:t>
            </a:r>
          </a:p>
        </p:txBody>
      </p:sp>
      <p:sp>
        <p:nvSpPr>
          <p:cNvPr id="47" name="文本占位符 46"/>
          <p:cNvSpPr>
            <a:spLocks noGrp="1"/>
          </p:cNvSpPr>
          <p:nvPr>
            <p:ph type="body" sz="quarter" idx="11" hasCustomPrompt="1"/>
          </p:nvPr>
        </p:nvSpPr>
        <p:spPr>
          <a:xfrm>
            <a:off x="-1" y="4857350"/>
            <a:ext cx="5368944" cy="424732"/>
          </a:xfrm>
          <a:prstGeom prst="rect">
            <a:avLst/>
          </a:prstGeom>
        </p:spPr>
        <p:txBody>
          <a:bodyPr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spc="50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我介绍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图片占位符 29"/>
          <p:cNvSpPr>
            <a:spLocks noGrp="1"/>
          </p:cNvSpPr>
          <p:nvPr>
            <p:ph type="pic" sz="quarter" idx="12"/>
          </p:nvPr>
        </p:nvSpPr>
        <p:spPr>
          <a:xfrm>
            <a:off x="2571074" y="1465802"/>
            <a:ext cx="3524926" cy="4336612"/>
          </a:xfrm>
          <a:custGeom>
            <a:avLst/>
            <a:gdLst>
              <a:gd name="connsiteX0" fmla="*/ 0 w 3524926"/>
              <a:gd name="connsiteY0" fmla="*/ 0 h 4326855"/>
              <a:gd name="connsiteX1" fmla="*/ 3524926 w 3524926"/>
              <a:gd name="connsiteY1" fmla="*/ 0 h 4326855"/>
              <a:gd name="connsiteX2" fmla="*/ 3524926 w 3524926"/>
              <a:gd name="connsiteY2" fmla="*/ 4326855 h 4326855"/>
              <a:gd name="connsiteX3" fmla="*/ 0 w 3524926"/>
              <a:gd name="connsiteY3" fmla="*/ 4326855 h 4326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24926" h="4326855">
                <a:moveTo>
                  <a:pt x="0" y="0"/>
                </a:moveTo>
                <a:lnTo>
                  <a:pt x="3524926" y="0"/>
                </a:lnTo>
                <a:lnTo>
                  <a:pt x="3524926" y="4326855"/>
                </a:lnTo>
                <a:lnTo>
                  <a:pt x="0" y="43268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26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tIns="4680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6" name="文本框 15"/>
          <p:cNvSpPr txBox="1"/>
          <p:nvPr userDrawn="1"/>
        </p:nvSpPr>
        <p:spPr>
          <a:xfrm rot="16200000">
            <a:off x="-1272970" y="3259723"/>
            <a:ext cx="41138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spc="800" dirty="0">
                <a:solidFill>
                  <a:schemeClr val="bg1">
                    <a:lumMod val="75000"/>
                  </a:schemeClr>
                </a:solidFill>
              </a:rPr>
              <a:t>Southeast University</a:t>
            </a:r>
            <a:endParaRPr lang="zh-CN" altLang="en-US" sz="1600" spc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6" name="文本占位符 6"/>
          <p:cNvSpPr>
            <a:spLocks noGrp="1"/>
          </p:cNvSpPr>
          <p:nvPr>
            <p:ph type="body" sz="quarter" idx="18" hasCustomPrompt="1"/>
          </p:nvPr>
        </p:nvSpPr>
        <p:spPr>
          <a:xfrm>
            <a:off x="6632171" y="1253531"/>
            <a:ext cx="48867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sz="7200" i="1" dirty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marL="0" lvl="0"/>
            <a:r>
              <a:rPr lang="en-US" altLang="zh-CN" dirty="0"/>
              <a:t>Your name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7398196" y="3937575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40" name="文本占位符 11"/>
          <p:cNvSpPr>
            <a:spLocks noGrp="1"/>
          </p:cNvSpPr>
          <p:nvPr>
            <p:ph type="body" sz="quarter" idx="23" hasCustomPrompt="1"/>
          </p:nvPr>
        </p:nvSpPr>
        <p:spPr>
          <a:xfrm>
            <a:off x="7398196" y="4685329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24" hasCustomPrompt="1"/>
          </p:nvPr>
        </p:nvSpPr>
        <p:spPr>
          <a:xfrm>
            <a:off x="7398196" y="5433083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35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6749903" y="2564527"/>
            <a:ext cx="3396528" cy="4001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zh-CN" altLang="en-US" b="1" dirty="0">
                <a:solidFill>
                  <a:schemeClr val="accent2"/>
                </a:solidFill>
              </a:defRPr>
            </a:lvl1pPr>
          </a:lstStyle>
          <a:p>
            <a:pPr marL="0" lvl="0"/>
            <a:r>
              <a:rPr lang="zh-CN" altLang="en-US" dirty="0"/>
              <a:t>你所在的院系 </a:t>
            </a:r>
            <a:r>
              <a:rPr lang="en-US" altLang="zh-CN" dirty="0"/>
              <a:t>/ </a:t>
            </a:r>
            <a:r>
              <a:rPr lang="zh-CN" altLang="en-US" dirty="0"/>
              <a:t>部门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6749903" y="1812873"/>
            <a:ext cx="3088698" cy="76944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zh-CN" altLang="en-US" sz="4400" b="1" dirty="0">
                <a:solidFill>
                  <a:schemeClr val="accent1"/>
                </a:solidFill>
              </a:defRPr>
            </a:lvl1pPr>
          </a:lstStyle>
          <a:p>
            <a:pPr marL="0" lvl="0"/>
            <a:r>
              <a:rPr lang="zh-CN" altLang="en-US" dirty="0"/>
              <a:t>你的姓名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5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2" name="矩形 21"/>
          <p:cNvSpPr/>
          <p:nvPr userDrawn="1"/>
        </p:nvSpPr>
        <p:spPr>
          <a:xfrm>
            <a:off x="5341519" y="3365304"/>
            <a:ext cx="2252502" cy="154113"/>
          </a:xfrm>
          <a:prstGeom prst="rect">
            <a:avLst/>
          </a:prstGeom>
          <a:gradFill>
            <a:gsLst>
              <a:gs pos="100000">
                <a:srgbClr val="FDA913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我介绍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图片 22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25" hasCustomPrompt="1"/>
          </p:nvPr>
        </p:nvSpPr>
        <p:spPr>
          <a:xfrm>
            <a:off x="0" y="1093511"/>
            <a:ext cx="64007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kumimoji="0" lang="zh-CN" altLang="en-US" sz="8800" b="0" i="1" u="none" strike="noStrike" cap="none" spc="0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defRPr>
            </a:lvl1pPr>
          </a:lstStyle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/>
              <a:t>Your name</a:t>
            </a:r>
            <a:endParaRPr lang="zh-CN" altLang="en-US" dirty="0"/>
          </a:p>
        </p:txBody>
      </p:sp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660400" y="3881451"/>
            <a:ext cx="3610645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40" name="文本占位符 11"/>
          <p:cNvSpPr>
            <a:spLocks noGrp="1"/>
          </p:cNvSpPr>
          <p:nvPr>
            <p:ph type="body" sz="quarter" idx="23" hasCustomPrompt="1"/>
          </p:nvPr>
        </p:nvSpPr>
        <p:spPr>
          <a:xfrm>
            <a:off x="660400" y="4685329"/>
            <a:ext cx="3610646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24" hasCustomPrompt="1"/>
          </p:nvPr>
        </p:nvSpPr>
        <p:spPr>
          <a:xfrm>
            <a:off x="660400" y="5433083"/>
            <a:ext cx="3610646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52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2331720" y="2106802"/>
            <a:ext cx="3088698" cy="769441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sz="4400" b="1" dirty="0">
                <a:solidFill>
                  <a:schemeClr val="accent1"/>
                </a:solidFill>
              </a:defRPr>
            </a:lvl1pPr>
          </a:lstStyle>
          <a:p>
            <a:pPr marL="0" lvl="0"/>
            <a:r>
              <a:rPr lang="zh-CN" altLang="en-US" dirty="0"/>
              <a:t>你的姓名</a:t>
            </a:r>
          </a:p>
        </p:txBody>
      </p:sp>
      <p:sp>
        <p:nvSpPr>
          <p:cNvPr id="53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1541828" y="3152034"/>
            <a:ext cx="3396528" cy="400110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b="1" dirty="0">
                <a:solidFill>
                  <a:schemeClr val="accent2"/>
                </a:solidFill>
              </a:defRPr>
            </a:lvl1pPr>
          </a:lstStyle>
          <a:p>
            <a:pPr marL="0" lvl="0"/>
            <a:r>
              <a:rPr lang="zh-CN" altLang="en-US" dirty="0"/>
              <a:t>你所在的院系 </a:t>
            </a:r>
            <a:r>
              <a:rPr lang="en-US" altLang="zh-CN" dirty="0"/>
              <a:t>/ </a:t>
            </a:r>
            <a:r>
              <a:rPr lang="zh-CN" altLang="en-US" dirty="0"/>
              <a:t>部门</a:t>
            </a:r>
          </a:p>
        </p:txBody>
      </p:sp>
      <p:sp>
        <p:nvSpPr>
          <p:cNvPr id="33" name="图片占位符 32"/>
          <p:cNvSpPr>
            <a:spLocks noGrp="1"/>
          </p:cNvSpPr>
          <p:nvPr>
            <p:ph type="pic" sz="quarter" idx="12"/>
          </p:nvPr>
        </p:nvSpPr>
        <p:spPr>
          <a:xfrm>
            <a:off x="5131444" y="0"/>
            <a:ext cx="7060556" cy="6858000"/>
          </a:xfrm>
          <a:custGeom>
            <a:avLst/>
            <a:gdLst>
              <a:gd name="connsiteX0" fmla="*/ 2232141 w 7060556"/>
              <a:gd name="connsiteY0" fmla="*/ 0 h 6858000"/>
              <a:gd name="connsiteX1" fmla="*/ 7060556 w 7060556"/>
              <a:gd name="connsiteY1" fmla="*/ 0 h 6858000"/>
              <a:gd name="connsiteX2" fmla="*/ 7060556 w 7060556"/>
              <a:gd name="connsiteY2" fmla="*/ 6858000 h 6858000"/>
              <a:gd name="connsiteX3" fmla="*/ 659756 w 7060556"/>
              <a:gd name="connsiteY3" fmla="*/ 6858000 h 6858000"/>
              <a:gd name="connsiteX4" fmla="*/ 0 w 7060556"/>
              <a:gd name="connsiteY4" fmla="*/ 5318567 h 6858000"/>
              <a:gd name="connsiteX5" fmla="*/ 2076565 w 7060556"/>
              <a:gd name="connsiteY5" fmla="*/ 34199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60556" h="6858000">
                <a:moveTo>
                  <a:pt x="2232141" y="0"/>
                </a:moveTo>
                <a:lnTo>
                  <a:pt x="7060556" y="0"/>
                </a:lnTo>
                <a:lnTo>
                  <a:pt x="7060556" y="6858000"/>
                </a:lnTo>
                <a:lnTo>
                  <a:pt x="659756" y="6858000"/>
                </a:lnTo>
                <a:lnTo>
                  <a:pt x="0" y="5318567"/>
                </a:lnTo>
                <a:cubicBezTo>
                  <a:pt x="292020" y="4312534"/>
                  <a:pt x="1148983" y="2384867"/>
                  <a:pt x="2076565" y="341996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29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5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介绍内容拓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660400" y="1383671"/>
            <a:ext cx="5001787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zh-CN" sz="8000" i="1" dirty="0">
                <a:solidFill>
                  <a:schemeClr val="bg1">
                    <a:lumMod val="95000"/>
                  </a:schemeClr>
                </a:solidFill>
              </a:rPr>
              <a:t>Our team</a:t>
            </a:r>
            <a:endParaRPr lang="zh-CN" altLang="en-US" sz="8000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2" name="图片占位符 31"/>
          <p:cNvSpPr>
            <a:spLocks noGrp="1"/>
          </p:cNvSpPr>
          <p:nvPr>
            <p:ph type="pic" sz="quarter" idx="31"/>
          </p:nvPr>
        </p:nvSpPr>
        <p:spPr>
          <a:xfrm>
            <a:off x="5792230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0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3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灯片编号占位符 7"/>
          <p:cNvSpPr>
            <a:spLocks noGrp="1"/>
          </p:cNvSpPr>
          <p:nvPr>
            <p:ph type="sldNum" sz="quarter" idx="28"/>
          </p:nvPr>
        </p:nvSpPr>
        <p:spPr>
          <a:xfrm>
            <a:off x="8775700" y="6235702"/>
            <a:ext cx="2743200" cy="365125"/>
          </a:xfrm>
        </p:spPr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7" name="文本占位符 26"/>
          <p:cNvSpPr>
            <a:spLocks noGrp="1"/>
          </p:cNvSpPr>
          <p:nvPr>
            <p:ph type="body" sz="quarter" idx="29" hasCustomPrompt="1"/>
          </p:nvPr>
        </p:nvSpPr>
        <p:spPr>
          <a:xfrm>
            <a:off x="1019067" y="2170482"/>
            <a:ext cx="3982720" cy="584775"/>
          </a:xfr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请输入你的团队名</a:t>
            </a:r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30" hasCustomPrompt="1"/>
          </p:nvPr>
        </p:nvSpPr>
        <p:spPr>
          <a:xfrm>
            <a:off x="1019067" y="3119036"/>
            <a:ext cx="3982720" cy="1706963"/>
          </a:xfrm>
        </p:spPr>
        <p:txBody>
          <a:bodyPr wrap="square" lIns="0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/>
              <a:t>请输入你的团队介绍</a:t>
            </a:r>
          </a:p>
        </p:txBody>
      </p:sp>
      <p:sp>
        <p:nvSpPr>
          <p:cNvPr id="33" name="图片占位符 32"/>
          <p:cNvSpPr>
            <a:spLocks noGrp="1"/>
          </p:cNvSpPr>
          <p:nvPr>
            <p:ph type="pic" sz="quarter" idx="32"/>
          </p:nvPr>
        </p:nvSpPr>
        <p:spPr>
          <a:xfrm>
            <a:off x="7700964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4" name="图片占位符 33"/>
          <p:cNvSpPr>
            <a:spLocks noGrp="1"/>
          </p:cNvSpPr>
          <p:nvPr>
            <p:ph type="pic" sz="quarter" idx="33"/>
          </p:nvPr>
        </p:nvSpPr>
        <p:spPr>
          <a:xfrm>
            <a:off x="9609697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5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5792309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26" name="文本占位符 11"/>
          <p:cNvSpPr>
            <a:spLocks noGrp="1"/>
          </p:cNvSpPr>
          <p:nvPr>
            <p:ph type="body" sz="quarter" idx="34" hasCustomPrompt="1"/>
          </p:nvPr>
        </p:nvSpPr>
        <p:spPr>
          <a:xfrm>
            <a:off x="7700964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28" name="文本占位符 11"/>
          <p:cNvSpPr>
            <a:spLocks noGrp="1"/>
          </p:cNvSpPr>
          <p:nvPr>
            <p:ph type="body" sz="quarter" idx="35" hasCustomPrompt="1"/>
          </p:nvPr>
        </p:nvSpPr>
        <p:spPr>
          <a:xfrm>
            <a:off x="9609619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36" hasCustomPrompt="1"/>
          </p:nvPr>
        </p:nvSpPr>
        <p:spPr>
          <a:xfrm>
            <a:off x="5792387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1" name="文本占位符 11"/>
          <p:cNvSpPr>
            <a:spLocks noGrp="1"/>
          </p:cNvSpPr>
          <p:nvPr>
            <p:ph type="body" sz="quarter" idx="37" hasCustomPrompt="1"/>
          </p:nvPr>
        </p:nvSpPr>
        <p:spPr>
          <a:xfrm>
            <a:off x="7700808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5" name="文本占位符 11"/>
          <p:cNvSpPr>
            <a:spLocks noGrp="1"/>
          </p:cNvSpPr>
          <p:nvPr>
            <p:ph type="body" sz="quarter" idx="38" hasCustomPrompt="1"/>
          </p:nvPr>
        </p:nvSpPr>
        <p:spPr>
          <a:xfrm>
            <a:off x="9609229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3</a:t>
            </a:r>
            <a:endParaRPr lang="zh-CN" altLang="en-US" dirty="0"/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介绍内容拓展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图片 5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8" name="图片占位符 47"/>
          <p:cNvSpPr>
            <a:spLocks noGrp="1"/>
          </p:cNvSpPr>
          <p:nvPr>
            <p:ph type="pic" sz="quarter" idx="31"/>
          </p:nvPr>
        </p:nvSpPr>
        <p:spPr>
          <a:xfrm>
            <a:off x="669868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0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3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灯片编号占位符 7"/>
          <p:cNvSpPr>
            <a:spLocks noGrp="1"/>
          </p:cNvSpPr>
          <p:nvPr>
            <p:ph type="sldNum" sz="quarter" idx="28"/>
          </p:nvPr>
        </p:nvSpPr>
        <p:spPr>
          <a:xfrm>
            <a:off x="8775700" y="6235702"/>
            <a:ext cx="2743200" cy="365125"/>
          </a:xfrm>
        </p:spPr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5" name="文本框 14"/>
          <p:cNvSpPr txBox="1"/>
          <p:nvPr userDrawn="1"/>
        </p:nvSpPr>
        <p:spPr>
          <a:xfrm>
            <a:off x="4104640" y="852965"/>
            <a:ext cx="3982720" cy="1107996"/>
          </a:xfrm>
          <a:prstGeom prst="rect">
            <a:avLst/>
          </a:prstGeom>
          <a:noFill/>
        </p:spPr>
        <p:txBody>
          <a:bodyPr wrap="square" lIns="90000" rtlCol="0">
            <a:spAutoFit/>
          </a:bodyPr>
          <a:lstStyle/>
          <a:p>
            <a:pPr algn="ctr"/>
            <a:r>
              <a:rPr lang="en-US" altLang="zh-CN" sz="6600" i="1" dirty="0">
                <a:solidFill>
                  <a:schemeClr val="bg1">
                    <a:lumMod val="95000"/>
                  </a:schemeClr>
                </a:solidFill>
              </a:rPr>
              <a:t>Our team</a:t>
            </a:r>
            <a:endParaRPr lang="zh-CN" altLang="en-US" sz="6600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文本占位符 26"/>
          <p:cNvSpPr>
            <a:spLocks noGrp="1"/>
          </p:cNvSpPr>
          <p:nvPr>
            <p:ph type="body" sz="quarter" idx="29" hasCustomPrompt="1"/>
          </p:nvPr>
        </p:nvSpPr>
        <p:spPr>
          <a:xfrm>
            <a:off x="4104640" y="1593828"/>
            <a:ext cx="3982720" cy="584775"/>
          </a:xfrm>
        </p:spPr>
        <p:txBody>
          <a:bodyPr lIns="90000">
            <a:sp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请输入你的团队名</a:t>
            </a:r>
          </a:p>
        </p:txBody>
      </p:sp>
      <p:sp>
        <p:nvSpPr>
          <p:cNvPr id="17" name="文本占位符 28"/>
          <p:cNvSpPr>
            <a:spLocks noGrp="1"/>
          </p:cNvSpPr>
          <p:nvPr>
            <p:ph type="body" sz="quarter" idx="30" hasCustomPrompt="1"/>
          </p:nvPr>
        </p:nvSpPr>
        <p:spPr>
          <a:xfrm>
            <a:off x="682883" y="2295279"/>
            <a:ext cx="10826234" cy="425698"/>
          </a:xfrm>
        </p:spPr>
        <p:txBody>
          <a:bodyPr wrap="square" lIns="90000"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zh-CN" altLang="en-US" dirty="0"/>
              <a:t>请输入你的团队介绍</a:t>
            </a:r>
          </a:p>
        </p:txBody>
      </p:sp>
      <p:sp>
        <p:nvSpPr>
          <p:cNvPr id="33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660322" y="5732617"/>
            <a:ext cx="2712258" cy="4001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34" name="文本占位符 11"/>
          <p:cNvSpPr>
            <a:spLocks noGrp="1"/>
          </p:cNvSpPr>
          <p:nvPr>
            <p:ph type="body" sz="quarter" idx="36" hasCustomPrompt="1"/>
          </p:nvPr>
        </p:nvSpPr>
        <p:spPr>
          <a:xfrm>
            <a:off x="660400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37" hasCustomPrompt="1"/>
          </p:nvPr>
        </p:nvSpPr>
        <p:spPr>
          <a:xfrm>
            <a:off x="3382047" y="5732616"/>
            <a:ext cx="2712258" cy="4014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2" name="文本占位符 11"/>
          <p:cNvSpPr>
            <a:spLocks noGrp="1"/>
          </p:cNvSpPr>
          <p:nvPr>
            <p:ph type="body" sz="quarter" idx="38" hasCustomPrompt="1"/>
          </p:nvPr>
        </p:nvSpPr>
        <p:spPr>
          <a:xfrm>
            <a:off x="3382125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3" name="文本占位符 11"/>
          <p:cNvSpPr>
            <a:spLocks noGrp="1"/>
          </p:cNvSpPr>
          <p:nvPr>
            <p:ph type="body" sz="quarter" idx="39" hasCustomPrompt="1"/>
          </p:nvPr>
        </p:nvSpPr>
        <p:spPr>
          <a:xfrm>
            <a:off x="6103772" y="5732616"/>
            <a:ext cx="2712258" cy="4014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4" name="文本占位符 11"/>
          <p:cNvSpPr>
            <a:spLocks noGrp="1"/>
          </p:cNvSpPr>
          <p:nvPr>
            <p:ph type="body" sz="quarter" idx="40" hasCustomPrompt="1"/>
          </p:nvPr>
        </p:nvSpPr>
        <p:spPr>
          <a:xfrm>
            <a:off x="6103850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45" name="文本占位符 11"/>
          <p:cNvSpPr>
            <a:spLocks noGrp="1"/>
          </p:cNvSpPr>
          <p:nvPr>
            <p:ph type="body" sz="quarter" idx="41" hasCustomPrompt="1"/>
          </p:nvPr>
        </p:nvSpPr>
        <p:spPr>
          <a:xfrm>
            <a:off x="8825497" y="5732616"/>
            <a:ext cx="2693323" cy="4001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6" name="文本占位符 11"/>
          <p:cNvSpPr>
            <a:spLocks noGrp="1"/>
          </p:cNvSpPr>
          <p:nvPr>
            <p:ph type="body" sz="quarter" idx="42" hasCustomPrompt="1"/>
          </p:nvPr>
        </p:nvSpPr>
        <p:spPr>
          <a:xfrm>
            <a:off x="8825575" y="5327590"/>
            <a:ext cx="269332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5" name="图片占位符 54"/>
          <p:cNvSpPr>
            <a:spLocks noGrp="1"/>
          </p:cNvSpPr>
          <p:nvPr>
            <p:ph type="pic" sz="quarter" idx="43"/>
          </p:nvPr>
        </p:nvSpPr>
        <p:spPr>
          <a:xfrm>
            <a:off x="3382047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6" name="图片占位符 55"/>
          <p:cNvSpPr>
            <a:spLocks noGrp="1"/>
          </p:cNvSpPr>
          <p:nvPr>
            <p:ph type="pic" sz="quarter" idx="44"/>
          </p:nvPr>
        </p:nvSpPr>
        <p:spPr>
          <a:xfrm>
            <a:off x="6094226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7" name="图片占位符 56"/>
          <p:cNvSpPr>
            <a:spLocks noGrp="1"/>
          </p:cNvSpPr>
          <p:nvPr>
            <p:ph type="pic" sz="quarter" idx="45"/>
          </p:nvPr>
        </p:nvSpPr>
        <p:spPr>
          <a:xfrm>
            <a:off x="8806405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（主副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69" name="文本占位符 67"/>
          <p:cNvSpPr>
            <a:spLocks noGrp="1"/>
          </p:cNvSpPr>
          <p:nvPr>
            <p:ph type="body" sz="quarter" idx="12" hasCustomPrompt="1"/>
          </p:nvPr>
        </p:nvSpPr>
        <p:spPr>
          <a:xfrm>
            <a:off x="3950574" y="1119503"/>
            <a:ext cx="4290852" cy="585866"/>
          </a:xfrm>
          <a:prstGeom prst="rect">
            <a:avLst/>
          </a:prstGeom>
        </p:spPr>
        <p:txBody>
          <a:bodyPr lIns="90000" bIns="46800">
            <a:sp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请输入你的主标题</a:t>
            </a:r>
          </a:p>
        </p:txBody>
      </p:sp>
      <p:sp>
        <p:nvSpPr>
          <p:cNvPr id="72" name="文本占位符 67"/>
          <p:cNvSpPr>
            <a:spLocks noGrp="1"/>
          </p:cNvSpPr>
          <p:nvPr>
            <p:ph type="body" sz="quarter" idx="13" hasCustomPrompt="1"/>
          </p:nvPr>
        </p:nvSpPr>
        <p:spPr>
          <a:xfrm>
            <a:off x="3950574" y="1740158"/>
            <a:ext cx="4290852" cy="462755"/>
          </a:xfrm>
          <a:prstGeom prst="rect">
            <a:avLst/>
          </a:prstGeom>
        </p:spPr>
        <p:txBody>
          <a:bodyPr lIns="90000" bIns="46800"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请输入你的副标题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9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14" name="直接连接符 13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（无主副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7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1" name="椭圆 60"/>
          <p:cNvSpPr/>
          <p:nvPr userDrawn="1"/>
        </p:nvSpPr>
        <p:spPr>
          <a:xfrm>
            <a:off x="5194921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2" name="椭圆 61"/>
          <p:cNvSpPr/>
          <p:nvPr userDrawn="1"/>
        </p:nvSpPr>
        <p:spPr>
          <a:xfrm>
            <a:off x="8999857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0" name="椭圆 29"/>
          <p:cNvSpPr/>
          <p:nvPr userDrawn="1"/>
        </p:nvSpPr>
        <p:spPr>
          <a:xfrm>
            <a:off x="1389985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4" name="图片占位符 53"/>
          <p:cNvSpPr>
            <a:spLocks noGrp="1"/>
          </p:cNvSpPr>
          <p:nvPr>
            <p:ph type="pic" sz="quarter" idx="12"/>
          </p:nvPr>
        </p:nvSpPr>
        <p:spPr>
          <a:xfrm>
            <a:off x="1437869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29" name="矩形 28"/>
          <p:cNvSpPr/>
          <p:nvPr userDrawn="1"/>
        </p:nvSpPr>
        <p:spPr>
          <a:xfrm>
            <a:off x="660400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2" name="矩形 31"/>
          <p:cNvSpPr/>
          <p:nvPr userDrawn="1"/>
        </p:nvSpPr>
        <p:spPr>
          <a:xfrm>
            <a:off x="8270272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1" name="矩形 40"/>
          <p:cNvSpPr/>
          <p:nvPr userDrawn="1"/>
        </p:nvSpPr>
        <p:spPr>
          <a:xfrm>
            <a:off x="4465336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9" name="图片占位符 58"/>
          <p:cNvSpPr>
            <a:spLocks noGrp="1"/>
          </p:cNvSpPr>
          <p:nvPr>
            <p:ph type="pic" sz="quarter" idx="13"/>
          </p:nvPr>
        </p:nvSpPr>
        <p:spPr>
          <a:xfrm>
            <a:off x="5242805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0" name="图片占位符 59"/>
          <p:cNvSpPr>
            <a:spLocks noGrp="1"/>
          </p:cNvSpPr>
          <p:nvPr>
            <p:ph type="pic" sz="quarter" idx="14"/>
          </p:nvPr>
        </p:nvSpPr>
        <p:spPr>
          <a:xfrm>
            <a:off x="9047741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63" name="文本占位符 8"/>
          <p:cNvSpPr>
            <a:spLocks noGrp="1"/>
          </p:cNvSpPr>
          <p:nvPr>
            <p:ph type="body" sz="quarter" idx="15" hasCustomPrompt="1"/>
          </p:nvPr>
        </p:nvSpPr>
        <p:spPr>
          <a:xfrm>
            <a:off x="943753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66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822334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67" name="文本占位符 8"/>
          <p:cNvSpPr>
            <a:spLocks noGrp="1"/>
          </p:cNvSpPr>
          <p:nvPr>
            <p:ph type="body" sz="quarter" idx="17" hasCustomPrompt="1"/>
          </p:nvPr>
        </p:nvSpPr>
        <p:spPr>
          <a:xfrm>
            <a:off x="4748689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68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4627270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69" name="文本占位符 8"/>
          <p:cNvSpPr>
            <a:spLocks noGrp="1"/>
          </p:cNvSpPr>
          <p:nvPr>
            <p:ph type="body" sz="quarter" idx="19" hasCustomPrompt="1"/>
          </p:nvPr>
        </p:nvSpPr>
        <p:spPr>
          <a:xfrm>
            <a:off x="8553625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70" name="文本占位符 11"/>
          <p:cNvSpPr>
            <a:spLocks noGrp="1"/>
          </p:cNvSpPr>
          <p:nvPr>
            <p:ph type="body" sz="quarter" idx="20" hasCustomPrompt="1"/>
          </p:nvPr>
        </p:nvSpPr>
        <p:spPr>
          <a:xfrm>
            <a:off x="8432206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1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35" name="组合 34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6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7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8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27" name="直接连接符 26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669228" y="3632200"/>
            <a:ext cx="10858500" cy="0"/>
          </a:xfrm>
          <a:prstGeom prst="line">
            <a:avLst/>
          </a:prstGeom>
          <a:ln w="25400" cap="flat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 userDrawn="1"/>
        </p:nvSpPr>
        <p:spPr>
          <a:xfrm>
            <a:off x="669228" y="1496583"/>
            <a:ext cx="2124544" cy="17857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>
            <a:off x="9394356" y="3984612"/>
            <a:ext cx="2124544" cy="17857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图片占位符 42"/>
          <p:cNvSpPr>
            <a:spLocks noGrp="1"/>
          </p:cNvSpPr>
          <p:nvPr>
            <p:ph type="pic" sz="quarter" idx="12"/>
          </p:nvPr>
        </p:nvSpPr>
        <p:spPr>
          <a:xfrm>
            <a:off x="726750" y="1536731"/>
            <a:ext cx="2009500" cy="1689041"/>
          </a:xfrm>
          <a:custGeom>
            <a:avLst/>
            <a:gdLst>
              <a:gd name="connsiteX0" fmla="*/ 0 w 2009500"/>
              <a:gd name="connsiteY0" fmla="*/ 0 h 1689041"/>
              <a:gd name="connsiteX1" fmla="*/ 2009500 w 2009500"/>
              <a:gd name="connsiteY1" fmla="*/ 0 h 1689041"/>
              <a:gd name="connsiteX2" fmla="*/ 2009500 w 2009500"/>
              <a:gd name="connsiteY2" fmla="*/ 1689041 h 1689041"/>
              <a:gd name="connsiteX3" fmla="*/ 0 w 2009500"/>
              <a:gd name="connsiteY3" fmla="*/ 1689041 h 168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500" h="1689041">
                <a:moveTo>
                  <a:pt x="0" y="0"/>
                </a:moveTo>
                <a:lnTo>
                  <a:pt x="2009500" y="0"/>
                </a:lnTo>
                <a:lnTo>
                  <a:pt x="2009500" y="1689041"/>
                </a:lnTo>
                <a:lnTo>
                  <a:pt x="0" y="168904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44" name="图片占位符 43"/>
          <p:cNvSpPr>
            <a:spLocks noGrp="1"/>
          </p:cNvSpPr>
          <p:nvPr>
            <p:ph type="pic" sz="quarter" idx="13"/>
          </p:nvPr>
        </p:nvSpPr>
        <p:spPr>
          <a:xfrm>
            <a:off x="9451878" y="4032961"/>
            <a:ext cx="2009500" cy="1689041"/>
          </a:xfrm>
          <a:custGeom>
            <a:avLst/>
            <a:gdLst>
              <a:gd name="connsiteX0" fmla="*/ 0 w 2009500"/>
              <a:gd name="connsiteY0" fmla="*/ 0 h 1689041"/>
              <a:gd name="connsiteX1" fmla="*/ 2009500 w 2009500"/>
              <a:gd name="connsiteY1" fmla="*/ 0 h 1689041"/>
              <a:gd name="connsiteX2" fmla="*/ 2009500 w 2009500"/>
              <a:gd name="connsiteY2" fmla="*/ 1689041 h 1689041"/>
              <a:gd name="connsiteX3" fmla="*/ 0 w 2009500"/>
              <a:gd name="connsiteY3" fmla="*/ 1689041 h 168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500" h="1689041">
                <a:moveTo>
                  <a:pt x="0" y="0"/>
                </a:moveTo>
                <a:lnTo>
                  <a:pt x="2009500" y="0"/>
                </a:lnTo>
                <a:lnTo>
                  <a:pt x="2009500" y="1689041"/>
                </a:lnTo>
                <a:lnTo>
                  <a:pt x="0" y="168904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3246271" y="1535879"/>
            <a:ext cx="2793341" cy="46196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5" name="文本占位符 4"/>
          <p:cNvSpPr>
            <a:spLocks noGrp="1"/>
          </p:cNvSpPr>
          <p:nvPr>
            <p:ph type="body" sz="quarter" idx="15" hasCustomPrompt="1"/>
          </p:nvPr>
        </p:nvSpPr>
        <p:spPr>
          <a:xfrm>
            <a:off x="6148516" y="4025048"/>
            <a:ext cx="2793341" cy="461962"/>
          </a:xfrm>
          <a:prstGeom prst="rect">
            <a:avLst/>
          </a:prstGeom>
        </p:spPr>
        <p:txBody>
          <a:bodyPr lIns="90000" rIns="0">
            <a:normAutofit/>
          </a:bodyPr>
          <a:lstStyle>
            <a:lvl1pPr marL="0" indent="0" algn="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6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3246271" y="2153813"/>
            <a:ext cx="8272629" cy="64633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47" name="文本占位符 11"/>
          <p:cNvSpPr>
            <a:spLocks noGrp="1"/>
          </p:cNvSpPr>
          <p:nvPr>
            <p:ph type="body" sz="quarter" idx="19" hasCustomPrompt="1"/>
          </p:nvPr>
        </p:nvSpPr>
        <p:spPr>
          <a:xfrm>
            <a:off x="669228" y="4619089"/>
            <a:ext cx="8272629" cy="646331"/>
          </a:xfrm>
          <a:prstGeom prst="rect">
            <a:avLst/>
          </a:prstGeom>
        </p:spPr>
        <p:txBody>
          <a:bodyPr lIns="90000" rIns="0">
            <a:noAutofit/>
          </a:bodyPr>
          <a:lstStyle>
            <a:lvl1pPr marL="0" indent="0" algn="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0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6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60402" y="2447962"/>
            <a:ext cx="4420885" cy="3686138"/>
          </a:xfrm>
          <a:custGeom>
            <a:avLst/>
            <a:gdLst>
              <a:gd name="connsiteX0" fmla="*/ 0 w 4420885"/>
              <a:gd name="connsiteY0" fmla="*/ 0 h 3686138"/>
              <a:gd name="connsiteX1" fmla="*/ 4420885 w 4420885"/>
              <a:gd name="connsiteY1" fmla="*/ 0 h 3686138"/>
              <a:gd name="connsiteX2" fmla="*/ 4420885 w 4420885"/>
              <a:gd name="connsiteY2" fmla="*/ 3686138 h 3686138"/>
              <a:gd name="connsiteX3" fmla="*/ 0 w 4420885"/>
              <a:gd name="connsiteY3" fmla="*/ 3686138 h 368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885" h="3686138">
                <a:moveTo>
                  <a:pt x="0" y="0"/>
                </a:moveTo>
                <a:lnTo>
                  <a:pt x="4420885" y="0"/>
                </a:lnTo>
                <a:lnTo>
                  <a:pt x="4420885" y="3686138"/>
                </a:lnTo>
                <a:lnTo>
                  <a:pt x="0" y="368613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5162118" y="2447964"/>
            <a:ext cx="3154730" cy="1802652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/>
          <p:cNvSpPr/>
          <p:nvPr userDrawn="1"/>
        </p:nvSpPr>
        <p:spPr>
          <a:xfrm>
            <a:off x="8397680" y="2447964"/>
            <a:ext cx="3154731" cy="1802652"/>
          </a:xfrm>
          <a:custGeom>
            <a:avLst/>
            <a:gdLst>
              <a:gd name="connsiteX0" fmla="*/ 0 w 3154731"/>
              <a:gd name="connsiteY0" fmla="*/ 0 h 1829349"/>
              <a:gd name="connsiteX1" fmla="*/ 3154731 w 3154731"/>
              <a:gd name="connsiteY1" fmla="*/ 0 h 1829349"/>
              <a:gd name="connsiteX2" fmla="*/ 3154731 w 3154731"/>
              <a:gd name="connsiteY2" fmla="*/ 1829349 h 1829349"/>
              <a:gd name="connsiteX3" fmla="*/ 0 w 3154731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1" h="1829349">
                <a:moveTo>
                  <a:pt x="0" y="0"/>
                </a:moveTo>
                <a:lnTo>
                  <a:pt x="3154731" y="0"/>
                </a:lnTo>
                <a:lnTo>
                  <a:pt x="3154731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/>
          <p:cNvSpPr/>
          <p:nvPr userDrawn="1"/>
        </p:nvSpPr>
        <p:spPr>
          <a:xfrm>
            <a:off x="5162118" y="4331447"/>
            <a:ext cx="3154730" cy="1802654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任意多边形: 形状 27"/>
          <p:cNvSpPr/>
          <p:nvPr userDrawn="1"/>
        </p:nvSpPr>
        <p:spPr>
          <a:xfrm>
            <a:off x="8397680" y="4331447"/>
            <a:ext cx="3154731" cy="1802654"/>
          </a:xfrm>
          <a:custGeom>
            <a:avLst/>
            <a:gdLst>
              <a:gd name="connsiteX0" fmla="*/ 0 w 3154731"/>
              <a:gd name="connsiteY0" fmla="*/ 0 h 1829349"/>
              <a:gd name="connsiteX1" fmla="*/ 3154731 w 3154731"/>
              <a:gd name="connsiteY1" fmla="*/ 0 h 1829349"/>
              <a:gd name="connsiteX2" fmla="*/ 3154731 w 3154731"/>
              <a:gd name="connsiteY2" fmla="*/ 1829349 h 1829349"/>
              <a:gd name="connsiteX3" fmla="*/ 0 w 3154731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1" h="1829349">
                <a:moveTo>
                  <a:pt x="0" y="0"/>
                </a:moveTo>
                <a:lnTo>
                  <a:pt x="3154731" y="0"/>
                </a:lnTo>
                <a:lnTo>
                  <a:pt x="3154731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5398522" y="2612248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5277103" y="3336053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46" name="文本占位符 8"/>
          <p:cNvSpPr>
            <a:spLocks noGrp="1"/>
          </p:cNvSpPr>
          <p:nvPr>
            <p:ph type="body" sz="quarter" idx="15" hasCustomPrompt="1"/>
          </p:nvPr>
        </p:nvSpPr>
        <p:spPr>
          <a:xfrm>
            <a:off x="8634084" y="2612248"/>
            <a:ext cx="2681922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7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8512665" y="3336053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48" name="文本占位符 8"/>
          <p:cNvSpPr>
            <a:spLocks noGrp="1"/>
          </p:cNvSpPr>
          <p:nvPr>
            <p:ph type="body" sz="quarter" idx="17" hasCustomPrompt="1"/>
          </p:nvPr>
        </p:nvSpPr>
        <p:spPr>
          <a:xfrm>
            <a:off x="8634084" y="4499120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9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8512665" y="5222925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50" name="文本占位符 8"/>
          <p:cNvSpPr>
            <a:spLocks noGrp="1"/>
          </p:cNvSpPr>
          <p:nvPr>
            <p:ph type="body" sz="quarter" idx="19" hasCustomPrompt="1"/>
          </p:nvPr>
        </p:nvSpPr>
        <p:spPr>
          <a:xfrm>
            <a:off x="5398522" y="4499120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51" name="文本占位符 11"/>
          <p:cNvSpPr>
            <a:spLocks noGrp="1"/>
          </p:cNvSpPr>
          <p:nvPr>
            <p:ph type="body" sz="quarter" idx="20" hasCustomPrompt="1"/>
          </p:nvPr>
        </p:nvSpPr>
        <p:spPr>
          <a:xfrm>
            <a:off x="5277103" y="5222925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52" name="文本占位符 11"/>
          <p:cNvSpPr>
            <a:spLocks noGrp="1"/>
          </p:cNvSpPr>
          <p:nvPr>
            <p:ph type="body" sz="quarter" idx="21" hasCustomPrompt="1"/>
          </p:nvPr>
        </p:nvSpPr>
        <p:spPr>
          <a:xfrm>
            <a:off x="660400" y="1337587"/>
            <a:ext cx="10858500" cy="735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26" name="直接连接符 25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60402" y="1585023"/>
            <a:ext cx="5984238" cy="4554593"/>
          </a:xfrm>
          <a:custGeom>
            <a:avLst/>
            <a:gdLst>
              <a:gd name="connsiteX0" fmla="*/ 0 w 4420885"/>
              <a:gd name="connsiteY0" fmla="*/ 0 h 3686138"/>
              <a:gd name="connsiteX1" fmla="*/ 4420885 w 4420885"/>
              <a:gd name="connsiteY1" fmla="*/ 0 h 3686138"/>
              <a:gd name="connsiteX2" fmla="*/ 4420885 w 4420885"/>
              <a:gd name="connsiteY2" fmla="*/ 3686138 h 3686138"/>
              <a:gd name="connsiteX3" fmla="*/ 0 w 4420885"/>
              <a:gd name="connsiteY3" fmla="*/ 3686138 h 368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885" h="3686138">
                <a:moveTo>
                  <a:pt x="0" y="0"/>
                </a:moveTo>
                <a:lnTo>
                  <a:pt x="4420885" y="0"/>
                </a:lnTo>
                <a:lnTo>
                  <a:pt x="4420885" y="3686138"/>
                </a:lnTo>
                <a:lnTo>
                  <a:pt x="0" y="368613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6644640" y="1585023"/>
            <a:ext cx="4874260" cy="4554589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7031469" y="1815023"/>
            <a:ext cx="2969058" cy="46166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7454095" y="2864776"/>
            <a:ext cx="3773347" cy="859337"/>
          </a:xfrm>
          <a:prstGeom prst="rect">
            <a:avLst/>
          </a:prstGeom>
        </p:spPr>
        <p:txBody>
          <a:bodyPr lIns="0" tIns="0" rIns="90000" bIns="468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请输入你的内容</a:t>
            </a:r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7031469" y="2473505"/>
            <a:ext cx="864000" cy="9629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25" hasCustomPrompt="1"/>
          </p:nvPr>
        </p:nvSpPr>
        <p:spPr>
          <a:xfrm>
            <a:off x="7454095" y="392434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36" name="文本占位符 11"/>
          <p:cNvSpPr>
            <a:spLocks noGrp="1"/>
          </p:cNvSpPr>
          <p:nvPr>
            <p:ph type="body" sz="quarter" idx="26" hasCustomPrompt="1"/>
          </p:nvPr>
        </p:nvSpPr>
        <p:spPr>
          <a:xfrm>
            <a:off x="7454095" y="498391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5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图片占位符 62"/>
          <p:cNvSpPr>
            <a:spLocks noGrp="1"/>
          </p:cNvSpPr>
          <p:nvPr>
            <p:ph type="pic" sz="quarter" idx="27"/>
          </p:nvPr>
        </p:nvSpPr>
        <p:spPr>
          <a:xfrm>
            <a:off x="660404" y="1585023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4" name="图片占位符 63"/>
          <p:cNvSpPr>
            <a:spLocks noGrp="1"/>
          </p:cNvSpPr>
          <p:nvPr>
            <p:ph type="pic" sz="quarter" idx="28"/>
          </p:nvPr>
        </p:nvSpPr>
        <p:spPr>
          <a:xfrm>
            <a:off x="3696741" y="1585023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5" name="图片占位符 64"/>
          <p:cNvSpPr>
            <a:spLocks noGrp="1"/>
          </p:cNvSpPr>
          <p:nvPr>
            <p:ph type="pic" sz="quarter" idx="29"/>
          </p:nvPr>
        </p:nvSpPr>
        <p:spPr>
          <a:xfrm>
            <a:off x="660404" y="3895974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6" name="图片占位符 65"/>
          <p:cNvSpPr>
            <a:spLocks noGrp="1"/>
          </p:cNvSpPr>
          <p:nvPr>
            <p:ph type="pic" sz="quarter" idx="30"/>
          </p:nvPr>
        </p:nvSpPr>
        <p:spPr>
          <a:xfrm>
            <a:off x="3696741" y="3895974"/>
            <a:ext cx="2947899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6644640" y="1585023"/>
            <a:ext cx="4874260" cy="4554589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7031469" y="1815023"/>
            <a:ext cx="2969058" cy="46166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7454095" y="2864776"/>
            <a:ext cx="3773347" cy="859337"/>
          </a:xfrm>
          <a:prstGeom prst="rect">
            <a:avLst/>
          </a:prstGeom>
        </p:spPr>
        <p:txBody>
          <a:bodyPr lIns="0" tIns="0" rIns="90000" bIns="468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请输入你的内容</a:t>
            </a:r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7031469" y="2473505"/>
            <a:ext cx="864000" cy="9629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25" hasCustomPrompt="1"/>
          </p:nvPr>
        </p:nvSpPr>
        <p:spPr>
          <a:xfrm>
            <a:off x="7454095" y="392434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36" name="文本占位符 11"/>
          <p:cNvSpPr>
            <a:spLocks noGrp="1"/>
          </p:cNvSpPr>
          <p:nvPr>
            <p:ph type="body" sz="quarter" idx="26" hasCustomPrompt="1"/>
          </p:nvPr>
        </p:nvSpPr>
        <p:spPr>
          <a:xfrm>
            <a:off x="7454095" y="498391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5125" b="7878"/>
          <a:stretch>
            <a:fillRect/>
          </a:stretch>
        </p:blipFill>
        <p:spPr>
          <a:xfrm>
            <a:off x="4282440" y="0"/>
            <a:ext cx="7909560" cy="6858000"/>
          </a:xfrm>
          <a:prstGeom prst="rect">
            <a:avLst/>
          </a:prstGeom>
        </p:spPr>
      </p:pic>
      <p:sp>
        <p:nvSpPr>
          <p:cNvPr id="19" name="矩形 1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矩形 2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>
              <a:alphaModFix amt="5000"/>
            </a:blip>
            <a:srcRect/>
            <a:tile tx="0" ty="0" sx="100000" sy="100000" flip="none" algn="tl"/>
          </a:blip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9" name="图片 48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7878" r="35125" b="7878"/>
          <a:stretch>
            <a:fillRect/>
          </a:stretch>
        </p:blipFill>
        <p:spPr>
          <a:xfrm>
            <a:off x="5178924" y="0"/>
            <a:ext cx="7013076" cy="6858000"/>
          </a:xfrm>
          <a:custGeom>
            <a:avLst/>
            <a:gdLst>
              <a:gd name="connsiteX0" fmla="*/ 3877363 w 7013076"/>
              <a:gd name="connsiteY0" fmla="*/ 0 h 6858000"/>
              <a:gd name="connsiteX1" fmla="*/ 7013076 w 7013076"/>
              <a:gd name="connsiteY1" fmla="*/ 0 h 6858000"/>
              <a:gd name="connsiteX2" fmla="*/ 7013076 w 7013076"/>
              <a:gd name="connsiteY2" fmla="*/ 692654 h 6858000"/>
              <a:gd name="connsiteX3" fmla="*/ 3527325 w 7013076"/>
              <a:gd name="connsiteY3" fmla="*/ 6858000 h 6858000"/>
              <a:gd name="connsiteX4" fmla="*/ 0 w 701307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3076" h="6858000">
                <a:moveTo>
                  <a:pt x="3877363" y="0"/>
                </a:moveTo>
                <a:lnTo>
                  <a:pt x="7013076" y="0"/>
                </a:lnTo>
                <a:lnTo>
                  <a:pt x="7013076" y="692654"/>
                </a:lnTo>
                <a:lnTo>
                  <a:pt x="352732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2" name="任意多边形: 形状 51"/>
          <p:cNvSpPr/>
          <p:nvPr userDrawn="1"/>
        </p:nvSpPr>
        <p:spPr>
          <a:xfrm rot="1759603">
            <a:off x="5759550" y="3287609"/>
            <a:ext cx="326672" cy="3900322"/>
          </a:xfrm>
          <a:custGeom>
            <a:avLst/>
            <a:gdLst>
              <a:gd name="connsiteX0" fmla="*/ 0 w 326672"/>
              <a:gd name="connsiteY0" fmla="*/ 0 h 3900322"/>
              <a:gd name="connsiteX1" fmla="*/ 326672 w 326672"/>
              <a:gd name="connsiteY1" fmla="*/ 0 h 3900322"/>
              <a:gd name="connsiteX2" fmla="*/ 326672 w 326672"/>
              <a:gd name="connsiteY2" fmla="*/ 3716802 h 3900322"/>
              <a:gd name="connsiteX3" fmla="*/ 0 w 326672"/>
              <a:gd name="connsiteY3" fmla="*/ 3900322 h 390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672" h="3900322">
                <a:moveTo>
                  <a:pt x="0" y="0"/>
                </a:moveTo>
                <a:lnTo>
                  <a:pt x="326672" y="0"/>
                </a:lnTo>
                <a:lnTo>
                  <a:pt x="326672" y="3716802"/>
                </a:lnTo>
                <a:lnTo>
                  <a:pt x="0" y="390032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4" name="任意多边形: 形状 43"/>
          <p:cNvSpPr/>
          <p:nvPr userDrawn="1"/>
        </p:nvSpPr>
        <p:spPr>
          <a:xfrm rot="1759603">
            <a:off x="8280302" y="-201925"/>
            <a:ext cx="170609" cy="2499133"/>
          </a:xfrm>
          <a:custGeom>
            <a:avLst/>
            <a:gdLst>
              <a:gd name="connsiteX0" fmla="*/ 0 w 170609"/>
              <a:gd name="connsiteY0" fmla="*/ 95846 h 2499133"/>
              <a:gd name="connsiteX1" fmla="*/ 170609 w 170609"/>
              <a:gd name="connsiteY1" fmla="*/ 0 h 2499133"/>
              <a:gd name="connsiteX2" fmla="*/ 170609 w 170609"/>
              <a:gd name="connsiteY2" fmla="*/ 2499133 h 2499133"/>
              <a:gd name="connsiteX3" fmla="*/ 0 w 170609"/>
              <a:gd name="connsiteY3" fmla="*/ 2499133 h 2499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609" h="2499133">
                <a:moveTo>
                  <a:pt x="0" y="95846"/>
                </a:moveTo>
                <a:lnTo>
                  <a:pt x="170609" y="0"/>
                </a:lnTo>
                <a:lnTo>
                  <a:pt x="170609" y="2499133"/>
                </a:lnTo>
                <a:lnTo>
                  <a:pt x="0" y="249913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2" name="任意多边形: 形状 21"/>
          <p:cNvSpPr/>
          <p:nvPr userDrawn="1"/>
        </p:nvSpPr>
        <p:spPr>
          <a:xfrm rot="1759603">
            <a:off x="11257062" y="-144084"/>
            <a:ext cx="326672" cy="3732241"/>
          </a:xfrm>
          <a:custGeom>
            <a:avLst/>
            <a:gdLst>
              <a:gd name="connsiteX0" fmla="*/ 0 w 326672"/>
              <a:gd name="connsiteY0" fmla="*/ 0 h 3732241"/>
              <a:gd name="connsiteX1" fmla="*/ 326672 w 326672"/>
              <a:gd name="connsiteY1" fmla="*/ 581488 h 3732241"/>
              <a:gd name="connsiteX2" fmla="*/ 326672 w 326672"/>
              <a:gd name="connsiteY2" fmla="*/ 3732241 h 3732241"/>
              <a:gd name="connsiteX3" fmla="*/ 0 w 326672"/>
              <a:gd name="connsiteY3" fmla="*/ 3732241 h 37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672" h="3732241">
                <a:moveTo>
                  <a:pt x="0" y="0"/>
                </a:moveTo>
                <a:lnTo>
                  <a:pt x="326672" y="581488"/>
                </a:lnTo>
                <a:lnTo>
                  <a:pt x="326672" y="3732241"/>
                </a:lnTo>
                <a:lnTo>
                  <a:pt x="0" y="373224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3" name="任意多边形: 形状 52"/>
          <p:cNvSpPr/>
          <p:nvPr userDrawn="1"/>
        </p:nvSpPr>
        <p:spPr>
          <a:xfrm rot="1759603">
            <a:off x="9271255" y="4019758"/>
            <a:ext cx="170609" cy="3077209"/>
          </a:xfrm>
          <a:custGeom>
            <a:avLst/>
            <a:gdLst>
              <a:gd name="connsiteX0" fmla="*/ 0 w 170609"/>
              <a:gd name="connsiteY0" fmla="*/ 0 h 3077209"/>
              <a:gd name="connsiteX1" fmla="*/ 170609 w 170609"/>
              <a:gd name="connsiteY1" fmla="*/ 0 h 3077209"/>
              <a:gd name="connsiteX2" fmla="*/ 170609 w 170609"/>
              <a:gd name="connsiteY2" fmla="*/ 2981364 h 3077209"/>
              <a:gd name="connsiteX3" fmla="*/ 0 w 170609"/>
              <a:gd name="connsiteY3" fmla="*/ 3077209 h 3077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609" h="3077209">
                <a:moveTo>
                  <a:pt x="0" y="0"/>
                </a:moveTo>
                <a:lnTo>
                  <a:pt x="170609" y="0"/>
                </a:lnTo>
                <a:lnTo>
                  <a:pt x="170609" y="2981364"/>
                </a:lnTo>
                <a:lnTo>
                  <a:pt x="0" y="30772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7" name="文本占位符 25"/>
          <p:cNvSpPr>
            <a:spLocks noGrp="1"/>
          </p:cNvSpPr>
          <p:nvPr>
            <p:ph type="body" sz="quarter" idx="11" hasCustomPrompt="1"/>
          </p:nvPr>
        </p:nvSpPr>
        <p:spPr>
          <a:xfrm>
            <a:off x="667503" y="2749690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请输入你的大标题</a:t>
            </a:r>
            <a:endParaRPr lang="en-US" altLang="zh-CN" dirty="0"/>
          </a:p>
        </p:txBody>
      </p:sp>
      <p:sp>
        <p:nvSpPr>
          <p:cNvPr id="38" name="文本占位符 25"/>
          <p:cNvSpPr>
            <a:spLocks noGrp="1"/>
          </p:cNvSpPr>
          <p:nvPr>
            <p:ph type="body" sz="quarter" idx="12" hasCustomPrompt="1"/>
          </p:nvPr>
        </p:nvSpPr>
        <p:spPr>
          <a:xfrm>
            <a:off x="667503" y="1869834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0" spc="100" baseline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请输入答辩类型</a:t>
            </a:r>
            <a:endParaRPr lang="en-US" altLang="zh-CN" dirty="0"/>
          </a:p>
        </p:txBody>
      </p:sp>
      <p:cxnSp>
        <p:nvCxnSpPr>
          <p:cNvPr id="39" name="直接连接符 38"/>
          <p:cNvCxnSpPr/>
          <p:nvPr userDrawn="1"/>
        </p:nvCxnSpPr>
        <p:spPr>
          <a:xfrm>
            <a:off x="667503" y="4839800"/>
            <a:ext cx="493268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日期占位符 4"/>
          <p:cNvSpPr>
            <a:spLocks noGrp="1"/>
          </p:cNvSpPr>
          <p:nvPr>
            <p:ph type="dt" sz="half" idx="1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  <p:sp>
        <p:nvSpPr>
          <p:cNvPr id="20" name="文本占位符 28"/>
          <p:cNvSpPr>
            <a:spLocks noGrp="1"/>
          </p:cNvSpPr>
          <p:nvPr>
            <p:ph type="body" sz="quarter" idx="17" hasCustomPrompt="1"/>
          </p:nvPr>
        </p:nvSpPr>
        <p:spPr>
          <a:xfrm>
            <a:off x="667503" y="3641672"/>
            <a:ext cx="5798382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1200" spc="55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27993"/>
          <a:stretch>
            <a:fillRect/>
          </a:stretch>
        </p:blipFill>
        <p:spPr>
          <a:xfrm>
            <a:off x="1" y="-5557"/>
            <a:ext cx="12192000" cy="6863557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3" y="2077796"/>
            <a:ext cx="12192000" cy="478020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>
                  <a:alpha val="8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5" name="矩形 4"/>
          <p:cNvSpPr/>
          <p:nvPr userDrawn="1"/>
        </p:nvSpPr>
        <p:spPr>
          <a:xfrm rot="10800000">
            <a:off x="-1" y="-5557"/>
            <a:ext cx="12191999" cy="321776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-1" y="0"/>
            <a:ext cx="12192001" cy="6811864"/>
          </a:xfrm>
          <a:prstGeom prst="rect">
            <a:avLst/>
          </a:prstGeom>
          <a:solidFill>
            <a:srgbClr val="080304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4760680" y="564634"/>
            <a:ext cx="2670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本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模板正参与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602350" y="2482543"/>
            <a:ext cx="4987300" cy="400109"/>
          </a:xfrm>
          <a:prstGeom prst="rect">
            <a:avLst/>
          </a:prstGeom>
          <a:gradFill flip="none" rotWithShape="1">
            <a:gsLst>
              <a:gs pos="100000">
                <a:srgbClr val="CB9B53">
                  <a:alpha val="0"/>
                </a:srgbClr>
              </a:gs>
              <a:gs pos="0">
                <a:srgbClr val="CB9B53">
                  <a:alpha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E5177"/>
              </a:solidFill>
              <a:effectLst/>
              <a:uLnTx/>
              <a:uFillTx/>
              <a:latin typeface="Segoe UI" panose="020B0502040204020203"/>
              <a:ea typeface="微软雅黑" panose="020B0503020204020204" charset="-122"/>
              <a:cs typeface="+mn-cs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4049486" y="2517885"/>
            <a:ext cx="4093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第一届高校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模板设计大赛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6133678" y="4824918"/>
            <a:ext cx="2545865" cy="10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微信扫码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来聆听模板作者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设计灵感、制作思路</a:t>
            </a:r>
            <a:endParaRPr kumimoji="0" lang="en-US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15419" y="3771974"/>
            <a:ext cx="13817069" cy="399642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83657" y="716939"/>
            <a:ext cx="8824686" cy="1844708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3742050" y="2971888"/>
            <a:ext cx="1983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活动主办：秋叶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6079638" y="2971888"/>
            <a:ext cx="24929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技术支持：微软听听文档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3600610" y="3494767"/>
            <a:ext cx="2318400" cy="2318400"/>
          </a:xfrm>
          <a:prstGeom prst="rect">
            <a:avLst/>
          </a:prstGeom>
          <a:solidFill>
            <a:schemeClr val="bg1"/>
          </a:solidFill>
          <a:ln w="57150">
            <a:solidFill>
              <a:srgbClr val="CB9B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标注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2025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使用说明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模板为作者原创，著作权归作者所有。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您仅可以个人非商业用途使用本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n-cs"/>
              </a:rPr>
              <a:t>未经权利人书面明确授权，不可将信息内容的全部或部分用于出售，或以出租、出借、转让、分销、发布等其他任何方式供他人使用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n-cs"/>
              </a:rPr>
              <a:t>否则将承担法律责任。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尊重知识产权并注重保护用户享有的各项权利。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拥有对本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模板进行展示、报道、宣传及用于市场活动的权利，若在比赛或商业应用过程中发生版权纠纷，其法律责任由作者本人承担。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869" y="1"/>
            <a:ext cx="10849030" cy="74929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869" y="850901"/>
            <a:ext cx="10849031" cy="5283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i="1" spc="300" dirty="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</p:nvPr>
        </p:nvSpPr>
        <p:spPr>
          <a:xfrm>
            <a:off x="4622800" y="6235702"/>
            <a:ext cx="2946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i="0" spc="300" baseline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775700" y="6235702"/>
            <a:ext cx="27432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ea typeface="+mn-ea"/>
                <a:cs typeface="+mn-ea"/>
              </a:rPr>
              <a:t>从高考题看命题导向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1543266" y="3931447"/>
            <a:ext cx="5798382" cy="286232"/>
          </a:xfrm>
        </p:spPr>
        <p:txBody>
          <a:bodyPr/>
          <a:lstStyle/>
          <a:p>
            <a:r>
              <a:rPr lang="en-US" altLang="zh-CN" sz="2000" b="0" spc="150" dirty="0">
                <a:solidFill>
                  <a:schemeClr val="accent1"/>
                </a:solidFill>
                <a:latin typeface="Arial"/>
                <a:cs typeface="+mn-ea"/>
              </a:rPr>
              <a:t>——以2025高考数学压轴为例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zh-CN" altLang="en-US" i="1" spc="300" dirty="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原题目 · 2025年新课标全国Ⅰ卷 数学 第19题（压轴，17分）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2</a:t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60400" y="2780588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题目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　设函数 f(x) = 5cos x − cos 5x.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3140336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(1) 求 f(x) 在区间 [0, π/4] 上的最大值；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3500084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(2) 给定 θ∈(0, π)，a∈ℝ，证明：存在 y∈[a−θ, a+θ]，使得 cos y ≤ cos θ；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400" y="3859832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(3) 设 b∈ℝ，若存在 φ，使得对任意 x∈ℝ 都有 5cos x − cos(5x+φ) ≤ b，求 b 的最小值.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400" y="4219580"/>
            <a:ext cx="10871200" cy="239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0">
                <a:solidFill>
                  <a:srgbClr val="000000"/>
                </a:solidFill>
                <a:latin typeface="Arial"/>
                <a:ea typeface="Microsoft YaHei"/>
              </a:rPr>
              <a:t>（题目表述经多个公开来源交叉核对；三问答案均已通过数值计算独立验证。）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全题信息提取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60400" y="2394761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——三问共用的宏观观察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0400" y="2754509"/>
          <a:ext cx="10871200" cy="2227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8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2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Microsoft YaHei"/>
                        </a:rPr>
                        <a:t>提取的信息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Microsoft YaHei"/>
                        </a:rPr>
                        <a:t>依据与关联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Microsoft YaHei"/>
                        </a:rPr>
                        <a:t>f(x) 是“基频 cos x 与 5 倍频 cos 5x”的叠加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Microsoft YaHei"/>
                        </a:rPr>
                        <a:t>余弦函数是</a:t>
                      </a:r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Microsoft YaHei"/>
                        </a:rPr>
                        <a:t>偶函数</a:t>
                      </a: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Microsoft YaHei"/>
                        </a:rPr>
                        <a:t>、</a:t>
                      </a:r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Microsoft YaHei"/>
                        </a:rPr>
                        <a:t>最小正周期 2π</a:t>
                      </a: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Microsoft YaHei"/>
                        </a:rPr>
                        <a:t>（必修一 §5.4 三角函数的图象与性质）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Microsoft YaHei"/>
                        </a:rPr>
                        <a:t>f(−x) = f(x)，f(x+2π) = f(x)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Microsoft YaHei"/>
                        </a:rPr>
                        <a:t>故 f 在 ℝ 上的值域由 [0, π] 决定——第 (3) 问会用到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Microsoft YaHei"/>
                        </a:rPr>
                        <a:t>三问梯度设计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Microsoft YaHei"/>
                        </a:rPr>
                        <a:t>(1) 具体区间最值（提供数值 3√3 与“求导+和差化积”工具）→ (2) 关于余弦值分布的</a:t>
                      </a:r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  <a:ea typeface="Microsoft YaHei"/>
                        </a:rPr>
                        <a:t>存在性引理</a:t>
                      </a:r>
                      <a:r>
                        <a:rPr sz="1600" b="0">
                          <a:solidFill>
                            <a:srgbClr val="000000"/>
                          </a:solidFill>
                          <a:latin typeface="Arial"/>
                          <a:ea typeface="Microsoft YaHei"/>
                        </a:rPr>
                        <a:t> → (3) 含参恒成立问题，恰好需要用 (1) 的结论做上界、用 (2) 的引理做下界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第(1)问 · 信息提取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60400" y="1000000"/>
            <a:ext cx="10871200" cy="539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>
                <a:solidFill>
                  <a:srgbClr val="FF0000"/>
                </a:solidFill>
                <a:latin typeface="Arial"/>
                <a:ea typeface="Microsoft YaHei"/>
              </a:rPr>
              <a:t>(1) 求 f(x) 在区间 [0, π/4] 上的最大值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3247759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• </a:t>
            </a: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条件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：闭区间 [0, π/4]；f 由基本初等函数复合而成，连续且可导。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3607507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• </a:t>
            </a: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目标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：最大值 → 闭区间上连续函数的最值只可能出现在</a:t>
            </a: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端点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或</a:t>
            </a: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驻点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400" y="3967255"/>
            <a:ext cx="10871200" cy="284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>
                <a:solidFill>
                  <a:srgbClr val="000000"/>
                </a:solidFill>
                <a:latin typeface="Arial"/>
                <a:ea typeface="Microsoft YaHei"/>
              </a:rPr>
              <a:t>【关联：选必二 §5.3“导数在研究函数中的应用——最值”】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400" y="4282045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• </a:t>
            </a: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策略选择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：求导 → 化乘积形式判号 → 单调性 → 比较候选点。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第(1)问 · 推导 第 1 步：求导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60400" y="1000000"/>
            <a:ext cx="10871200" cy="539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>
                <a:solidFill>
                  <a:srgbClr val="FF0000"/>
                </a:solidFill>
                <a:latin typeface="Arial"/>
                <a:ea typeface="Microsoft YaHei"/>
              </a:rPr>
              <a:t>(1) 求 f(x) 在区间 [0, π/4] 上的最大值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3410107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第 1 步：求导。</a:t>
            </a:r>
          </a:p>
        </p:txBody>
      </p:sp>
      <p:pic>
        <p:nvPicPr>
          <p:cNvPr id="7" name="Picture 6" descr="f1_der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244" y="3769855"/>
            <a:ext cx="5239512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0400" y="4164655"/>
            <a:ext cx="10871200" cy="284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>
                <a:solidFill>
                  <a:srgbClr val="000000"/>
                </a:solidFill>
                <a:latin typeface="Arial"/>
                <a:ea typeface="Microsoft YaHei"/>
              </a:rPr>
              <a:t>【关联：基本初等函数导数公式 (cos x)′ = −sin x，以及复合函数求导法则 (cos 5x)′ = −5sin 5x——选必二 §5.2 导数的运算】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第(1)问 · 推导 第 2 步：和差化积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60400" y="1000000"/>
            <a:ext cx="10871200" cy="539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>
                <a:solidFill>
                  <a:srgbClr val="FF0000"/>
                </a:solidFill>
                <a:latin typeface="Arial"/>
                <a:ea typeface="Microsoft YaHei"/>
              </a:rPr>
              <a:t>(1) 求 f(x) 在区间 [0, π/4] 上的最大值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3297712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第 2 步：和差化积，化为乘积。</a:t>
            </a:r>
          </a:p>
        </p:txBody>
      </p:sp>
      <p:pic>
        <p:nvPicPr>
          <p:cNvPr id="7" name="Picture 6" descr="f2_pr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784" y="3657460"/>
            <a:ext cx="4980432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0400" y="4052260"/>
            <a:ext cx="10871200" cy="509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>
                <a:solidFill>
                  <a:srgbClr val="000000"/>
                </a:solidFill>
                <a:latin typeface="Arial"/>
                <a:ea typeface="Microsoft YaHei"/>
              </a:rPr>
              <a:t>【关联：和差化积公式 sin α − sin β = 2cos (α+β)/2 · sin (α−β)/2——必修一 §5.5 三角恒等变换（人教 A 版必修第一册 P225）。</a:t>
            </a:r>
            <a:r>
              <a:rPr sz="1500" b="1">
                <a:solidFill>
                  <a:srgbClr val="000000"/>
                </a:solidFill>
                <a:latin typeface="Arial"/>
                <a:ea typeface="Microsoft YaHei"/>
              </a:rPr>
              <a:t>目的</a:t>
            </a:r>
            <a:r>
              <a:rPr sz="1500" b="0">
                <a:solidFill>
                  <a:srgbClr val="000000"/>
                </a:solidFill>
                <a:latin typeface="Arial"/>
                <a:ea typeface="Microsoft YaHei"/>
              </a:rPr>
              <a:t>：乘积形式中每个因子的符号都可由 y = cos x、y = sin x 的图象直接读出，这是判断导数符号的关键技巧】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第(1)问 · 推导 第 3 步：求驻点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60400" y="1000000"/>
            <a:ext cx="10871200" cy="539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>
                <a:solidFill>
                  <a:srgbClr val="FF0000"/>
                </a:solidFill>
                <a:latin typeface="Arial"/>
                <a:ea typeface="Microsoft YaHei"/>
              </a:rPr>
              <a:t>(1) 求 f(x) 在区间 [0, π/4] 上的最大值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3292759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第 3 步：求驻点。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3652507"/>
            <a:ext cx="10871200" cy="59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在 (0, π/4) 内，f′(x) = 0 ⟺ cos 3x = 0 或 sin 2x = 0，得 x = π/6（sin 2x = 0 在给定区间内只产生端点 x = 0）。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400" y="4282003"/>
            <a:ext cx="10871200" cy="284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>
                <a:solidFill>
                  <a:srgbClr val="000000"/>
                </a:solidFill>
                <a:latin typeface="Arial"/>
                <a:ea typeface="Microsoft YaHei"/>
              </a:rPr>
              <a:t>【关联：特殊角的三角函数值与简单三角方程求解——必修一 §5.1、§5.4；注意“在区间内筛选解”体现了对定义域的自觉意识】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第(1)问 · 推导 第 4 步：符号分析定单调性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60400" y="1000000"/>
            <a:ext cx="10871200" cy="539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>
                <a:solidFill>
                  <a:srgbClr val="FF0000"/>
                </a:solidFill>
                <a:latin typeface="Arial"/>
                <a:ea typeface="Microsoft YaHei"/>
              </a:rPr>
              <a:t>(1) 求 f(x) 在区间 [0, π/4] 上的最大值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3112885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第 4 步：符号分析定单调性。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3472633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• 当 x∈(0, π/6)：3x∈(0, π/2) ⟹ cos 3x &gt; 0；2x∈(0, π/3) ⟹ sin 2x &gt; 0，故 f′(x) &gt; 0，f </a:t>
            </a: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单调递增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400" y="3832381"/>
            <a:ext cx="10871200" cy="59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• 当 x∈(π/6, π/4)：3x∈(π/2, 3π/4) ⟹ cos 3x &lt; 0；2x∈(π/3, π/2) ⟹ sin 2x &gt; 0，故 f′(x) &lt; 0，f </a:t>
            </a: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单调递减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400" y="4461877"/>
            <a:ext cx="10871200" cy="284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>
                <a:solidFill>
                  <a:srgbClr val="000000"/>
                </a:solidFill>
                <a:latin typeface="Arial"/>
                <a:ea typeface="Microsoft YaHei"/>
              </a:rPr>
              <a:t>【关联：导数符号 ⟺ 函数单调性——选必二 §5.3；各因子符号来自正弦、余弦曲线在各象限的符号——必修一 §5.4】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第(1)问 · 推导 第 5 步：计算最大值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60400" y="1000000"/>
            <a:ext cx="10871200" cy="539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>
                <a:solidFill>
                  <a:srgbClr val="FF0000"/>
                </a:solidFill>
                <a:latin typeface="Arial"/>
                <a:ea typeface="Microsoft YaHei"/>
              </a:rPr>
              <a:t>(1) 求 f(x) 在区间 [0, π/4] 上的最大值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3350671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第 5 步：计算最大值。</a:t>
            </a:r>
          </a:p>
        </p:txBody>
      </p:sp>
      <p:pic>
        <p:nvPicPr>
          <p:cNvPr id="7" name="Picture 6" descr="f3_m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3710419"/>
            <a:ext cx="5480304" cy="423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0400" y="4224091"/>
            <a:ext cx="10871200" cy="284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>
                <a:solidFill>
                  <a:srgbClr val="000000"/>
                </a:solidFill>
                <a:latin typeface="Arial"/>
                <a:ea typeface="Microsoft YaHei"/>
              </a:rPr>
              <a:t>【关联：特殊角函数值 + 诱导公式 cos(π−α) = −cos α——必修一 §5.3】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第(1)问 · 另解（供拓展）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60400" y="1000000"/>
            <a:ext cx="10871200" cy="539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>
                <a:solidFill>
                  <a:srgbClr val="FF0000"/>
                </a:solidFill>
                <a:latin typeface="Arial"/>
                <a:ea typeface="Microsoft YaHei"/>
              </a:rPr>
              <a:t>(1) 求 f(x) 在区间 [0, π/4] 上的最大值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3112885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另解（供拓展）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3472633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由三倍角、二倍角公式递推可得 cos 5x = 16cos⁵x − 20cos³x + 5cos x，于是 f(x) = 20cos³x − 16cos⁵x。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400" y="3832381"/>
            <a:ext cx="10871200" cy="59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令 t = cos x ∈ [√2/2, 1]，g(t) = 20t³ − 16t⁵，g′(t) = 20t²(3 − 4t²)，驻点 t = √3/2，同样得 g(√3/2) = 3√3。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400" y="4461877"/>
            <a:ext cx="10871200" cy="284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>
                <a:solidFill>
                  <a:srgbClr val="000000"/>
                </a:solidFill>
                <a:latin typeface="Arial"/>
                <a:ea typeface="Microsoft YaHei"/>
              </a:rPr>
              <a:t>【关联：cos 3x = 4cos³x − 3cos x 是教材经典习题；换元化归为多项式函数求最值——函数与方程思想】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第(2)问 · 信息提取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60400" y="1000000"/>
            <a:ext cx="10871200" cy="1019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>
                <a:solidFill>
                  <a:srgbClr val="FF0000"/>
                </a:solidFill>
                <a:latin typeface="Arial"/>
                <a:ea typeface="Microsoft YaHei"/>
              </a:rPr>
              <a:t>(2) 给定 θ∈(0, π)，a∈ℝ，证明：存在 y∈[a−θ, a+θ]，使得 cos y ≤ cos 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2405369"/>
            <a:ext cx="10871200" cy="59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• </a:t>
            </a: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条件的“任意性”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：θ∈(0, π) 与 a∈ℝ 都是任意的 ⟹ 区间 [a−θ, a+θ] 是</a:t>
            </a: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数轴上任意放置的、长度为 2θ 的闭区间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3034865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• </a:t>
            </a: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结论的翻译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：命题等价于——“任何长度为 2θ 的闭区间，都必然含有使 cos y ≤ cos θ 的点”。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400" y="3394613"/>
            <a:ext cx="10871200" cy="59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• </a:t>
            </a: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关键刻画（本问核心）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：在 [−π, π] 上，由 y = cos x 是偶函数且在 [0, π] 上单调递减，cos y &gt; cos θ ⟺ |y| &lt; θ；再由周期性（2π），</a:t>
            </a:r>
          </a:p>
        </p:txBody>
      </p:sp>
      <p:pic>
        <p:nvPicPr>
          <p:cNvPr id="9" name="Picture 8" descr="f4_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6788" y="4024109"/>
            <a:ext cx="5678424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0400" y="4479869"/>
            <a:ext cx="10871200" cy="509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>
                <a:solidFill>
                  <a:srgbClr val="000000"/>
                </a:solidFill>
                <a:latin typeface="Arial"/>
                <a:ea typeface="Microsoft YaHei"/>
              </a:rPr>
              <a:t>【关联：必修一 §5.4——余弦函数的奇偶性、单调性、周期性综合。注意这里把“否定结论”的解集结构完全写出来：</a:t>
            </a:r>
            <a:r>
              <a:rPr sz="1500" b="1">
                <a:solidFill>
                  <a:srgbClr val="000000"/>
                </a:solidFill>
                <a:latin typeface="Arial"/>
                <a:ea typeface="Microsoft YaHei"/>
              </a:rPr>
              <a:t>一系列长度为 2θ 的开区间，两两不相交</a:t>
            </a:r>
            <a:r>
              <a:rPr sz="1500" b="0">
                <a:solidFill>
                  <a:srgbClr val="000000"/>
                </a:solidFill>
                <a:latin typeface="Arial"/>
                <a:ea typeface="Microsoft YaHei"/>
              </a:rPr>
              <a:t>（因 2θ &lt; 2π，相邻开区间之间有长度 2π−2θ &gt; 0 的空隙）】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400" y="5019449"/>
            <a:ext cx="10871200" cy="59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• </a:t>
            </a: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方法选择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：直接构造 y 困难（a 任意），而否定结论后区间必须“整个躲进”某个等长的开区间——这明显不可能，故用</a:t>
            </a: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反证法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400" y="5648945"/>
            <a:ext cx="10871200" cy="284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>
                <a:solidFill>
                  <a:srgbClr val="000000"/>
                </a:solidFill>
                <a:latin typeface="Arial"/>
                <a:ea typeface="Microsoft YaHei"/>
              </a:rPr>
              <a:t>【关联：正难则反；反证法——常用逻辑用语】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第(2)问 · 证明 第 1 步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60400" y="1000000"/>
            <a:ext cx="10871200" cy="1019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>
                <a:solidFill>
                  <a:srgbClr val="FF0000"/>
                </a:solidFill>
                <a:latin typeface="Arial"/>
                <a:ea typeface="Microsoft YaHei"/>
              </a:rPr>
              <a:t>(2) 给定 θ∈(0, π)，a∈ℝ，证明：存在 y∈[a−θ, a+θ]，使得 cos y ≤ cos 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3532535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假设结论不成立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，即对任意 y∈[a−θ, a+θ]，都有 cos y &gt; cos θ。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3892283"/>
            <a:ext cx="10871200" cy="59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第 1 步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：特别地，在中点 y = a 处有 cos a &gt; cos θ。由上述解集刻画，存在 k∈ℤ 使 a∈(2kπ−θ, 2kπ+θ)，即 |a − 2kπ| &lt; θ。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400" y="4521779"/>
            <a:ext cx="10871200" cy="284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>
                <a:solidFill>
                  <a:srgbClr val="000000"/>
                </a:solidFill>
                <a:latin typeface="Arial"/>
                <a:ea typeface="Microsoft YaHei"/>
              </a:rPr>
              <a:t>【关联：把函数值不等式还原为角的范围——三角函数图象性质的运用，同上】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第(2)问 · 证明 第 2 步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60400" y="1000000"/>
            <a:ext cx="10871200" cy="1019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>
                <a:solidFill>
                  <a:srgbClr val="FF0000"/>
                </a:solidFill>
                <a:latin typeface="Arial"/>
                <a:ea typeface="Microsoft YaHei"/>
              </a:rPr>
              <a:t>(2) 给定 θ∈(0, π)，a∈ℝ，证明：存在 y∈[a−θ, a+θ]，使得 cos y ≤ cos 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3105392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第 2 步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：断言</a:t>
            </a: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整个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闭区间 [a−θ, a+θ] ⊆ (2kπ−θ, 2kπ+θ)。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3465140"/>
            <a:ext cx="10871200" cy="59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事实上，若左端点 a−θ 落在另一段 (2jπ−θ, 2jπ+θ)（j ≤ k−1）中，则 a−θ &lt; 2jπ+θ ≤ 2kπ−2π+θ &lt; 2kπ−θ（用到 θ &lt; π）。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400" y="4094636"/>
            <a:ext cx="10871200" cy="59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于是点 2kπ−θ ∈ [a−θ, a] ⊆ [a−θ, a+θ]，但该点处 cos(2kπ−θ) = cos θ，并不满足严格大于 cos θ，与假设矛盾。右端点同理。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400" y="4724132"/>
            <a:ext cx="10871200" cy="509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>
                <a:solidFill>
                  <a:srgbClr val="000000"/>
                </a:solidFill>
                <a:latin typeface="Arial"/>
                <a:ea typeface="Microsoft YaHei"/>
              </a:rPr>
              <a:t>【关联：诱导公式 cos(2kπ−θ) = cos θ（周期性与偶性）——必修一 §5.3；“闭区间是连续的一段、不能跨越空隙跳到另一段”是区间连通性的直观表述——必修一区间概念与数形结合思想】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第(2)问 · 证明 第 3 步（导出矛盾）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60400" y="1000000"/>
            <a:ext cx="10871200" cy="1019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>
                <a:solidFill>
                  <a:srgbClr val="FF0000"/>
                </a:solidFill>
                <a:latin typeface="Arial"/>
                <a:ea typeface="Microsoft YaHei"/>
              </a:rPr>
              <a:t>(2) 给定 θ∈(0, π)，a∈ℝ，证明：存在 y∈[a−θ, a+θ]，使得 cos y ≤ cos 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3487535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第 3 步（导出矛盾）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：由第 2 步，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3847283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a − θ &gt; 2kπ − θ ⟹ a &gt; 2kπ；　　a + θ &lt; 2kπ + θ ⟹ a &lt; 2kπ.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400" y="4207031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二者矛盾。故假设不成立，原命题得证。■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400" y="4566779"/>
            <a:ext cx="10871200" cy="284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>
                <a:solidFill>
                  <a:srgbClr val="000000"/>
                </a:solidFill>
                <a:latin typeface="Arial"/>
                <a:ea typeface="Microsoft YaHei"/>
              </a:rPr>
              <a:t>【关联：不等式的基本性质——必修一 §2.1】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第(2)问 · 几何意义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60400" y="1000000"/>
            <a:ext cx="10871200" cy="1019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>
                <a:solidFill>
                  <a:srgbClr val="FF0000"/>
                </a:solidFill>
                <a:latin typeface="Arial"/>
                <a:ea typeface="Microsoft YaHei"/>
              </a:rPr>
              <a:t>(2) 给定 θ∈(0, π)，a∈ℝ，证明：存在 y∈[a−θ, a+θ]，使得 cos y ≤ cos 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3510056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本问的几何意义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3869804"/>
            <a:ext cx="10871200" cy="59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余弦曲线“高于 cos θ”的最长连续弧段长度恰为 2θ（开区间）；因此长度 ≥ 2θ 的闭区间必“撞上”满足 cos y ≤ cos θ 的点。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400" y="4499300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这正是第 (3) 问的钥匙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——命题的梯度设计意图在此显现。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第(3)问 · 信息提取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60400" y="1000000"/>
            <a:ext cx="10871200" cy="1019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>
                <a:solidFill>
                  <a:srgbClr val="FF0000"/>
                </a:solidFill>
                <a:latin typeface="Arial"/>
                <a:ea typeface="Microsoft YaHei"/>
              </a:rPr>
              <a:t>(3) 设 b∈ℝ，若存在 φ，使得对任意 x∈ℝ 都有 5cos x − cos(5x+φ) ≤ b，求 b 的最小值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2793989"/>
            <a:ext cx="10871200" cy="59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• </a:t>
            </a: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逻辑结构转化（首要一步）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：记 F_φ(x) = 5cos x − cos(5x+φ)。“存在 φ，使对任意 x∈ℝ，F_φ(x) ≤ b” ⟺ “b ≥ max F_φ(x) 对某个 φ 成立”。因此</a:t>
            </a:r>
          </a:p>
        </p:txBody>
      </p:sp>
      <p:pic>
        <p:nvPicPr>
          <p:cNvPr id="7" name="Picture 6" descr="f5_minm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728" y="3423485"/>
            <a:ext cx="3590544" cy="3078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0400" y="3821333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即</a:t>
            </a: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“先对 x 取最大、再对 φ 取最小”的双重最值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400" y="4181081"/>
            <a:ext cx="10871200" cy="284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>
                <a:solidFill>
                  <a:srgbClr val="000000"/>
                </a:solidFill>
                <a:latin typeface="Arial"/>
                <a:ea typeface="Microsoft YaHei"/>
              </a:rPr>
              <a:t>【关联：全称量词与存在量词命题的等价转化——必修一 §1.5；恒成立问题化归为最值问题——高考通法】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" y="4495871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• </a:t>
            </a: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候选答案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：由 (1) 问，φ = 0 时 F₀ = f，自然猜想 b_min = 3√3。需证两面：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400" y="4855619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　(i) </a:t>
            </a: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上界可达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：φ = 0 时 max f(x) = 3√3（x∈ℝ）⟹ b_min ≤ 3√3；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400" y="5215367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　(ii) </a:t>
            </a: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下界不可越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：对</a:t>
            </a: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任意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 φ，max F_φ(x) ≥ 3√3 ⟹ b_min ≥ 3√3。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第(3)问 · 推导(i) 第 1 步：缩小区间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60400" y="1000000"/>
            <a:ext cx="10871200" cy="1019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>
                <a:solidFill>
                  <a:srgbClr val="FF0000"/>
                </a:solidFill>
                <a:latin typeface="Arial"/>
                <a:ea typeface="Microsoft YaHei"/>
              </a:rPr>
              <a:t>(3) 设 b∈ℝ，若存在 φ，使得对任意 x∈ℝ 都有 5cos x − cos(5x+φ) ≤ b，求 b 的最小值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3667409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推导 (i)：证明 φ = 0 时 f 在 ℝ 上的最大值为 3√3。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4027157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第 1 步：缩小区间。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 f 是偶函数且周期为 2π，故 f 在 ℝ 上的值域 = 在 [0, π] 上的值域。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400" y="4386905"/>
            <a:ext cx="10871200" cy="284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>
                <a:solidFill>
                  <a:srgbClr val="000000"/>
                </a:solidFill>
                <a:latin typeface="Arial"/>
                <a:ea typeface="Microsoft YaHei"/>
              </a:rPr>
              <a:t>【关联：偶函数图象关于 y 轴对称 + 周期性——必修一 §3.2、§5.4；这是“化无限为有限”的化归思想】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第(3)问 · 推导(i) 第 2 步：单调性分析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18</a:t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60400" y="1000000"/>
            <a:ext cx="10871200" cy="1019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>
                <a:solidFill>
                  <a:srgbClr val="FF0000"/>
                </a:solidFill>
                <a:latin typeface="Arial"/>
                <a:ea typeface="Microsoft YaHei"/>
              </a:rPr>
              <a:t>(3) 设 b∈ℝ，若存在 φ，使得对任意 x∈ℝ 都有 5cos x − cos(5x+φ) ≤ b，求 b 的最小值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3200684"/>
            <a:ext cx="10871200" cy="59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第 2 步：单调性分析。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 由 (1) 问方法，f′(x) = 10 sin 2x cos 3x。在 [0, π] 上驻点为 x = π/6、π/2、5π/6，符号分析得：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46000" y="3830180"/>
          <a:ext cx="8500000" cy="74980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2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Microsoft YaHei"/>
                        </a:rPr>
                        <a:t>区间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Microsoft YaHei"/>
                        </a:rPr>
                        <a:t>(0, π/6)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Microsoft YaHei"/>
                        </a:rPr>
                        <a:t>(π/6, 5π/6)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Microsoft YaHei"/>
                        </a:rPr>
                        <a:t>(5π/6, π)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Microsoft YaHei"/>
                        </a:rPr>
                        <a:t>f′(x)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Microsoft YaHei"/>
                        </a:rPr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Microsoft YaHei"/>
                        </a:rPr>
                        <a:t>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Microsoft YaHei"/>
                        </a:rPr>
                        <a:t>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60400" y="4628840"/>
            <a:ext cx="10871200" cy="509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>
                <a:solidFill>
                  <a:srgbClr val="000000"/>
                </a:solidFill>
                <a:latin typeface="Arial"/>
                <a:ea typeface="Microsoft YaHei"/>
              </a:rPr>
              <a:t>【关联：同第 (1) 问——和差化积 + 各因子符号由三角函数图象读出；此处区间变长，需逐一检查 sin 2x、cos 3x 在 (π/2, 5π/6)、(5π/6, π) 等段的符号，是对第 (1) 问方法的完整升级】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第(3)问 · 推导(i) 第 3 步：比较候选值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19</a:t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60400" y="1000000"/>
            <a:ext cx="10871200" cy="1019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>
                <a:solidFill>
                  <a:srgbClr val="FF0000"/>
                </a:solidFill>
                <a:latin typeface="Arial"/>
                <a:ea typeface="Microsoft YaHei"/>
              </a:rPr>
              <a:t>(3) 设 b∈ℝ，若存在 φ，使得对任意 x∈ℝ 都有 5cos x − cos(5x+φ) ≤ b，求 b 的最小值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3307661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第 3 步：比较候选值。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3667409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f(0) = 4，　f(π/6) = 3√3（</a:t>
            </a: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极大值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），　f(5π/6) = −3√3（</a:t>
            </a: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极小值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），　f(π) = −4.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400" y="4027157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因 3√3 &gt; 4（27 &gt; 16），故 max f(x) = 3√3（x∈ℝ）。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400" y="4386905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取 φ = 0，则 F₀(x) = f(x) ≤ 3√3 对一切 x 成立 ⟹ </a:t>
            </a: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b_min ≤ 3√3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" y="4746653"/>
            <a:ext cx="10871200" cy="284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>
                <a:solidFill>
                  <a:srgbClr val="000000"/>
                </a:solidFill>
                <a:latin typeface="Arial"/>
                <a:ea typeface="Microsoft YaHei"/>
              </a:rPr>
              <a:t>【关联：闭区间最值在端点与极值点中比较产生——选必二 §5.3】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第(3)问 · 推导(ii) 第 1 步：目标的充分化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20</a:t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60400" y="1000000"/>
            <a:ext cx="10871200" cy="1019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>
                <a:solidFill>
                  <a:srgbClr val="FF0000"/>
                </a:solidFill>
                <a:latin typeface="Arial"/>
                <a:ea typeface="Microsoft YaHei"/>
              </a:rPr>
              <a:t>(3) 设 b∈ℝ，若存在 φ，使得对任意 x∈ℝ 都有 5cos x − cos(5x+φ) ≤ b，求 b 的最小值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3410573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推导 (ii)：证明对任意 φ，都有 max F_φ(x) ≥ 3√3。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3770321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第 1 步：目标的充分化。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 欲找 x 使 5cos x − cos(5x+φ) ≥ 3√3 = 5·(√3/2) + √3/2，只需</a:t>
            </a: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同时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满足</a:t>
            </a:r>
          </a:p>
        </p:txBody>
      </p:sp>
      <p:pic>
        <p:nvPicPr>
          <p:cNvPr id="8" name="Picture 7" descr="f6_su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280" y="4130069"/>
            <a:ext cx="6187440" cy="4236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0400" y="4643741"/>
            <a:ext cx="10871200" cy="284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>
                <a:solidFill>
                  <a:srgbClr val="000000"/>
                </a:solidFill>
                <a:latin typeface="Arial"/>
                <a:ea typeface="Microsoft YaHei"/>
              </a:rPr>
              <a:t>【关联：不等式同向可加性——必修一 §2.1；把目标值 3√3 拆回“5 份 + 1 份”，正是看出 f 的结构（系数 5 与 1）之后的自然放缩设计】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第(3)问 · 推导(ii) 第 2 步：调用第(2)问引理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21</a:t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60400" y="1000000"/>
            <a:ext cx="10871200" cy="1019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>
                <a:solidFill>
                  <a:srgbClr val="FF0000"/>
                </a:solidFill>
                <a:latin typeface="Arial"/>
                <a:ea typeface="Microsoft YaHei"/>
              </a:rPr>
              <a:t>(3) 设 b∈ℝ，若存在 φ，使得对任意 x∈ℝ 都有 5cos x − cos(5x+φ) ≤ b，求 b 的最小值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3590447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第 2 步：调用第 (2) 问引理。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 在第 (2) 问中取 θ = 5π/6 ∈ (0, π)，a = φ，则存在</a:t>
            </a:r>
          </a:p>
        </p:txBody>
      </p:sp>
      <p:pic>
        <p:nvPicPr>
          <p:cNvPr id="7" name="Picture 6" descr="f7_lem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0816" y="3950195"/>
            <a:ext cx="5230368" cy="423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0400" y="4463867"/>
            <a:ext cx="10871200" cy="284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>
                <a:solidFill>
                  <a:srgbClr val="000000"/>
                </a:solidFill>
                <a:latin typeface="Arial"/>
                <a:ea typeface="Microsoft YaHei"/>
              </a:rPr>
              <a:t>【关联：第 (2) 问的引理保证“无论 φ 是多少”，总能在指定位置找到余弦值足够小的 y——这就是“任意 φ 都行”的证明力量来源】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第(3)问 · 推导(ii) 第 3 步：构造 x₀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22</a:t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60400" y="1000000"/>
            <a:ext cx="10871200" cy="1019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>
                <a:solidFill>
                  <a:srgbClr val="FF0000"/>
                </a:solidFill>
                <a:latin typeface="Arial"/>
                <a:ea typeface="Microsoft YaHei"/>
              </a:rPr>
              <a:t>(3) 设 b∈ℝ，若存在 φ，使得对任意 x∈ℝ 都有 5cos x − cos(5x+φ) ≤ b，求 b 的最小值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3298178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第 3 步：构造满足条件的 x₀。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 令 x₀ = (y − φ)/5，则</a:t>
            </a:r>
          </a:p>
        </p:txBody>
      </p:sp>
      <p:pic>
        <p:nvPicPr>
          <p:cNvPr id="7" name="Picture 6" descr="f8_x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3657926"/>
            <a:ext cx="3688080" cy="423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0400" y="4171598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且 5x₀ + φ = y，故 cos(5x₀ + φ) = cos y ≤ −√3/2。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400" y="4531346"/>
            <a:ext cx="10871200" cy="509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>
                <a:solidFill>
                  <a:srgbClr val="000000"/>
                </a:solidFill>
                <a:latin typeface="Arial"/>
                <a:ea typeface="Microsoft YaHei"/>
              </a:rPr>
              <a:t>【关联：|x₀| ≤ π/6 ⟹ cos x₀ ≥ cos(π/6)，依据是余弦函数的</a:t>
            </a:r>
            <a:r>
              <a:rPr sz="1500" b="1">
                <a:solidFill>
                  <a:srgbClr val="000000"/>
                </a:solidFill>
                <a:latin typeface="Arial"/>
                <a:ea typeface="Microsoft YaHei"/>
              </a:rPr>
              <a:t>偶性</a:t>
            </a:r>
            <a:r>
              <a:rPr sz="1500" b="0">
                <a:solidFill>
                  <a:srgbClr val="000000"/>
                </a:solidFill>
                <a:latin typeface="Arial"/>
                <a:ea typeface="Microsoft YaHei"/>
              </a:rPr>
              <a:t>与在 [0, π] 上的</a:t>
            </a:r>
            <a:r>
              <a:rPr sz="1500" b="1">
                <a:solidFill>
                  <a:srgbClr val="000000"/>
                </a:solidFill>
                <a:latin typeface="Arial"/>
                <a:ea typeface="Microsoft YaHei"/>
              </a:rPr>
              <a:t>单调递减</a:t>
            </a:r>
            <a:r>
              <a:rPr sz="1500" b="0">
                <a:solidFill>
                  <a:srgbClr val="000000"/>
                </a:solidFill>
                <a:latin typeface="Arial"/>
                <a:ea typeface="Microsoft YaHei"/>
              </a:rPr>
              <a:t>——必修一 §5.4；除以 5 的换元呼应了 cos 5x 中“5 倍角”的结构——函数观点下的换元思想】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第(3)问 · 推导(ii) 第 4 步：合并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23</a:t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60400" y="1000000"/>
            <a:ext cx="10871200" cy="1019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>
                <a:solidFill>
                  <a:srgbClr val="FF0000"/>
                </a:solidFill>
                <a:latin typeface="Arial"/>
                <a:ea typeface="Microsoft YaHei"/>
              </a:rPr>
              <a:t>(3) 设 b∈ℝ，若存在 φ，使得对任意 x∈ℝ 都有 5cos x − cos(5x+φ) ≤ b，求 b 的最小值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3569492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第 4 步：合并。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 对这个 x₀，</a:t>
            </a:r>
          </a:p>
        </p:txBody>
      </p:sp>
      <p:pic>
        <p:nvPicPr>
          <p:cNvPr id="7" name="Picture 6" descr="f9_me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152" y="3929240"/>
            <a:ext cx="6711696" cy="420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0400" y="4439864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故对任意 φ，max F_φ(x) ≥ 3√3，即任何满足条件的 b 都有 b ≥ 3√3 ⟹ </a:t>
            </a: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b_min ≥ 3√3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第(3)问 · 结论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24</a:t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60400" y="1000000"/>
            <a:ext cx="10871200" cy="1019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>
                <a:solidFill>
                  <a:srgbClr val="FF0000"/>
                </a:solidFill>
                <a:latin typeface="Arial"/>
                <a:ea typeface="Microsoft YaHei"/>
              </a:rPr>
              <a:t>(3) 设 b∈ℝ，若存在 φ，使得对任意 x∈ℝ 都有 5cos x − cos(5x+φ) ≤ b，求 b 的最小值</a:t>
            </a:r>
          </a:p>
        </p:txBody>
      </p:sp>
      <p:pic>
        <p:nvPicPr>
          <p:cNvPr id="6" name="Picture 5" descr="f10_b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820" y="3704789"/>
            <a:ext cx="2118360" cy="5547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0400" y="4349525"/>
            <a:ext cx="10871200" cy="284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>
                <a:solidFill>
                  <a:srgbClr val="000000"/>
                </a:solidFill>
                <a:latin typeface="Arial"/>
                <a:ea typeface="Microsoft YaHei"/>
              </a:rPr>
              <a:t>【关联：数值验证：对 φ 取遍 [0, 2π] 的 721 个采样点计算 max F_φ(x)，最小值在 φ = 0 处取得，恰为 3√3 ≈ 5.196，与推导一致。】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全题回顾 · 三问的逻辑闭环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25</a:t>
            </a:fld>
            <a:endParaRPr lang="zh-CN" altLang="en-US" dirty="0"/>
          </a:p>
        </p:txBody>
      </p:sp>
      <p:pic>
        <p:nvPicPr>
          <p:cNvPr id="5" name="Picture 4" descr="code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068" y="2374484"/>
            <a:ext cx="5769864" cy="108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0400" y="3546524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• </a:t>
            </a: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(1) → (3)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：猜想与上界的来源；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3906272"/>
            <a:ext cx="10871200" cy="32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• </a:t>
            </a: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(2) → (3)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：下界的证明工具，取 θ = 5π/6、a = φ 是关键配合；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400" y="4266020"/>
            <a:ext cx="10871200" cy="59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• </a:t>
            </a:r>
            <a:r>
              <a:rPr sz="1800" b="1">
                <a:solidFill>
                  <a:srgbClr val="000000"/>
                </a:solidFill>
                <a:latin typeface="Arial"/>
                <a:ea typeface="Microsoft YaHei"/>
              </a:rPr>
              <a:t>核心素养</a:t>
            </a:r>
            <a:r>
              <a:rPr sz="1800" b="0">
                <a:solidFill>
                  <a:srgbClr val="000000"/>
                </a:solidFill>
                <a:latin typeface="Arial"/>
                <a:ea typeface="Microsoft YaHei"/>
              </a:rPr>
              <a:t>：三角函数图象性质（周期性、奇偶性、单调性）× 导数工具 × 量词逻辑转化，全部落在高中教材范围内，体现了“立足教材、着眼思维”的命题导向。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SEU">
      <a:dk1>
        <a:sysClr val="windowText" lastClr="000000"/>
      </a:dk1>
      <a:lt1>
        <a:sysClr val="window" lastClr="FFFFFF"/>
      </a:lt1>
      <a:dk2>
        <a:srgbClr val="44546A"/>
      </a:dk2>
      <a:lt2>
        <a:srgbClr val="E3E1DD"/>
      </a:lt2>
      <a:accent1>
        <a:srgbClr val="445437"/>
      </a:accent1>
      <a:accent2>
        <a:srgbClr val="FFCC00"/>
      </a:accent2>
      <a:accent3>
        <a:srgbClr val="2872A1"/>
      </a:accent3>
      <a:accent4>
        <a:srgbClr val="FCB322"/>
      </a:accent4>
      <a:accent5>
        <a:srgbClr val="EA6C00"/>
      </a:accent5>
      <a:accent6>
        <a:srgbClr val="70AD47"/>
      </a:accent6>
      <a:hlink>
        <a:srgbClr val="0563C1"/>
      </a:hlink>
      <a:folHlink>
        <a:srgbClr val="954F72"/>
      </a:folHlink>
    </a:clrScheme>
    <a:fontScheme name="htvr4vcz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2700"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2700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2944</Words>
  <Application>Microsoft Office PowerPoint</Application>
  <PresentationFormat>宽屏</PresentationFormat>
  <Paragraphs>190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5" baseType="lpstr">
      <vt:lpstr>等线</vt:lpstr>
      <vt:lpstr>Microsoft YaHei</vt:lpstr>
      <vt:lpstr>Microsoft YaHei</vt:lpstr>
      <vt:lpstr>Arial</vt:lpstr>
      <vt:lpstr>Calibri</vt:lpstr>
      <vt:lpstr>Century Gothic</vt:lpstr>
      <vt:lpstr>Segoe UI</vt:lpstr>
      <vt:lpstr>Segoe UI Light</vt:lpstr>
      <vt:lpstr>Office 主题​​</vt:lpstr>
      <vt:lpstr>2_OfficePLUS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GTD0402</dc:creator>
  <cp:lastModifiedBy>名 姓</cp:lastModifiedBy>
  <cp:revision>32</cp:revision>
  <dcterms:created xsi:type="dcterms:W3CDTF">2019-03-11T14:11:00Z</dcterms:created>
  <dcterms:modified xsi:type="dcterms:W3CDTF">2026-10-15T04:24:27Z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v-yunxl@microsoft.com</vt:lpwstr>
  </property>
  <property fmtid="{D5CDD505-2E9C-101B-9397-08002B2CF9AE}" pid="5" name="MSIP_Label_f42aa342-8706-4288-bd11-ebb85995028c_SetDate">
    <vt:lpwstr>2019-04-12T02:41:52.0160681Z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69373f4c-3b11-4ae9-a932-ee563e5098c6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KSOProductBuildVer">
    <vt:lpwstr>2052-11.1.0.10132</vt:lpwstr>
  </property>
</Properties>
</file>