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98698952f14797" /><Relationship Type="http://schemas.openxmlformats.org/officeDocument/2006/relationships/extended-properties" Target="/docProps/app.xml" Id="R25dccb45be544230" /><Relationship Type="http://schemas.openxmlformats.org/officeDocument/2006/relationships/officeDocument" Target="/ppt/presentation.xml" Id="R6e9a1d07f8cf44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4e0c3333bb4711"/>
  </p:sldMasterIdLst>
  <p:notesMasterIdLst>
    <p:notesMasterId xmlns:r="http://schemas.openxmlformats.org/officeDocument/2006/relationships" r:id="R143c683a3e5c49f6"/>
  </p:notesMasterIdLst>
  <p:sldIdLst>
    <p:sldId xmlns:r="http://schemas.openxmlformats.org/officeDocument/2006/relationships" id="256" r:id="R2c4b9dbadab3416b"/>
    <p:sldId xmlns:r="http://schemas.openxmlformats.org/officeDocument/2006/relationships" id="257" r:id="R601c299fda1f41c1"/>
    <p:sldId xmlns:r="http://schemas.openxmlformats.org/officeDocument/2006/relationships" id="258" r:id="R0a660b6bb5154d84"/>
    <p:sldId xmlns:r="http://schemas.openxmlformats.org/officeDocument/2006/relationships" id="259" r:id="R3a11e738a0f44e53"/>
    <p:sldId xmlns:r="http://schemas.openxmlformats.org/officeDocument/2006/relationships" id="260" r:id="Rfcd1204d199040a2"/>
    <p:sldId xmlns:r="http://schemas.openxmlformats.org/officeDocument/2006/relationships" id="261" r:id="R85fd7f4785084cb9"/>
    <p:sldId xmlns:r="http://schemas.openxmlformats.org/officeDocument/2006/relationships" id="262" r:id="R7dbcdb4f910d4e9e"/>
    <p:sldId xmlns:r="http://schemas.openxmlformats.org/officeDocument/2006/relationships" id="263" r:id="R7f57d02d82cb448a"/>
    <p:sldId xmlns:r="http://schemas.openxmlformats.org/officeDocument/2006/relationships" id="264" r:id="Rfb18905a5a9c4159"/>
    <p:sldId xmlns:r="http://schemas.openxmlformats.org/officeDocument/2006/relationships" id="265" r:id="R191b83da1f4d4940"/>
    <p:sldId xmlns:r="http://schemas.openxmlformats.org/officeDocument/2006/relationships" id="266" r:id="R3156381f67664fce"/>
    <p:sldId xmlns:r="http://schemas.openxmlformats.org/officeDocument/2006/relationships" id="267" r:id="R655fbe7cac4a4ef3"/>
    <p:sldId xmlns:r="http://schemas.openxmlformats.org/officeDocument/2006/relationships" id="268" r:id="R7954ade5ee694d10"/>
    <p:sldId xmlns:r="http://schemas.openxmlformats.org/officeDocument/2006/relationships" id="269" r:id="R1ca7b99d334f40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181cbf9a564f31" /><Relationship Type="http://schemas.openxmlformats.org/officeDocument/2006/relationships/slideMaster" Target="/ppt/slideMasters/slideMaster1.xml" Id="R1f4e0c3333bb4711" /><Relationship Type="http://schemas.openxmlformats.org/officeDocument/2006/relationships/notesMaster" Target="/ppt/notesMasters/notesMaster1.xml" Id="R143c683a3e5c49f6" /><Relationship Type="http://schemas.openxmlformats.org/officeDocument/2006/relationships/presProps" Target="/ppt/presProps.xml" Id="R9bef6b3526d54775" /><Relationship Type="http://schemas.openxmlformats.org/officeDocument/2006/relationships/tableStyles" Target="/ppt/tableStyles.xml" Id="R75fe98551a3d434e" /><Relationship Type="http://schemas.openxmlformats.org/officeDocument/2006/relationships/slide" Target="/ppt/slides/slide1.xml" Id="R2c4b9dbadab3416b" /><Relationship Type="http://schemas.openxmlformats.org/officeDocument/2006/relationships/slide" Target="/ppt/slides/slide2.xml" Id="R601c299fda1f41c1" /><Relationship Type="http://schemas.openxmlformats.org/officeDocument/2006/relationships/slide" Target="/ppt/slides/slide3.xml" Id="R0a660b6bb5154d84" /><Relationship Type="http://schemas.openxmlformats.org/officeDocument/2006/relationships/slide" Target="/ppt/slides/slide4.xml" Id="R3a11e738a0f44e53" /><Relationship Type="http://schemas.openxmlformats.org/officeDocument/2006/relationships/slide" Target="/ppt/slides/slide5.xml" Id="Rfcd1204d199040a2" /><Relationship Type="http://schemas.openxmlformats.org/officeDocument/2006/relationships/slide" Target="/ppt/slides/slide6.xml" Id="R85fd7f4785084cb9" /><Relationship Type="http://schemas.openxmlformats.org/officeDocument/2006/relationships/slide" Target="/ppt/slides/slide7.xml" Id="R7dbcdb4f910d4e9e" /><Relationship Type="http://schemas.openxmlformats.org/officeDocument/2006/relationships/slide" Target="/ppt/slides/slide8.xml" Id="R7f57d02d82cb448a" /><Relationship Type="http://schemas.openxmlformats.org/officeDocument/2006/relationships/slide" Target="/ppt/slides/slide9.xml" Id="Rfb18905a5a9c4159" /><Relationship Type="http://schemas.openxmlformats.org/officeDocument/2006/relationships/slide" Target="/ppt/slides/slide10.xml" Id="R191b83da1f4d4940" /><Relationship Type="http://schemas.openxmlformats.org/officeDocument/2006/relationships/slide" Target="/ppt/slides/slide11.xml" Id="R3156381f67664fce" /><Relationship Type="http://schemas.openxmlformats.org/officeDocument/2006/relationships/slide" Target="/ppt/slides/slide12.xml" Id="R655fbe7cac4a4ef3" /><Relationship Type="http://schemas.openxmlformats.org/officeDocument/2006/relationships/slide" Target="/ppt/slides/slide13.xml" Id="R7954ade5ee694d10" /><Relationship Type="http://schemas.openxmlformats.org/officeDocument/2006/relationships/slide" Target="/ppt/slides/slide14.xml" Id="R1ca7b99d334f40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3a948c23e842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c642a088a5422b" /><Relationship Type="http://schemas.openxmlformats.org/officeDocument/2006/relationships/notesMaster" Target="/ppt/notesMasters/notesMaster1.xml" Id="Rdc77598e4b2849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98786e1a1c49bb" /><Relationship Type="http://schemas.openxmlformats.org/officeDocument/2006/relationships/notesMaster" Target="/ppt/notesMasters/notesMaster1.xml" Id="R12816b1adb9c46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f946bbddd0449c" /><Relationship Type="http://schemas.openxmlformats.org/officeDocument/2006/relationships/notesMaster" Target="/ppt/notesMasters/notesMaster1.xml" Id="R6dd739b82b6747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94a4a1aa314de8" /><Relationship Type="http://schemas.openxmlformats.org/officeDocument/2006/relationships/notesMaster" Target="/ppt/notesMasters/notesMaster1.xml" Id="R51fa6ac3cf344c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f2c8d2bff64931" /><Relationship Type="http://schemas.openxmlformats.org/officeDocument/2006/relationships/notesMaster" Target="/ppt/notesMasters/notesMaster1.xml" Id="R37c3df6960ae42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5ed2bfc0d643d2" /><Relationship Type="http://schemas.openxmlformats.org/officeDocument/2006/relationships/notesMaster" Target="/ppt/notesMasters/notesMaster1.xml" Id="R1f5d20e2e6fc41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04137379504286" /><Relationship Type="http://schemas.openxmlformats.org/officeDocument/2006/relationships/notesMaster" Target="/ppt/notesMasters/notesMaster1.xml" Id="R1430e60402844b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a3270a0cf94c96" /><Relationship Type="http://schemas.openxmlformats.org/officeDocument/2006/relationships/notesMaster" Target="/ppt/notesMasters/notesMaster1.xml" Id="Rcfd587cfa6f44e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da21eaf61b40c5" /><Relationship Type="http://schemas.openxmlformats.org/officeDocument/2006/relationships/notesMaster" Target="/ppt/notesMasters/notesMaster1.xml" Id="R6407321a931444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c590bd117145bf" /><Relationship Type="http://schemas.openxmlformats.org/officeDocument/2006/relationships/notesMaster" Target="/ppt/notesMasters/notesMaster1.xml" Id="R20bfbb4a57f242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25e26c5d704a70" /><Relationship Type="http://schemas.openxmlformats.org/officeDocument/2006/relationships/notesMaster" Target="/ppt/notesMasters/notesMaster1.xml" Id="R9dfde515de584c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8ba6f0cc154c87" /><Relationship Type="http://schemas.openxmlformats.org/officeDocument/2006/relationships/notesMaster" Target="/ppt/notesMasters/notesMaster1.xml" Id="Rcb64a37dbaea4d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773499ba07475b" /><Relationship Type="http://schemas.openxmlformats.org/officeDocument/2006/relationships/notesMaster" Target="/ppt/notesMasters/notesMaster1.xml" Id="Rf7dd1d2cadb742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23be67bc1843fb" /><Relationship Type="http://schemas.openxmlformats.org/officeDocument/2006/relationships/notesMaster" Target="/ppt/notesMasters/notesMaster1.xml" Id="R0e3fa9e5085c4e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题目核对：中国教育在线，2025-06-07，2025年高考全国一卷数学试题，第4页。</a:t>
            </a:r>
          </a:p>
          <a:p xmlns:a="http://schemas.openxmlformats.org/drawingml/2006/main">
            <a:r>
              <a:t>https://gaokao.eol.cn/shiti/sx/202506/t20250607_2673303_3.shtml</a:t>
            </a:r>
          </a:p>
          <a:p xmlns:a="http://schemas.openxmlformats.org/drawingml/2006/main">
            <a:r>
              <a:t>原卷转载图：https://img.eol.cn/e_images/gk/2025/st/qg1/sx04.png</a:t>
            </a:r>
          </a:p>
          <a:p xmlns:a="http://schemas.openxmlformats.org/drawingml/2006/main">
            <a:r>
              <a:t>解答：本次独立推导。代码：随附 verify.py，Python 标准库实际运行。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第一问与第三问的共同答案是3√3。第二问是贯穿两问的区间存在性引理。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题目核对：中国教育在线，2025-06-07，2025年高考全国一卷数学试题，第4页。</a:t>
            </a:r>
          </a:p>
          <a:p xmlns:a="http://schemas.openxmlformats.org/drawingml/2006/main">
            <a:r>
              <a:t>https://gaokao.eol.cn/shiti/sx/202506/t20250607_2673303_3.shtml</a:t>
            </a:r>
          </a:p>
          <a:p xmlns:a="http://schemas.openxmlformats.org/drawingml/2006/main">
            <a:r>
              <a:t>原卷转载图：https://img.eol.cn/e_images/gk/2025/st/qg1/sx04.png</a:t>
            </a:r>
          </a:p>
          <a:p xmlns:a="http://schemas.openxmlformats.org/drawingml/2006/main">
            <a:r>
              <a:t>解答：本次独立推导。代码：随附 verify.py，Python 标准库实际运行。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第一问依中国教育在线转载原卷图采用闭区间。部分文字整理版本采用开区间，最大点π/6为内点，故结果不变。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题目核对：中国教育在线，2025-06-07，2025年高考全国一卷数学试题，第4页。</a:t>
            </a:r>
          </a:p>
          <a:p xmlns:a="http://schemas.openxmlformats.org/drawingml/2006/main">
            <a:r>
              <a:t>https://gaokao.eol.cn/shiti/sx/202506/t20250607_2673303_3.shtml</a:t>
            </a:r>
          </a:p>
          <a:p xmlns:a="http://schemas.openxmlformats.org/drawingml/2006/main">
            <a:r>
              <a:t>原卷转载图：https://img.eol.cn/e_images/gk/2025/st/qg1/sx04.png</a:t>
            </a:r>
          </a:p>
          <a:p xmlns:a="http://schemas.openxmlformats.org/drawingml/2006/main">
            <a:r>
              <a:t>解答：本次独立推导。代码：随附 verify.py，Python 标准库实际运行。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sin A−sin B=2cos((A+B)/2)sin((A−B)/2)，所以导数化积后的系数为10。两端取值均低于内点最大值。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题目核对：中国教育在线，2025-06-07，2025年高考全国一卷数学试题，第4页。</a:t>
            </a:r>
          </a:p>
          <a:p xmlns:a="http://schemas.openxmlformats.org/drawingml/2006/main">
            <a:r>
              <a:t>https://gaokao.eol.cn/shiti/sx/202506/t20250607_2673303_3.shtml</a:t>
            </a:r>
          </a:p>
          <a:p xmlns:a="http://schemas.openxmlformats.org/drawingml/2006/main">
            <a:r>
              <a:t>原卷转载图：https://img.eol.cn/e_images/gk/2025/st/qg1/sx04.png</a:t>
            </a:r>
          </a:p>
          <a:p xmlns:a="http://schemas.openxmlformats.org/drawingml/2006/main">
            <a:r>
              <a:t>解答：本次独立推导。代码：随附 verify.py，Python 标准库实际运行。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图表点来自verify.py。横轴用x/π表示，曲线只作直观核验，最大值证明见上一页。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题目核对：中国教育在线，2025-06-07，2025年高考全国一卷数学试题，第4页。</a:t>
            </a:r>
          </a:p>
          <a:p xmlns:a="http://schemas.openxmlformats.org/drawingml/2006/main">
            <a:r>
              <a:t>https://gaokao.eol.cn/shiti/sx/202506/t20250607_2673303_3.shtml</a:t>
            </a:r>
          </a:p>
          <a:p xmlns:a="http://schemas.openxmlformats.org/drawingml/2006/main">
            <a:r>
              <a:t>原卷转载图：https://img.eol.cn/e_images/gk/2025/st/qg1/sx04.png</a:t>
            </a:r>
          </a:p>
          <a:p xmlns:a="http://schemas.openxmlformats.org/drawingml/2006/main">
            <a:r>
              <a:t>解答：本次独立推导。代码：随附 verify.py，Python 标准库实际运行。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余弦在一个周期内以0为中心。将a减去2kπ以后，不等式和距离条件都保持不变。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题目核对：中国教育在线，2025-06-07，2025年高考全国一卷数学试题，第4页。</a:t>
            </a:r>
          </a:p>
          <a:p xmlns:a="http://schemas.openxmlformats.org/drawingml/2006/main">
            <a:r>
              <a:t>https://gaokao.eol.cn/shiti/sx/202506/t20250607_2673303_3.shtml</a:t>
            </a:r>
          </a:p>
          <a:p xmlns:a="http://schemas.openxmlformats.org/drawingml/2006/main">
            <a:r>
              <a:t>原卷转载图：https://img.eol.cn/e_images/gk/2025/st/qg1/sx04.png</a:t>
            </a:r>
          </a:p>
          <a:p xmlns:a="http://schemas.openxmlformats.org/drawingml/2006/main">
            <a:r>
              <a:t>解答：本次独立推导。代码：随附 verify.py，Python 标准库实际运行。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三种情形覆盖α∈[−π,π]。α=0归入第二行。|α|=θ归入第一行。由距离不超过θ可知所选y均在要求的闭区间内。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题目核对：中国教育在线，2025-06-07，2025年高考全国一卷数学试题，第4页。</a:t>
            </a:r>
          </a:p>
          <a:p xmlns:a="http://schemas.openxmlformats.org/drawingml/2006/main">
            <a:r>
              <a:t>https://gaokao.eol.cn/shiti/sx/202506/t20250607_2673303_3.shtml</a:t>
            </a:r>
          </a:p>
          <a:p xmlns:a="http://schemas.openxmlformats.org/drawingml/2006/main">
            <a:r>
              <a:t>原卷转载图：https://img.eol.cn/e_images/gk/2025/st/qg1/sx04.png</a:t>
            </a:r>
          </a:p>
          <a:p xmlns:a="http://schemas.openxmlformats.org/drawingml/2006/main">
            <a:r>
              <a:t>解答：本次独立推导。代码：随附 verify.py，Python 标准库实际运行。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任取φ，应用第二问令a=φ且θ=5π/6。构造的x可以随φ变化，这与证明每个φ都有某个x使函数值至少3√3一致。结论不是所有x的下界。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题目核对：中国教育在线，2025-06-07，2025年高考全国一卷数学试题，第4页。</a:t>
            </a:r>
          </a:p>
          <a:p xmlns:a="http://schemas.openxmlformats.org/drawingml/2006/main">
            <a:r>
              <a:t>https://gaokao.eol.cn/shiti/sx/202506/t20250607_2673303_3.shtml</a:t>
            </a:r>
          </a:p>
          <a:p xmlns:a="http://schemas.openxmlformats.org/drawingml/2006/main">
            <a:r>
              <a:t>原卷转载图：https://img.eol.cn/e_images/gk/2025/st/qg1/sx04.png</a:t>
            </a:r>
          </a:p>
          <a:p xmlns:a="http://schemas.openxmlformats.org/drawingml/2006/main">
            <a:r>
              <a:t>解答：本次独立推导。代码：随附 verify.py，Python 标准库实际运行。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令c=cos x∈[−1,1]，由五倍角公式化成多项式。连续函数在闭区间上的最大值必在端点或驻点取得。五个候选点包括c=0，尽管它不是极值点，也需要作为驻点纳入检查。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题目核对：中国教育在线，2025-06-07，2025年高考全国一卷数学试题，第4页。</a:t>
            </a:r>
          </a:p>
          <a:p xmlns:a="http://schemas.openxmlformats.org/drawingml/2006/main">
            <a:r>
              <a:t>https://gaokao.eol.cn/shiti/sx/202506/t20250607_2673303_3.shtml</a:t>
            </a:r>
          </a:p>
          <a:p xmlns:a="http://schemas.openxmlformats.org/drawingml/2006/main">
            <a:r>
              <a:t>原卷转载图：https://img.eol.cn/e_images/gk/2025/st/qg1/sx04.png</a:t>
            </a:r>
          </a:p>
          <a:p xmlns:a="http://schemas.openxmlformats.org/drawingml/2006/main">
            <a:r>
              <a:t>解答：本次独立推导。代码：随附 verify.py，Python 标准库实际运行。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M(φ)=max_{x∈R}Gφ(x)。Gφ以2π为周期，故每个固定φ的全局最大值存在。下界对任意φ成立，φ=0提供达到下界的构造。这里只给出一种最优相位，不声称它是唯一实数相位。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题目核对：中国教育在线，2025-06-07，2025年高考全国一卷数学试题，第4页。</a:t>
            </a:r>
          </a:p>
          <a:p xmlns:a="http://schemas.openxmlformats.org/drawingml/2006/main">
            <a:r>
              <a:t>https://gaokao.eol.cn/shiti/sx/202506/t20250607_2673303_3.shtml</a:t>
            </a:r>
          </a:p>
          <a:p xmlns:a="http://schemas.openxmlformats.org/drawingml/2006/main">
            <a:r>
              <a:t>原卷转载图：https://img.eol.cn/e_images/gk/2025/st/qg1/sx04.png</a:t>
            </a:r>
          </a:p>
          <a:p xmlns:a="http://schemas.openxmlformats.org/drawingml/2006/main">
            <a:r>
              <a:t>解答：本次独立推导。代码：随附 verify.py，Python 标准库实际运行。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对721个相位逐一枚举全部驻点。图表每隔4个相位取一点，共181个显示点。相位网格是有限的，图表不替代上一页的普遍性证明。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题目核对：中国教育在线，2025-06-07，2025年高考全国一卷数学试题，第4页。</a:t>
            </a:r>
          </a:p>
          <a:p xmlns:a="http://schemas.openxmlformats.org/drawingml/2006/main">
            <a:r>
              <a:t>https://gaokao.eol.cn/shiti/sx/202506/t20250607_2673303_3.shtml</a:t>
            </a:r>
          </a:p>
          <a:p xmlns:a="http://schemas.openxmlformats.org/drawingml/2006/main">
            <a:r>
              <a:t>原卷转载图：https://img.eol.cn/e_images/gk/2025/st/qg1/sx04.png</a:t>
            </a:r>
          </a:p>
          <a:p xmlns:a="http://schemas.openxmlformats.org/drawingml/2006/main">
            <a:r>
              <a:t>解答：本次独立推导。代码：随附 verify.py，Python 标准库实际运行。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完整可运行代码在verify.py。固定相位下，驻点来自sin(5x+φ)=sin x的两个完整解族。相位归一化到[0,2π)后，k从−4到12足以覆盖周期内全部驻点。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题目核对：中国教育在线，2025-06-07，2025年高考全国一卷数学试题，第4页。</a:t>
            </a:r>
          </a:p>
          <a:p xmlns:a="http://schemas.openxmlformats.org/drawingml/2006/main">
            <a:r>
              <a:t>https://gaokao.eol.cn/shiti/sx/202506/t20250607_2673303_3.shtml</a:t>
            </a:r>
          </a:p>
          <a:p xmlns:a="http://schemas.openxmlformats.org/drawingml/2006/main">
            <a:r>
              <a:t>原卷转载图：https://img.eol.cn/e_images/gk/2025/st/qg1/sx04.png</a:t>
            </a:r>
          </a:p>
          <a:p xmlns:a="http://schemas.openxmlformats.org/drawingml/2006/main">
            <a:r>
              <a:t>解答：本次独立推导。代码：随附 verify.py，Python 标准库实际运行。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核验已执行。数据读取自verification.json。固定随机种子202519。第二问共5000个随机案例与75个边界案例。相位扫描包括0与2π两个周期等价端点。所有断言通过，数值仍只是辅助证据。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题目核对：中国教育在线，2025-06-07，2025年高考全国一卷数学试题，第4页。</a:t>
            </a:r>
          </a:p>
          <a:p xmlns:a="http://schemas.openxmlformats.org/drawingml/2006/main">
            <a:r>
              <a:t>https://gaokao.eol.cn/shiti/sx/202506/t20250607_2673303_3.shtml</a:t>
            </a:r>
          </a:p>
          <a:p xmlns:a="http://schemas.openxmlformats.org/drawingml/2006/main">
            <a:r>
              <a:t>原卷转载图：https://img.eol.cn/e_images/gk/2025/st/qg1/sx04.png</a:t>
            </a:r>
          </a:p>
          <a:p xmlns:a="http://schemas.openxmlformats.org/drawingml/2006/main">
            <a:r>
              <a:t>解答：本次独立推导。代码：随附 verify.py，Python 标准库实际运行。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本页是待在DeepSeek Harness中执行的提示词方案，不是已有dsh对话记录。完整文本在dsh提示词.md。当前环境未执行dsh，不能将本页当作dsh运行截图或日志。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题目核对：中国教育在线，2025-06-07，2025年高考全国一卷数学试题，第4页。</a:t>
            </a:r>
          </a:p>
          <a:p xmlns:a="http://schemas.openxmlformats.org/drawingml/2006/main">
            <a:r>
              <a:t>https://gaokao.eol.cn/shiti/sx/202506/t20250607_2673303_3.shtml</a:t>
            </a:r>
          </a:p>
          <a:p xmlns:a="http://schemas.openxmlformats.org/drawingml/2006/main">
            <a:r>
              <a:t>原卷转载图：https://img.eol.cn/e_images/gk/2025/st/qg1/sx04.png</a:t>
            </a:r>
          </a:p>
          <a:p xmlns:a="http://schemas.openxmlformats.org/drawingml/2006/main">
            <a:r>
              <a:t>解答：本次独立推导。代码：随附 verify.py，Python 标准库实际运行。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题目来源为中国教育在线转载原卷，页面链接见本页和上述来源说明。数学推导由Codex整理，Python标准库代码已实际执行。当前材料不包含未提供具体要求的第一次课堂Demo，也未执行DeepSeek Harness或向班级GitHub仓库提交。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065bca14d4d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f79f9178348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2de3c85ac42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cfab1957444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c94e2d8ae46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99dd6c15846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6DEBBA-4558-4FD2-8BB3-64115ED78A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B27A4A-FF27-46F5-84B5-7171B49A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8AC166-242A-4F1F-BE0D-C85904775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2C5305-0EE7-4C48-95B9-F90B680332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8E8E32-6D64-4B89-923D-0145A45FA0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4B81BE-B9EB-41FF-AFFB-668FC8478D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527D0B-2518-4E51-86A1-D63A97609A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0CA37C-648C-4D4E-8660-EE2325A39E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8A6A59-26DB-4EBD-903C-19E61BAD1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80FD74-623A-4663-AC5E-FE76342348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6f148951de4f1f" /><Relationship Type="http://schemas.openxmlformats.org/officeDocument/2006/relationships/slideLayout" Target="/ppt/slideLayouts/slideLayout1.xml" Id="Rcaa65fb3e0fd468f" /><Relationship Type="http://schemas.openxmlformats.org/officeDocument/2006/relationships/slideLayout" Target="/ppt/slideLayouts/slideLayout2.xml" Id="Rae9d2a34215144db" /><Relationship Type="http://schemas.openxmlformats.org/officeDocument/2006/relationships/slideLayout" Target="/ppt/slideLayouts/slideLayout3.xml" Id="R9895ec2a4d8b4755" /><Relationship Type="http://schemas.openxmlformats.org/officeDocument/2006/relationships/slideLayout" Target="/ppt/slideLayouts/slideLayout4.xml" Id="R9cff8361198144c8" /><Relationship Type="http://schemas.openxmlformats.org/officeDocument/2006/relationships/slideLayout" Target="/ppt/slideLayouts/slideLayout5.xml" Id="R350e61afbb5b4e5a" /><Relationship Type="http://schemas.openxmlformats.org/officeDocument/2006/relationships/slideLayout" Target="/ppt/slideLayouts/slideLayout6.xml" Id="Rf06563b4bb0748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a65fb3e0fd468f"/>
    <p:sldLayoutId xmlns:r="http://schemas.openxmlformats.org/officeDocument/2006/relationships" id="2147483650" r:id="Rae9d2a34215144db"/>
    <p:sldLayoutId xmlns:r="http://schemas.openxmlformats.org/officeDocument/2006/relationships" id="2147483651" r:id="R9895ec2a4d8b4755"/>
    <p:sldLayoutId xmlns:r="http://schemas.openxmlformats.org/officeDocument/2006/relationships" id="2147483652" r:id="R9cff8361198144c8"/>
    <p:sldLayoutId xmlns:r="http://schemas.openxmlformats.org/officeDocument/2006/relationships" id="2147483653" r:id="R350e61afbb5b4e5a"/>
    <p:sldLayoutId xmlns:r="http://schemas.openxmlformats.org/officeDocument/2006/relationships" id="2147483654" r:id="Rf06563b4bb0748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99e6c2bf1743a5" /><Relationship Type="http://schemas.openxmlformats.org/officeDocument/2006/relationships/notesSlide" Target="/ppt/notesSlides/notesSlide1.xml" Id="R756e339569114c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5d407fd374641" /><Relationship Type="http://schemas.openxmlformats.org/officeDocument/2006/relationships/notesSlide" Target="/ppt/notesSlides/notesSlide2.xml" Id="R5d0c835b5b794b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c918930a24dcf" /><Relationship Type="http://schemas.openxmlformats.org/officeDocument/2006/relationships/notesSlide" Target="/ppt/notesSlides/notesSlide3.xml" Id="R2907b1251c5042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7b1745bf64f15" /><Relationship Type="http://schemas.openxmlformats.org/officeDocument/2006/relationships/chart" Target="/ppt/slides/charts/chart1.xml" Id="R0c8371fea0044364" /><Relationship Type="http://schemas.openxmlformats.org/officeDocument/2006/relationships/notesSlide" Target="/ppt/notesSlides/notesSlide4.xml" Id="Raf1b1228f6ef4d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2af8449524ef9" /><Relationship Type="http://schemas.openxmlformats.org/officeDocument/2006/relationships/notesSlide" Target="/ppt/notesSlides/notesSlide5.xml" Id="R052c1ba8618c4a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40a7609ba41a4" /><Relationship Type="http://schemas.openxmlformats.org/officeDocument/2006/relationships/notesSlide" Target="/ppt/notesSlides/notesSlide6.xml" Id="Rffb20f97150e43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57ea9559a94f86" /><Relationship Type="http://schemas.openxmlformats.org/officeDocument/2006/relationships/notesSlide" Target="/ppt/notesSlides/notesSlide7.xml" Id="Rde9b0e0afe5742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cf62ecdb434d45" /><Relationship Type="http://schemas.openxmlformats.org/officeDocument/2006/relationships/notesSlide" Target="/ppt/notesSlides/notesSlide8.xml" Id="R8d5764d87be64b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89dbad44546a0" /><Relationship Type="http://schemas.openxmlformats.org/officeDocument/2006/relationships/notesSlide" Target="/ppt/notesSlides/notesSlide9.xml" Id="Rc2bb960dafca41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06286800d548de" /><Relationship Type="http://schemas.openxmlformats.org/officeDocument/2006/relationships/chart" Target="/ppt/slides/charts/chart2.xml" Id="R17d53581834747a3" /><Relationship Type="http://schemas.openxmlformats.org/officeDocument/2006/relationships/notesSlide" Target="/ppt/notesSlides/notesSlide10.xml" Id="R8f550167a8634b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ba29670f64aca" /><Relationship Type="http://schemas.openxmlformats.org/officeDocument/2006/relationships/notesSlide" Target="/ppt/notesSlides/notesSlide11.xml" Id="Ra1b74f0455fe43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967de7b5374b06" /><Relationship Type="http://schemas.openxmlformats.org/officeDocument/2006/relationships/notesSlide" Target="/ppt/notesSlides/notesSlide12.xml" Id="R51356703eab24f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35b150af574289" /><Relationship Type="http://schemas.openxmlformats.org/officeDocument/2006/relationships/notesSlide" Target="/ppt/notesSlides/notesSlide13.xml" Id="R13821aacdde040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868b442d9b4c48" /><Relationship Type="http://schemas.openxmlformats.org/officeDocument/2006/relationships/notesSlide" Target="/ppt/notesSlides/notesSlide14.xml" Id="Rc6d5db72680f434b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Microsoft YaHei"/>
                <a:ea typeface="Microsoft YaHei"/>
                <a:cs typeface="Microsoft YaHei"/>
              </a:rPr>
              <a:t>f(x) = 5cos x − cos 5x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函数值</c:v>
          </c:tx>
          <c:spPr>
            <a:ln xmlns:a="http://schemas.openxmlformats.org/drawingml/2006/main" w="28575">
              <a:solidFill>
                <a:srgbClr val="087E8B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0.004166666666666667</c:v>
              </c:pt>
              <c:pt idx="2">
                <c:v>0.008333333333333333</c:v>
              </c:pt>
              <c:pt idx="3">
                <c:v>0.0125</c:v>
              </c:pt>
              <c:pt idx="4">
                <c:v>0.016666666666666666</c:v>
              </c:pt>
              <c:pt idx="5">
                <c:v>0.020833333333333332</c:v>
              </c:pt>
              <c:pt idx="6">
                <c:v>0.025</c:v>
              </c:pt>
              <c:pt idx="7">
                <c:v>0.029166666666666667</c:v>
              </c:pt>
              <c:pt idx="8">
                <c:v>0.03333333333333333</c:v>
              </c:pt>
              <c:pt idx="9">
                <c:v>0.0375</c:v>
              </c:pt>
              <c:pt idx="10">
                <c:v>0.041666666666666664</c:v>
              </c:pt>
              <c:pt idx="11">
                <c:v>0.04583333333333333</c:v>
              </c:pt>
              <c:pt idx="12">
                <c:v>0.05</c:v>
              </c:pt>
              <c:pt idx="13">
                <c:v>0.05416666666666667</c:v>
              </c:pt>
              <c:pt idx="14">
                <c:v>0.058333333333333334</c:v>
              </c:pt>
              <c:pt idx="15">
                <c:v>0.0625</c:v>
              </c:pt>
              <c:pt idx="16">
                <c:v>0.06666666666666667</c:v>
              </c:pt>
              <c:pt idx="17">
                <c:v>0.07083333333333333</c:v>
              </c:pt>
              <c:pt idx="18">
                <c:v>0.075</c:v>
              </c:pt>
              <c:pt idx="19">
                <c:v>0.07916666666666666</c:v>
              </c:pt>
              <c:pt idx="20">
                <c:v>0.08333333333333333</c:v>
              </c:pt>
              <c:pt idx="21">
                <c:v>0.0875</c:v>
              </c:pt>
              <c:pt idx="22">
                <c:v>0.09166666666666666</c:v>
              </c:pt>
              <c:pt idx="23">
                <c:v>0.09583333333333334</c:v>
              </c:pt>
              <c:pt idx="24">
                <c:v>0.1</c:v>
              </c:pt>
              <c:pt idx="25">
                <c:v>0.10416666666666667</c:v>
              </c:pt>
              <c:pt idx="26">
                <c:v>0.10833333333333334</c:v>
              </c:pt>
              <c:pt idx="27">
                <c:v>0.1125</c:v>
              </c:pt>
              <c:pt idx="28">
                <c:v>0.11666666666666667</c:v>
              </c:pt>
              <c:pt idx="29">
                <c:v>0.12083333333333333</c:v>
              </c:pt>
              <c:pt idx="30">
                <c:v>0.125</c:v>
              </c:pt>
              <c:pt idx="31">
                <c:v>0.12916666666666668</c:v>
              </c:pt>
              <c:pt idx="32">
                <c:v>0.13333333333333333</c:v>
              </c:pt>
              <c:pt idx="33">
                <c:v>0.1375</c:v>
              </c:pt>
              <c:pt idx="34">
                <c:v>0.14166666666666666</c:v>
              </c:pt>
              <c:pt idx="35">
                <c:v>0.14583333333333334</c:v>
              </c:pt>
              <c:pt idx="36">
                <c:v>0.15</c:v>
              </c:pt>
              <c:pt idx="37">
                <c:v>0.15416666666666667</c:v>
              </c:pt>
              <c:pt idx="38">
                <c:v>0.15833333333333333</c:v>
              </c:pt>
              <c:pt idx="39">
                <c:v>0.1625</c:v>
              </c:pt>
              <c:pt idx="40">
                <c:v>0.16666666666666666</c:v>
              </c:pt>
              <c:pt idx="41">
                <c:v>0.17083333333333334</c:v>
              </c:pt>
              <c:pt idx="42">
                <c:v>0.175</c:v>
              </c:pt>
              <c:pt idx="43">
                <c:v>0.17916666666666667</c:v>
              </c:pt>
              <c:pt idx="44">
                <c:v>0.18333333333333332</c:v>
              </c:pt>
              <c:pt idx="45">
                <c:v>0.1875</c:v>
              </c:pt>
              <c:pt idx="46">
                <c:v>0.19166666666666668</c:v>
              </c:pt>
              <c:pt idx="47">
                <c:v>0.19583333333333333</c:v>
              </c:pt>
              <c:pt idx="48">
                <c:v>0.2</c:v>
              </c:pt>
              <c:pt idx="49">
                <c:v>0.20416666666666666</c:v>
              </c:pt>
              <c:pt idx="50">
                <c:v>0.20833333333333334</c:v>
              </c:pt>
              <c:pt idx="51">
                <c:v>0.2125</c:v>
              </c:pt>
              <c:pt idx="52">
                <c:v>0.21666666666666667</c:v>
              </c:pt>
              <c:pt idx="53">
                <c:v>0.22083333333333333</c:v>
              </c:pt>
              <c:pt idx="54">
                <c:v>0.225</c:v>
              </c:pt>
              <c:pt idx="55">
                <c:v>0.22916666666666666</c:v>
              </c:pt>
              <c:pt idx="56">
                <c:v>0.23333333333333334</c:v>
              </c:pt>
              <c:pt idx="57">
                <c:v>0.2375</c:v>
              </c:pt>
              <c:pt idx="58">
                <c:v>0.24166666666666667</c:v>
              </c:pt>
              <c:pt idx="59">
                <c:v>0.24583333333333332</c:v>
              </c:pt>
              <c:pt idx="60">
                <c:v>0.25</c:v>
              </c:pt>
            </c:numLit>
          </c:xVal>
          <c:yVal>
            <c:numLit>
              <c:formatCode>0.0</c:formatCode>
              <c:ptCount val="61"/>
              <c:pt idx="0">
                <c:v>4</c:v>
              </c:pt>
              <c:pt idx="1">
                <c:v>4.001712714631432</c:v>
              </c:pt>
              <c:pt idx="2">
                <c:v>4.006841763503976</c:v>
              </c:pt>
              <c:pt idx="3">
                <c:v>4.015359900800384</c:v>
              </c:pt>
              <c:pt idx="4">
                <c:v>4.0272218474838</c:v>
              </c:pt>
              <c:pt idx="5">
                <c:v>4.042364486697912</c:v>
              </c:pt>
              <c:pt idx="6">
                <c:v>4.0607071361543525</c:v>
              </c:pt>
              <c:pt idx="7">
                <c:v>4.082151896340621</c:v>
              </c:pt>
              <c:pt idx="8">
                <c:v>4.106584073056928</c:v>
              </c:pt>
              <c:pt idx="9">
                <c:v>4.133872672472086</c:v>
              </c:pt>
              <c:pt idx="10">
                <c:v>4.163870966577817</c:v>
              </c:pt>
              <c:pt idx="11">
                <c:v>4.196417126619374</c:v>
              </c:pt>
              <c:pt idx="12">
                <c:v>4.231334921789141</c:v>
              </c:pt>
              <c:pt idx="13">
                <c:v>4.2684344801903205</c:v>
              </c:pt>
              <c:pt idx="14">
                <c:v>4.307513108811053</c:v>
              </c:pt>
              <c:pt idx="15">
                <c:v>4.34835616899655</c:v>
              </c:pt>
              <c:pt idx="16">
                <c:v>4.3907380036690284</c:v>
              </c:pt>
              <c:pt idx="17">
                <c:v>4.434422912323562</c:v>
              </c:pt>
              <c:pt idx="18">
                <c:v>4.479166169623293</c:v>
              </c:pt>
              <c:pt idx="19">
                <c:v>4.52471508323061</c:v>
              </c:pt>
              <c:pt idx="20">
                <c:v>4.570810086342821</c:v>
              </c:pt>
              <c:pt idx="21">
                <c:v>4.617185860252109</c:v>
              </c:pt>
              <c:pt idx="22">
                <c:v>4.663572482120913</c:v>
              </c:pt>
              <c:pt idx="23">
                <c:v>4.70969659305579</c:v>
              </c:pt>
              <c:pt idx="24">
                <c:v>4.755282581475767</c:v>
              </c:pt>
              <c:pt idx="25">
                <c:v>4.8000537767056715</c:v>
              </c:pt>
              <c:pt idx="26">
                <c:v>4.843733647680944</c:v>
              </c:pt>
              <c:pt idx="27">
                <c:v>4.886047001628548</c:v>
              </c:pt>
              <c:pt idx="28">
                <c:v>4.926721177588529</c:v>
              </c:pt>
              <c:pt idx="29">
                <c:v>4.9654872296627826</c:v>
              </c:pt>
              <c:pt idx="30">
                <c:v>5.0020810949215235</c:v>
              </c:pt>
              <c:pt idx="31">
                <c:v>5.036244740963493</c:v>
              </c:pt>
              <c:pt idx="32">
                <c:v>5.067727288213004</c:v>
              </c:pt>
              <c:pt idx="33">
                <c:v>5.096286102145008</c:v>
              </c:pt>
              <c:pt idx="34">
                <c:v>5.121687850758024</c:v>
              </c:pt>
              <c:pt idx="35">
                <c:v>5.14370952276351</c:v>
              </c:pt>
              <c:pt idx="36">
                <c:v>5.162139402128387</c:v>
              </c:pt>
              <c:pt idx="37">
                <c:v>5.176777994794187</c:v>
              </c:pt>
              <c:pt idx="38">
                <c:v>5.187438903601062</c:v>
              </c:pt>
              <c:pt idx="39">
                <c:v>5.193949647666532</c:v>
              </c:pt>
              <c:pt idx="40">
                <c:v>5.196152422706632</c:v>
              </c:pt>
              <c:pt idx="41">
                <c:v>5.193904799039951</c:v>
              </c:pt>
              <c:pt idx="42">
                <c:v>5.187080354281749</c:v>
              </c:pt>
              <c:pt idx="43">
                <c:v>5.175569238014972</c:v>
              </c:pt>
              <c:pt idx="44">
                <c:v>5.1592786660161885</c:v>
              </c:pt>
              <c:pt idx="45">
                <c:v>5.138133341915957</c:v>
              </c:pt>
              <c:pt idx="46">
                <c:v>5.112075804483888</c:v>
              </c:pt>
              <c:pt idx="47">
                <c:v>5.081066699046998</c:v>
              </c:pt>
              <c:pt idx="48">
                <c:v>5.045084971874737</c:v>
              </c:pt>
              <c:pt idx="49">
                <c:v>5.004127986693907</c:v>
              </c:pt>
              <c:pt idx="50">
                <c:v>4.958211562829986</c:v>
              </c:pt>
              <c:pt idx="51">
                <c:v>4.907369934806955</c:v>
              </c:pt>
              <c:pt idx="52">
                <c:v>4.851655633573922</c:v>
              </c:pt>
              <c:pt idx="53">
                <c:v>4.791139289862403</c:v>
              </c:pt>
              <c:pt idx="54">
                <c:v>4.725909360511442</c:v>
              </c:pt>
              <c:pt idx="55">
                <c:v>4.656071778927576</c:v>
              </c:pt>
              <c:pt idx="56">
                <c:v>4.581749531171409</c:v>
              </c:pt>
              <c:pt idx="57">
                <c:v>4.503082159480973</c:v>
              </c:pt>
              <c:pt idx="58">
                <c:v>4.420225195352673</c:v>
              </c:pt>
              <c:pt idx="59">
                <c:v>4.333349524602249</c:v>
              </c:pt>
              <c:pt idx="60">
                <c:v>4.2426406871192865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.4"/>
          <c:min val="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CE4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0.2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979"/>
                    </a:solidFill>
                    <a:latin typeface="Microsoft YaHei"/>
                    <a:ea typeface="Microsoft YaHei"/>
                    <a:cs typeface="Microsoft YaHei"/>
                  </a:rPr>
                  <a:t>x / π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97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CE4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7F9FC"/>
        </a:solidFill>
      </c:spPr>
    </c:plotArea>
    <c:plotVisOnly val="1"/>
  </c:chart>
  <c:spPr>
    <a:solidFill xmlns:a="http://schemas.openxmlformats.org/drawingml/2006/main">
      <a:srgbClr val="F7F9FC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Microsoft YaHei"/>
                <a:ea typeface="Microsoft YaHei"/>
                <a:cs typeface="Microsoft YaHei"/>
              </a:rPr>
              <a:t>M(φ)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M(φ)</c:v>
          </c:tx>
          <c:spPr>
            <a:ln xmlns:a="http://schemas.openxmlformats.org/drawingml/2006/main" w="28575">
              <a:solidFill>
                <a:srgbClr val="087E8B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0</c:v>
              </c:pt>
              <c:pt idx="1">
                <c:v>0.011111111111111112</c:v>
              </c:pt>
              <c:pt idx="2">
                <c:v>0.022222222222222223</c:v>
              </c:pt>
              <c:pt idx="3">
                <c:v>0.03333333333333333</c:v>
              </c:pt>
              <c:pt idx="4">
                <c:v>0.044444444444444446</c:v>
              </c:pt>
              <c:pt idx="5">
                <c:v>0.05555555555555555</c:v>
              </c:pt>
              <c:pt idx="6">
                <c:v>0.06666666666666667</c:v>
              </c:pt>
              <c:pt idx="7">
                <c:v>0.07777777777777778</c:v>
              </c:pt>
              <c:pt idx="8">
                <c:v>0.08888888888888889</c:v>
              </c:pt>
              <c:pt idx="9">
                <c:v>0.1</c:v>
              </c:pt>
              <c:pt idx="10">
                <c:v>0.1111111111111111</c:v>
              </c:pt>
              <c:pt idx="11">
                <c:v>0.12222222222222222</c:v>
              </c:pt>
              <c:pt idx="12">
                <c:v>0.13333333333333333</c:v>
              </c:pt>
              <c:pt idx="13">
                <c:v>0.14444444444444443</c:v>
              </c:pt>
              <c:pt idx="14">
                <c:v>0.15555555555555556</c:v>
              </c:pt>
              <c:pt idx="15">
                <c:v>0.16666666666666666</c:v>
              </c:pt>
              <c:pt idx="16">
                <c:v>0.17777777777777778</c:v>
              </c:pt>
              <c:pt idx="17">
                <c:v>0.18888888888888888</c:v>
              </c:pt>
              <c:pt idx="18">
                <c:v>0.2</c:v>
              </c:pt>
              <c:pt idx="19">
                <c:v>0.2111111111111111</c:v>
              </c:pt>
              <c:pt idx="20">
                <c:v>0.2222222222222222</c:v>
              </c:pt>
              <c:pt idx="21">
                <c:v>0.23333333333333334</c:v>
              </c:pt>
              <c:pt idx="22">
                <c:v>0.24444444444444444</c:v>
              </c:pt>
              <c:pt idx="23">
                <c:v>0.25555555555555554</c:v>
              </c:pt>
              <c:pt idx="24">
                <c:v>0.26666666666666666</c:v>
              </c:pt>
              <c:pt idx="25">
                <c:v>0.2777777777777778</c:v>
              </c:pt>
              <c:pt idx="26">
                <c:v>0.28888888888888886</c:v>
              </c:pt>
              <c:pt idx="27">
                <c:v>0.3</c:v>
              </c:pt>
              <c:pt idx="28">
                <c:v>0.3111111111111111</c:v>
              </c:pt>
              <c:pt idx="29">
                <c:v>0.32222222222222224</c:v>
              </c:pt>
              <c:pt idx="30">
                <c:v>0.3333333333333333</c:v>
              </c:pt>
              <c:pt idx="31">
                <c:v>0.34444444444444444</c:v>
              </c:pt>
              <c:pt idx="32">
                <c:v>0.35555555555555557</c:v>
              </c:pt>
              <c:pt idx="33">
                <c:v>0.36666666666666664</c:v>
              </c:pt>
              <c:pt idx="34">
                <c:v>0.37777777777777777</c:v>
              </c:pt>
              <c:pt idx="35">
                <c:v>0.3888888888888889</c:v>
              </c:pt>
              <c:pt idx="36">
                <c:v>0.4</c:v>
              </c:pt>
              <c:pt idx="37">
                <c:v>0.4111111111111111</c:v>
              </c:pt>
              <c:pt idx="38">
                <c:v>0.4222222222222222</c:v>
              </c:pt>
              <c:pt idx="39">
                <c:v>0.43333333333333335</c:v>
              </c:pt>
              <c:pt idx="40">
                <c:v>0.4444444444444444</c:v>
              </c:pt>
              <c:pt idx="41">
                <c:v>0.45555555555555555</c:v>
              </c:pt>
              <c:pt idx="42">
                <c:v>0.4666666666666667</c:v>
              </c:pt>
              <c:pt idx="43">
                <c:v>0.4777777777777778</c:v>
              </c:pt>
              <c:pt idx="44">
                <c:v>0.4888888888888889</c:v>
              </c:pt>
              <c:pt idx="45">
                <c:v>0.5</c:v>
              </c:pt>
              <c:pt idx="46">
                <c:v>0.5111111111111111</c:v>
              </c:pt>
              <c:pt idx="47">
                <c:v>0.5222222222222223</c:v>
              </c:pt>
              <c:pt idx="48">
                <c:v>0.5333333333333333</c:v>
              </c:pt>
              <c:pt idx="49">
                <c:v>0.5444444444444444</c:v>
              </c:pt>
              <c:pt idx="50">
                <c:v>0.5555555555555556</c:v>
              </c:pt>
              <c:pt idx="51">
                <c:v>0.5666666666666667</c:v>
              </c:pt>
              <c:pt idx="52">
                <c:v>0.5777777777777777</c:v>
              </c:pt>
              <c:pt idx="53">
                <c:v>0.5888888888888889</c:v>
              </c:pt>
              <c:pt idx="54">
                <c:v>0.6</c:v>
              </c:pt>
              <c:pt idx="55">
                <c:v>0.6111111111111112</c:v>
              </c:pt>
              <c:pt idx="56">
                <c:v>0.6222222222222222</c:v>
              </c:pt>
              <c:pt idx="57">
                <c:v>0.6333333333333333</c:v>
              </c:pt>
              <c:pt idx="58">
                <c:v>0.6444444444444445</c:v>
              </c:pt>
              <c:pt idx="59">
                <c:v>0.6555555555555556</c:v>
              </c:pt>
              <c:pt idx="60">
                <c:v>0.6666666666666666</c:v>
              </c:pt>
              <c:pt idx="61">
                <c:v>0.6777777777777778</c:v>
              </c:pt>
              <c:pt idx="62">
                <c:v>0.6888888888888889</c:v>
              </c:pt>
              <c:pt idx="63">
                <c:v>0.7</c:v>
              </c:pt>
              <c:pt idx="64">
                <c:v>0.7111111111111111</c:v>
              </c:pt>
              <c:pt idx="65">
                <c:v>0.7222222222222222</c:v>
              </c:pt>
              <c:pt idx="66">
                <c:v>0.7333333333333333</c:v>
              </c:pt>
              <c:pt idx="67">
                <c:v>0.7444444444444445</c:v>
              </c:pt>
              <c:pt idx="68">
                <c:v>0.7555555555555555</c:v>
              </c:pt>
              <c:pt idx="69">
                <c:v>0.7666666666666667</c:v>
              </c:pt>
              <c:pt idx="70">
                <c:v>0.7777777777777778</c:v>
              </c:pt>
              <c:pt idx="71">
                <c:v>0.7888888888888889</c:v>
              </c:pt>
              <c:pt idx="72">
                <c:v>0.8</c:v>
              </c:pt>
              <c:pt idx="73">
                <c:v>0.8111111111111111</c:v>
              </c:pt>
              <c:pt idx="74">
                <c:v>0.8222222222222222</c:v>
              </c:pt>
              <c:pt idx="75">
                <c:v>0.8333333333333334</c:v>
              </c:pt>
              <c:pt idx="76">
                <c:v>0.8444444444444444</c:v>
              </c:pt>
              <c:pt idx="77">
                <c:v>0.8555555555555555</c:v>
              </c:pt>
              <c:pt idx="78">
                <c:v>0.8666666666666667</c:v>
              </c:pt>
              <c:pt idx="79">
                <c:v>0.8777777777777778</c:v>
              </c:pt>
              <c:pt idx="80">
                <c:v>0.8888888888888888</c:v>
              </c:pt>
              <c:pt idx="81">
                <c:v>0.9</c:v>
              </c:pt>
              <c:pt idx="82">
                <c:v>0.9111111111111111</c:v>
              </c:pt>
              <c:pt idx="83">
                <c:v>0.9222222222222223</c:v>
              </c:pt>
              <c:pt idx="84">
                <c:v>0.9333333333333333</c:v>
              </c:pt>
              <c:pt idx="85">
                <c:v>0.9444444444444444</c:v>
              </c:pt>
              <c:pt idx="86">
                <c:v>0.9555555555555556</c:v>
              </c:pt>
              <c:pt idx="87">
                <c:v>0.9666666666666667</c:v>
              </c:pt>
              <c:pt idx="88">
                <c:v>0.9777777777777777</c:v>
              </c:pt>
              <c:pt idx="89">
                <c:v>0.9888888888888889</c:v>
              </c:pt>
              <c:pt idx="90">
                <c:v>1</c:v>
              </c:pt>
              <c:pt idx="91">
                <c:v>1.011111111111111</c:v>
              </c:pt>
              <c:pt idx="92">
                <c:v>1.0222222222222221</c:v>
              </c:pt>
              <c:pt idx="93">
                <c:v>1.0333333333333334</c:v>
              </c:pt>
              <c:pt idx="94">
                <c:v>1.0444444444444445</c:v>
              </c:pt>
              <c:pt idx="95">
                <c:v>1.0555555555555556</c:v>
              </c:pt>
              <c:pt idx="96">
                <c:v>1.0666666666666667</c:v>
              </c:pt>
              <c:pt idx="97">
                <c:v>1.0777777777777777</c:v>
              </c:pt>
              <c:pt idx="98">
                <c:v>1.0888888888888888</c:v>
              </c:pt>
              <c:pt idx="99">
                <c:v>1.1</c:v>
              </c:pt>
              <c:pt idx="100">
                <c:v>1.1111111111111112</c:v>
              </c:pt>
              <c:pt idx="101">
                <c:v>1.1222222222222222</c:v>
              </c:pt>
              <c:pt idx="102">
                <c:v>1.1333333333333333</c:v>
              </c:pt>
              <c:pt idx="103">
                <c:v>1.1444444444444444</c:v>
              </c:pt>
              <c:pt idx="104">
                <c:v>1.1555555555555554</c:v>
              </c:pt>
              <c:pt idx="105">
                <c:v>1.1666666666666667</c:v>
              </c:pt>
              <c:pt idx="106">
                <c:v>1.1777777777777778</c:v>
              </c:pt>
              <c:pt idx="107">
                <c:v>1.1888888888888889</c:v>
              </c:pt>
              <c:pt idx="108">
                <c:v>1.2</c:v>
              </c:pt>
              <c:pt idx="109">
                <c:v>1.211111111111111</c:v>
              </c:pt>
              <c:pt idx="110">
                <c:v>1.2222222222222223</c:v>
              </c:pt>
              <c:pt idx="111">
                <c:v>1.2333333333333334</c:v>
              </c:pt>
              <c:pt idx="112">
                <c:v>1.2444444444444445</c:v>
              </c:pt>
              <c:pt idx="113">
                <c:v>1.2555555555555555</c:v>
              </c:pt>
              <c:pt idx="114">
                <c:v>1.2666666666666666</c:v>
              </c:pt>
              <c:pt idx="115">
                <c:v>1.2777777777777777</c:v>
              </c:pt>
              <c:pt idx="116">
                <c:v>1.288888888888889</c:v>
              </c:pt>
              <c:pt idx="117">
                <c:v>1.3</c:v>
              </c:pt>
              <c:pt idx="118">
                <c:v>1.3111111111111111</c:v>
              </c:pt>
              <c:pt idx="119">
                <c:v>1.3222222222222222</c:v>
              </c:pt>
              <c:pt idx="120">
                <c:v>1.3333333333333333</c:v>
              </c:pt>
              <c:pt idx="121">
                <c:v>1.3444444444444446</c:v>
              </c:pt>
              <c:pt idx="122">
                <c:v>1.3555555555555556</c:v>
              </c:pt>
              <c:pt idx="123">
                <c:v>1.3666666666666667</c:v>
              </c:pt>
              <c:pt idx="124">
                <c:v>1.3777777777777778</c:v>
              </c:pt>
              <c:pt idx="125">
                <c:v>1.3888888888888888</c:v>
              </c:pt>
              <c:pt idx="126">
                <c:v>1.4</c:v>
              </c:pt>
              <c:pt idx="127">
                <c:v>1.4111111111111112</c:v>
              </c:pt>
              <c:pt idx="128">
                <c:v>1.4222222222222223</c:v>
              </c:pt>
              <c:pt idx="129">
                <c:v>1.4333333333333333</c:v>
              </c:pt>
              <c:pt idx="130">
                <c:v>1.4444444444444444</c:v>
              </c:pt>
              <c:pt idx="131">
                <c:v>1.4555555555555555</c:v>
              </c:pt>
              <c:pt idx="132">
                <c:v>1.4666666666666666</c:v>
              </c:pt>
              <c:pt idx="133">
                <c:v>1.4777777777777779</c:v>
              </c:pt>
              <c:pt idx="134">
                <c:v>1.488888888888889</c:v>
              </c:pt>
              <c:pt idx="135">
                <c:v>1.5</c:v>
              </c:pt>
              <c:pt idx="136">
                <c:v>1.511111111111111</c:v>
              </c:pt>
              <c:pt idx="137">
                <c:v>1.5222222222222221</c:v>
              </c:pt>
              <c:pt idx="138">
                <c:v>1.5333333333333334</c:v>
              </c:pt>
              <c:pt idx="139">
                <c:v>1.5444444444444445</c:v>
              </c:pt>
              <c:pt idx="140">
                <c:v>1.5555555555555556</c:v>
              </c:pt>
              <c:pt idx="141">
                <c:v>1.5666666666666667</c:v>
              </c:pt>
              <c:pt idx="142">
                <c:v>1.5777777777777777</c:v>
              </c:pt>
              <c:pt idx="143">
                <c:v>1.5888888888888888</c:v>
              </c:pt>
              <c:pt idx="144">
                <c:v>1.6</c:v>
              </c:pt>
              <c:pt idx="145">
                <c:v>1.6111111111111112</c:v>
              </c:pt>
              <c:pt idx="146">
                <c:v>1.6222222222222222</c:v>
              </c:pt>
              <c:pt idx="147">
                <c:v>1.6333333333333333</c:v>
              </c:pt>
              <c:pt idx="148">
                <c:v>1.6444444444444444</c:v>
              </c:pt>
              <c:pt idx="149">
                <c:v>1.6555555555555554</c:v>
              </c:pt>
              <c:pt idx="150">
                <c:v>1.6666666666666667</c:v>
              </c:pt>
              <c:pt idx="151">
                <c:v>1.6777777777777778</c:v>
              </c:pt>
              <c:pt idx="152">
                <c:v>1.6888888888888889</c:v>
              </c:pt>
              <c:pt idx="153">
                <c:v>1.7</c:v>
              </c:pt>
              <c:pt idx="154">
                <c:v>1.711111111111111</c:v>
              </c:pt>
              <c:pt idx="155">
                <c:v>1.7222222222222223</c:v>
              </c:pt>
              <c:pt idx="156">
                <c:v>1.7333333333333334</c:v>
              </c:pt>
              <c:pt idx="157">
                <c:v>1.7444444444444445</c:v>
              </c:pt>
              <c:pt idx="158">
                <c:v>1.7555555555555555</c:v>
              </c:pt>
              <c:pt idx="159">
                <c:v>1.7666666666666666</c:v>
              </c:pt>
              <c:pt idx="160">
                <c:v>1.7777777777777777</c:v>
              </c:pt>
              <c:pt idx="161">
                <c:v>1.788888888888889</c:v>
              </c:pt>
              <c:pt idx="162">
                <c:v>1.8</c:v>
              </c:pt>
              <c:pt idx="163">
                <c:v>1.8111111111111111</c:v>
              </c:pt>
              <c:pt idx="164">
                <c:v>1.8222222222222222</c:v>
              </c:pt>
              <c:pt idx="165">
                <c:v>1.8333333333333333</c:v>
              </c:pt>
              <c:pt idx="166">
                <c:v>1.8444444444444446</c:v>
              </c:pt>
              <c:pt idx="167">
                <c:v>1.8555555555555556</c:v>
              </c:pt>
              <c:pt idx="168">
                <c:v>1.8666666666666667</c:v>
              </c:pt>
              <c:pt idx="169">
                <c:v>1.8777777777777778</c:v>
              </c:pt>
              <c:pt idx="170">
                <c:v>1.8888888888888888</c:v>
              </c:pt>
              <c:pt idx="171">
                <c:v>1.9</c:v>
              </c:pt>
              <c:pt idx="172">
                <c:v>1.9111111111111112</c:v>
              </c:pt>
              <c:pt idx="173">
                <c:v>1.9222222222222223</c:v>
              </c:pt>
              <c:pt idx="174">
                <c:v>1.9333333333333333</c:v>
              </c:pt>
              <c:pt idx="175">
                <c:v>1.9444444444444444</c:v>
              </c:pt>
              <c:pt idx="176">
                <c:v>1.9555555555555555</c:v>
              </c:pt>
              <c:pt idx="177">
                <c:v>1.9666666666666666</c:v>
              </c:pt>
              <c:pt idx="178">
                <c:v>1.9777777777777779</c:v>
              </c:pt>
              <c:pt idx="179">
                <c:v>1.988888888888889</c:v>
              </c:pt>
              <c:pt idx="180">
                <c:v>2</c:v>
              </c:pt>
            </c:numLit>
          </c:xVal>
          <c:yVal>
            <c:numLit>
              <c:formatCode>0.0</c:formatCode>
              <c:ptCount val="181"/>
              <c:pt idx="0">
                <c:v>5.196152422706632</c:v>
              </c:pt>
              <c:pt idx="1">
                <c:v>5.213517681544981</c:v>
              </c:pt>
              <c:pt idx="2">
                <c:v>5.230706482180574</c:v>
              </c:pt>
              <c:pt idx="3">
                <c:v>5.247718242836375</c:v>
              </c:pt>
              <c:pt idx="4">
                <c:v>5.264552387727492</c:v>
              </c:pt>
              <c:pt idx="5">
                <c:v>5.281208347080667</c:v>
              </c:pt>
              <c:pt idx="6">
                <c:v>5.297685557153562</c:v>
              </c:pt>
              <c:pt idx="7">
                <c:v>5.313983460253835</c:v>
              </c:pt>
              <c:pt idx="8">
                <c:v>5.330101504758025</c:v>
              </c:pt>
              <c:pt idx="9">
                <c:v>5.346039145130207</c:v>
              </c:pt>
              <c:pt idx="10">
                <c:v>5.361795841940474</c:v>
              </c:pt>
              <c:pt idx="11">
                <c:v>5.37737106188318</c:v>
              </c:pt>
              <c:pt idx="12">
                <c:v>5.392764277795002</c:v>
              </c:pt>
              <c:pt idx="13">
                <c:v>5.407974968672773</c:v>
              </c:pt>
              <c:pt idx="14">
                <c:v>5.423002619691124</c:v>
              </c:pt>
              <c:pt idx="15">
                <c:v>5.437846722219899</c:v>
              </c:pt>
              <c:pt idx="16">
                <c:v>5.452506773841385</c:v>
              </c:pt>
              <c:pt idx="17">
                <c:v>5.466982278367302</c:v>
              </c:pt>
              <c:pt idx="18">
                <c:v>5.481272745855605</c:v>
              </c:pt>
              <c:pt idx="19">
                <c:v>5.495377692627066</c:v>
              </c:pt>
              <c:pt idx="20">
                <c:v>5.509296641281644</c:v>
              </c:pt>
              <c:pt idx="21">
                <c:v>5.523029120714642</c:v>
              </c:pt>
              <c:pt idx="22">
                <c:v>5.536574666132655</c:v>
              </c:pt>
              <c:pt idx="23">
                <c:v>5.549932819069297</c:v>
              </c:pt>
              <c:pt idx="24">
                <c:v>5.5631031274007245</c:v>
              </c:pt>
              <c:pt idx="25">
                <c:v>5.576085145360935</c:v>
              </c:pt>
              <c:pt idx="26">
                <c:v>5.588878433556854</c:v>
              </c:pt>
              <c:pt idx="27">
                <c:v>5.601482558983211</c:v>
              </c:pt>
              <c:pt idx="28">
                <c:v>5.6138970950371885</c:v>
              </c:pt>
              <c:pt idx="29">
                <c:v>5.626121621532869</c:v>
              </c:pt>
              <c:pt idx="30">
                <c:v>5.638155724715451</c:v>
              </c:pt>
              <c:pt idx="31">
                <c:v>5.649998997275252</c:v>
              </c:pt>
              <c:pt idx="32">
                <c:v>5.6616510383615015</c:v>
              </c:pt>
              <c:pt idx="33">
                <c:v>5.673111453595901</c:v>
              </c:pt>
              <c:pt idx="34">
                <c:v>5.684379855085976</c:v>
              </c:pt>
              <c:pt idx="35">
                <c:v>5.695455861438203</c:v>
              </c:pt>
              <c:pt idx="36">
                <c:v>5.706339097770921</c:v>
              </c:pt>
              <c:pt idx="37">
                <c:v>5.717029195727016</c:v>
              </c:pt>
              <c:pt idx="38">
                <c:v>5.727525793486391</c:v>
              </c:pt>
              <c:pt idx="39">
                <c:v>5.737828535778213</c:v>
              </c:pt>
              <c:pt idx="40">
                <c:v>5.747937073892934</c:v>
              </c:pt>
              <c:pt idx="41">
                <c:v>5.757851065694096</c:v>
              </c:pt>
              <c:pt idx="42">
                <c:v>5.767570175629913</c:v>
              </c:pt>
              <c:pt idx="43">
                <c:v>5.7770940747446256</c:v>
              </c:pt>
              <c:pt idx="44">
                <c:v>5.786422440689633</c:v>
              </c:pt>
              <c:pt idx="45">
                <c:v>5.79555495773441</c:v>
              </c:pt>
              <c:pt idx="46">
                <c:v>5.804491316777184</c:v>
              </c:pt>
              <c:pt idx="47">
                <c:v>5.813231215355405</c:v>
              </c:pt>
              <c:pt idx="48">
                <c:v>5.821774357655979</c:v>
              </c:pt>
              <c:pt idx="49">
                <c:v>5.830120454525281</c:v>
              </c:pt>
              <c:pt idx="50">
                <c:v>5.838269223478943</c:v>
              </c:pt>
              <c:pt idx="51">
                <c:v>5.846220388711411</c:v>
              </c:pt>
              <c:pt idx="52">
                <c:v>5.853973681105286</c:v>
              </c:pt>
              <c:pt idx="53">
                <c:v>5.861528838240426</c:v>
              </c:pt>
              <c:pt idx="54">
                <c:v>5.868885604402834</c:v>
              </c:pt>
              <c:pt idx="55">
                <c:v>5.876043730593309</c:v>
              </c:pt>
              <c:pt idx="56">
                <c:v>5.883002974535876</c:v>
              </c:pt>
              <c:pt idx="57">
                <c:v>5.889763100685983</c:v>
              </c:pt>
              <c:pt idx="58">
                <c:v>5.89632388023848</c:v>
              </c:pt>
              <c:pt idx="59">
                <c:v>5.902685091135352</c:v>
              </c:pt>
              <c:pt idx="60">
                <c:v>5.908846518073248</c:v>
              </c:pt>
              <c:pt idx="61">
                <c:v>5.914807952510758</c:v>
              </c:pt>
              <c:pt idx="62">
                <c:v>5.920569192675475</c:v>
              </c:pt>
              <c:pt idx="63">
                <c:v>5.926130043570827</c:v>
              </c:pt>
              <c:pt idx="64">
                <c:v>5.9314903169826705</c:v>
              </c:pt>
              <c:pt idx="65">
                <c:v>5.936649831485667</c:v>
              </c:pt>
              <c:pt idx="66">
                <c:v>5.941608412449422</c:v>
              </c:pt>
              <c:pt idx="67">
                <c:v>5.946365892044392</c:v>
              </c:pt>
              <c:pt idx="68">
                <c:v>5.95092210924757</c:v>
              </c:pt>
              <c:pt idx="69">
                <c:v>5.955276909847932</c:v>
              </c:pt>
              <c:pt idx="70">
                <c:v>5.959430146451657</c:v>
              </c:pt>
              <c:pt idx="71">
                <c:v>5.963381678487119</c:v>
              </c:pt>
              <c:pt idx="72">
                <c:v>5.96713137220964</c:v>
              </c:pt>
              <c:pt idx="73">
                <c:v>5.970679100706018</c:v>
              </c:pt>
              <c:pt idx="74">
                <c:v>5.974024743898827</c:v>
              </c:pt>
              <c:pt idx="75">
                <c:v>5.977168188550473</c:v>
              </c:pt>
              <c:pt idx="76">
                <c:v>5.9801093282670355</c:v>
              </c:pt>
              <c:pt idx="77">
                <c:v>5.982848063501865</c:v>
              </c:pt>
              <c:pt idx="78">
                <c:v>5.985384301558946</c:v>
              </c:pt>
              <c:pt idx="79">
                <c:v>5.987717956596045</c:v>
              </c:pt>
              <c:pt idx="80">
                <c:v>5.989848949627609</c:v>
              </c:pt>
              <c:pt idx="81">
                <c:v>5.991777208527443</c:v>
              </c:pt>
              <c:pt idx="82">
                <c:v>5.993502668031147</c:v>
              </c:pt>
              <c:pt idx="83">
                <c:v>5.995025269738328</c:v>
              </c:pt>
              <c:pt idx="84">
                <c:v>5.996344962114574</c:v>
              </c:pt>
              <c:pt idx="85">
                <c:v>5.997461700493203</c:v>
              </c:pt>
              <c:pt idx="86">
                <c:v>5.9983754470767705</c:v>
              </c:pt>
              <c:pt idx="87">
                <c:v>5.999086170938347</c:v>
              </c:pt>
              <c:pt idx="88">
                <c:v>5.999593848022573</c:v>
              </c:pt>
              <c:pt idx="89">
                <c:v>5.999898461146466</c:v>
              </c:pt>
              <c:pt idx="90">
                <c:v>6</c:v>
              </c:pt>
              <c:pt idx="91">
                <c:v>5.999898461146466</c:v>
              </c:pt>
              <c:pt idx="92">
                <c:v>5.999593848022573</c:v>
              </c:pt>
              <c:pt idx="93">
                <c:v>5.999086170938347</c:v>
              </c:pt>
              <c:pt idx="94">
                <c:v>5.9983754470767705</c:v>
              </c:pt>
              <c:pt idx="95">
                <c:v>5.997461700493203</c:v>
              </c:pt>
              <c:pt idx="96">
                <c:v>5.996344962114574</c:v>
              </c:pt>
              <c:pt idx="97">
                <c:v>5.995025269738328</c:v>
              </c:pt>
              <c:pt idx="98">
                <c:v>5.993502668031147</c:v>
              </c:pt>
              <c:pt idx="99">
                <c:v>5.991777208527443</c:v>
              </c:pt>
              <c:pt idx="100">
                <c:v>5.989848949627609</c:v>
              </c:pt>
              <c:pt idx="101">
                <c:v>5.987717956596045</c:v>
              </c:pt>
              <c:pt idx="102">
                <c:v>5.985384301558945</c:v>
              </c:pt>
              <c:pt idx="103">
                <c:v>5.982848063501865</c:v>
              </c:pt>
              <c:pt idx="104">
                <c:v>5.9801093282670355</c:v>
              </c:pt>
              <c:pt idx="105">
                <c:v>5.977168188550473</c:v>
              </c:pt>
              <c:pt idx="106">
                <c:v>5.974024743898827</c:v>
              </c:pt>
              <c:pt idx="107">
                <c:v>5.970679100706018</c:v>
              </c:pt>
              <c:pt idx="108">
                <c:v>5.96713137220964</c:v>
              </c:pt>
              <c:pt idx="109">
                <c:v>5.96338167848712</c:v>
              </c:pt>
              <c:pt idx="110">
                <c:v>5.959430146451657</c:v>
              </c:pt>
              <c:pt idx="111">
                <c:v>5.9552769098479335</c:v>
              </c:pt>
              <c:pt idx="112">
                <c:v>5.95092210924757</c:v>
              </c:pt>
              <c:pt idx="113">
                <c:v>5.946365892044393</c:v>
              </c:pt>
              <c:pt idx="114">
                <c:v>5.941608412449422</c:v>
              </c:pt>
              <c:pt idx="115">
                <c:v>5.936649831485667</c:v>
              </c:pt>
              <c:pt idx="116">
                <c:v>5.93149031698267</c:v>
              </c:pt>
              <c:pt idx="117">
                <c:v>5.926130043570827</c:v>
              </c:pt>
              <c:pt idx="118">
                <c:v>5.920569192675475</c:v>
              </c:pt>
              <c:pt idx="119">
                <c:v>5.914807952510758</c:v>
              </c:pt>
              <c:pt idx="120">
                <c:v>5.908846518073248</c:v>
              </c:pt>
              <c:pt idx="121">
                <c:v>5.902685091135353</c:v>
              </c:pt>
              <c:pt idx="122">
                <c:v>5.89632388023848</c:v>
              </c:pt>
              <c:pt idx="123">
                <c:v>5.889763100685983</c:v>
              </c:pt>
              <c:pt idx="124">
                <c:v>5.883002974535875</c:v>
              </c:pt>
              <c:pt idx="125">
                <c:v>5.876043730593309</c:v>
              </c:pt>
              <c:pt idx="126">
                <c:v>5.868885604402835</c:v>
              </c:pt>
              <c:pt idx="127">
                <c:v>5.861528838240426</c:v>
              </c:pt>
              <c:pt idx="128">
                <c:v>5.853973681105286</c:v>
              </c:pt>
              <c:pt idx="129">
                <c:v>5.846220388711411</c:v>
              </c:pt>
              <c:pt idx="130">
                <c:v>5.838269223478943</c:v>
              </c:pt>
              <c:pt idx="131">
                <c:v>5.830120454525281</c:v>
              </c:pt>
              <c:pt idx="132">
                <c:v>5.821774357655978</c:v>
              </c:pt>
              <c:pt idx="133">
                <c:v>5.813231215355404</c:v>
              </c:pt>
              <c:pt idx="134">
                <c:v>5.8044913167771846</c:v>
              </c:pt>
              <c:pt idx="135">
                <c:v>5.795554957734411</c:v>
              </c:pt>
              <c:pt idx="136">
                <c:v>5.786422440689633</c:v>
              </c:pt>
              <c:pt idx="137">
                <c:v>5.777094074744626</c:v>
              </c:pt>
              <c:pt idx="138">
                <c:v>5.767570175629913</c:v>
              </c:pt>
              <c:pt idx="139">
                <c:v>5.757851065694094</c:v>
              </c:pt>
              <c:pt idx="140">
                <c:v>5.747937073892933</c:v>
              </c:pt>
              <c:pt idx="141">
                <c:v>5.737828535778213</c:v>
              </c:pt>
              <c:pt idx="142">
                <c:v>5.727525793486392</c:v>
              </c:pt>
              <c:pt idx="143">
                <c:v>5.717029195727018</c:v>
              </c:pt>
              <c:pt idx="144">
                <c:v>5.706339097770922</c:v>
              </c:pt>
              <c:pt idx="145">
                <c:v>5.695455861438204</c:v>
              </c:pt>
              <c:pt idx="146">
                <c:v>5.684379855085977</c:v>
              </c:pt>
              <c:pt idx="147">
                <c:v>5.673111453595902</c:v>
              </c:pt>
              <c:pt idx="148">
                <c:v>5.661651038361501</c:v>
              </c:pt>
              <c:pt idx="149">
                <c:v>5.649998997275251</c:v>
              </c:pt>
              <c:pt idx="150">
                <c:v>5.638155724715451</c:v>
              </c:pt>
              <c:pt idx="151">
                <c:v>5.626121621532868</c:v>
              </c:pt>
              <c:pt idx="152">
                <c:v>5.61389709503719</c:v>
              </c:pt>
              <c:pt idx="153">
                <c:v>5.60148255898321</c:v>
              </c:pt>
              <c:pt idx="154">
                <c:v>5.588878433556853</c:v>
              </c:pt>
              <c:pt idx="155">
                <c:v>5.576085145360934</c:v>
              </c:pt>
              <c:pt idx="156">
                <c:v>5.563103127400723</c:v>
              </c:pt>
              <c:pt idx="157">
                <c:v>5.549932819069296</c:v>
              </c:pt>
              <c:pt idx="158">
                <c:v>5.536574666132653</c:v>
              </c:pt>
              <c:pt idx="159">
                <c:v>5.523029120714641</c:v>
              </c:pt>
              <c:pt idx="160">
                <c:v>5.5092966412816455</c:v>
              </c:pt>
              <c:pt idx="161">
                <c:v>5.495377692627068</c:v>
              </c:pt>
              <c:pt idx="162">
                <c:v>5.481272745855607</c:v>
              </c:pt>
              <c:pt idx="163">
                <c:v>5.466982278367304</c:v>
              </c:pt>
              <c:pt idx="164">
                <c:v>5.452506773841387</c:v>
              </c:pt>
              <c:pt idx="165">
                <c:v>5.4378467222199</c:v>
              </c:pt>
              <c:pt idx="166">
                <c:v>5.4230026196911245</c:v>
              </c:pt>
              <c:pt idx="167">
                <c:v>5.407974968672773</c:v>
              </c:pt>
              <c:pt idx="168">
                <c:v>5.392764277795003</c:v>
              </c:pt>
              <c:pt idx="169">
                <c:v>5.3773710618831805</c:v>
              </c:pt>
              <c:pt idx="170">
                <c:v>5.361795841940474</c:v>
              </c:pt>
              <c:pt idx="171">
                <c:v>5.3460391451302085</c:v>
              </c:pt>
              <c:pt idx="172">
                <c:v>5.330101504758025</c:v>
              </c:pt>
              <c:pt idx="173">
                <c:v>5.313983460253836</c:v>
              </c:pt>
              <c:pt idx="174">
                <c:v>5.297685557153562</c:v>
              </c:pt>
              <c:pt idx="175">
                <c:v>5.281208347080667</c:v>
              </c:pt>
              <c:pt idx="176">
                <c:v>5.264552387727491</c:v>
              </c:pt>
              <c:pt idx="177">
                <c:v>5.247718242836373</c:v>
              </c:pt>
              <c:pt idx="178">
                <c:v>5.230706482180576</c:v>
              </c:pt>
              <c:pt idx="179">
                <c:v>5.21351768154498</c:v>
              </c:pt>
              <c:pt idx="180">
                <c:v>5.196152422706632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.1"/>
          <c:min val="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CE4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979"/>
                    </a:solidFill>
                    <a:latin typeface="Microsoft YaHei"/>
                    <a:ea typeface="Microsoft YaHei"/>
                    <a:cs typeface="Microsoft YaHei"/>
                  </a:rPr>
                  <a:t>φ / π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97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CE4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7F9FC"/>
        </a:solidFill>
      </c:spPr>
    </c:plotArea>
    <c:plotVisOnly val="1"/>
  </c:chart>
  <c:spPr>
    <a:solidFill xmlns:a="http://schemas.openxmlformats.org/drawingml/2006/main">
      <a:srgbClr val="F7F9FC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6E730FE2-A568-41E2-884C-8EE96842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2025 全国一卷数学 · 第 19 题">
            <a:extLst xmlns:a="http://schemas.openxmlformats.org/drawingml/2006/main">
              <a:ext uri="{FF2B5EF4-FFF2-40B4-BE49-F238E27FC236}">
                <a16:creationId xmlns:a16="http://schemas.microsoft.com/office/drawing/2014/main" id="{AC9747F1-26DF-427B-BEE0-928B801B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rPr>
              <a:t>2025 全国一卷数学 · 第 19 题</a:t>
            </a:r>
          </a:p>
        </p:txBody>
      </p:sp>
      <p:sp>
        <p:nvSpPr>
          <p:cNvPr id="3" name="三角函数最值&#10;与相位优化">
            <a:extLst xmlns:a="http://schemas.openxmlformats.org/drawingml/2006/main">
              <a:ext uri="{FF2B5EF4-FFF2-40B4-BE49-F238E27FC236}">
                <a16:creationId xmlns:a16="http://schemas.microsoft.com/office/drawing/2014/main" id="{8697AB4E-2300-48D5-A6E7-D5709D0D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00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三角函数最值</a:t>
            </a:r>
          </a:p>
          <a:p xmlns:a="http://schemas.openxmlformats.org/drawingml/2006/main">
            <a:pPr>
              <a:def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与相位优化</a:t>
            </a:r>
          </a:p>
        </p:txBody>
      </p:sp>
      <p:sp>
        <p:nvSpPr>
          <p:cNvPr id="4" name="f(x) = 5cos x − cos 5x">
            <a:extLst xmlns:a="http://schemas.openxmlformats.org/drawingml/2006/main">
              <a:ext uri="{FF2B5EF4-FFF2-40B4-BE49-F238E27FC236}">
                <a16:creationId xmlns:a16="http://schemas.microsoft.com/office/drawing/2014/main" id="{43F8459F-90EC-46EF-937F-098A4554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0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0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0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0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0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0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0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0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0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0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rPr>
              <a:t>f(x) = 5cos x − cos 5x</a:t>
            </a:r>
          </a:p>
        </p:txBody>
      </p:sp>
      <p:sp>
        <p:nvSpPr>
          <p:cNvPr id="5" name="完整证明与 Python 数值核验">
            <a:extLst xmlns:a="http://schemas.openxmlformats.org/drawingml/2006/main">
              <a:ext uri="{FF2B5EF4-FFF2-40B4-BE49-F238E27FC236}">
                <a16:creationId xmlns:a16="http://schemas.microsoft.com/office/drawing/2014/main" id="{92431715-FC14-413F-86FF-AB04737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完整证明与 Python 数值核验</a:t>
            </a:r>
          </a:p>
        </p:txBody>
      </p:sp>
    </p:spTree>
    <p:extLst>
      <p:ext uri="{BB962C8B-B14F-4D97-AF65-F5344CB8AC3E}">
        <p14:creationId xmlns:p14="http://schemas.microsoft.com/office/powerpoint/2010/main" val="656428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题目条件">
            <a:extLst xmlns:a="http://schemas.openxmlformats.org/drawingml/2006/main">
              <a:ext uri="{FF2B5EF4-FFF2-40B4-BE49-F238E27FC236}">
                <a16:creationId xmlns:a16="http://schemas.microsoft.com/office/drawing/2014/main" id="{5B83791A-07D4-4640-8D74-A3420A9F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题目条件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5A89F4DA-699F-498F-A0D2-5EAF42AE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设  f(x) = 5cos x − cos 5x">
            <a:extLst xmlns:a="http://schemas.openxmlformats.org/drawingml/2006/main">
              <a:ext uri="{FF2B5EF4-FFF2-40B4-BE49-F238E27FC236}">
                <a16:creationId xmlns:a16="http://schemas.microsoft.com/office/drawing/2014/main" id="{FC6055B6-9FA1-42A2-992F-DE90486D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设  f(x) = 5cos x − cos 5x</a:t>
            </a:r>
          </a:p>
        </p:txBody>
      </p:sp>
      <p:sp>
        <p:nvSpPr>
          <p:cNvPr id="4" name="（1）求 f 在 [0, π/4] 上的最大值">
            <a:extLst xmlns:a="http://schemas.openxmlformats.org/drawingml/2006/main">
              <a:ext uri="{FF2B5EF4-FFF2-40B4-BE49-F238E27FC236}">
                <a16:creationId xmlns:a16="http://schemas.microsoft.com/office/drawing/2014/main" id="{E4A4163F-5F3D-4D82-B9B3-561CEF5C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（1）求 f 在 [0, π/4] 上的最大值</a:t>
            </a:r>
          </a:p>
        </p:txBody>
      </p:sp>
      <p:sp>
        <p:nvSpPr>
          <p:cNvPr id="5" name="（2）0 &lt; θ &lt; π，a ∈ R，证明存在 y ∈ [a">
            <a:extLst xmlns:a="http://schemas.openxmlformats.org/drawingml/2006/main">
              <a:ext uri="{FF2B5EF4-FFF2-40B4-BE49-F238E27FC236}">
                <a16:creationId xmlns:a16="http://schemas.microsoft.com/office/drawing/2014/main" id="{1DD0C82A-1DB5-4503-A052-92B63E91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（2）0 &lt; θ &lt; π，a ∈ R，证明存在 y ∈ [a−θ, a+θ]</a:t>
            </a:r>
          </a:p>
        </p:txBody>
      </p:sp>
      <p:sp>
        <p:nvSpPr>
          <p:cNvPr id="6" name="使 cos y ≤ cos θ">
            <a:extLst xmlns:a="http://schemas.openxmlformats.org/drawingml/2006/main">
              <a:ext uri="{FF2B5EF4-FFF2-40B4-BE49-F238E27FC236}">
                <a16:creationId xmlns:a16="http://schemas.microsoft.com/office/drawing/2014/main" id="{EE616724-13D8-4641-8C7B-F1CC2EB2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481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使 cos y ≤ cos θ</a:t>
            </a:r>
          </a:p>
        </p:txBody>
      </p:sp>
      <p:sp>
        <p:nvSpPr>
          <p:cNvPr id="7" name="（3）存在固定 φ，使 5cos x − cos(5x+φ)">
            <a:extLst xmlns:a="http://schemas.openxmlformats.org/drawingml/2006/main">
              <a:ext uri="{FF2B5EF4-FFF2-40B4-BE49-F238E27FC236}">
                <a16:creationId xmlns:a16="http://schemas.microsoft.com/office/drawing/2014/main" id="{D52E7607-4F54-4681-8E9B-98D85DDB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（3）存在固定 φ，使 5cos x − cos(5x+φ) ≤ b</a:t>
            </a:r>
          </a:p>
        </p:txBody>
      </p:sp>
      <p:sp>
        <p:nvSpPr>
          <p:cNvPr id="8" name="对所有 x ∈ R 成立，求 b 的最小值">
            <a:extLst xmlns:a="http://schemas.openxmlformats.org/drawingml/2006/main">
              <a:ext uri="{FF2B5EF4-FFF2-40B4-BE49-F238E27FC236}">
                <a16:creationId xmlns:a16="http://schemas.microsoft.com/office/drawing/2014/main" id="{F67F1E07-50F1-43B9-81C4-88A72ECF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19112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对所有 x ∈ R 成立，求 b 的最小值</a:t>
            </a:r>
          </a:p>
        </p:txBody>
      </p:sp>
    </p:spTree>
    <p:extLst>
      <p:ext uri="{BB962C8B-B14F-4D97-AF65-F5344CB8AC3E}">
        <p14:creationId xmlns:p14="http://schemas.microsoft.com/office/powerpoint/2010/main" val="1235680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一问：导数确定最大值">
            <a:extLst xmlns:a="http://schemas.openxmlformats.org/drawingml/2006/main">
              <a:ext uri="{FF2B5EF4-FFF2-40B4-BE49-F238E27FC236}">
                <a16:creationId xmlns:a16="http://schemas.microsoft.com/office/drawing/2014/main" id="{189FB08E-02EE-4C13-9028-3FE568E8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第一问：导数确定最大值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EED8812C-CBF4-45F1-AE96-979EC776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f′(x) = 5(sin 5x − sin x)">
            <a:extLst xmlns:a="http://schemas.openxmlformats.org/drawingml/2006/main">
              <a:ext uri="{FF2B5EF4-FFF2-40B4-BE49-F238E27FC236}">
                <a16:creationId xmlns:a16="http://schemas.microsoft.com/office/drawing/2014/main" id="{8A3F3CE4-7C1F-49B6-BB6C-129FA5A1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f′(x) = 5(sin 5x − sin x)</a:t>
            </a:r>
          </a:p>
        </p:txBody>
      </p:sp>
      <p:sp>
        <p:nvSpPr>
          <p:cNvPr id="4" name="          = 10cos 3x · sin 2x">
            <a:extLst xmlns:a="http://schemas.openxmlformats.org/drawingml/2006/main">
              <a:ext uri="{FF2B5EF4-FFF2-40B4-BE49-F238E27FC236}">
                <a16:creationId xmlns:a16="http://schemas.microsoft.com/office/drawing/2014/main" id="{E3C26B22-C025-49DE-A915-05FDA2C3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          = 10cos 3x · sin 2x</a:t>
            </a:r>
          </a:p>
        </p:txBody>
      </p:sp>
      <p:sp>
        <p:nvSpPr>
          <p:cNvPr id="5" name="在 0 &lt; x &lt; π/4 内，sin 2x &gt; 0">
            <a:extLst xmlns:a="http://schemas.openxmlformats.org/drawingml/2006/main">
              <a:ext uri="{FF2B5EF4-FFF2-40B4-BE49-F238E27FC236}">
                <a16:creationId xmlns:a16="http://schemas.microsoft.com/office/drawing/2014/main" id="{3706312A-D764-4772-8D29-9EC1652B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在 0 &lt; x &lt; π/4 内，sin 2x &gt; 0</a:t>
            </a:r>
          </a:p>
        </p:txBody>
      </p:sp>
      <p:sp>
        <p:nvSpPr>
          <p:cNvPr id="6" name="0 &lt; x &lt; π/6：递增       π/6 &lt; x &lt;">
            <a:extLst xmlns:a="http://schemas.openxmlformats.org/drawingml/2006/main">
              <a:ext uri="{FF2B5EF4-FFF2-40B4-BE49-F238E27FC236}">
                <a16:creationId xmlns:a16="http://schemas.microsoft.com/office/drawing/2014/main" id="{F7CD96E4-BF5B-4110-A38A-7302E61C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0 &lt; x &lt; π/6：递增       π/6 &lt; x &lt; π/4：递减</a:t>
            </a:r>
          </a:p>
        </p:txBody>
      </p:sp>
      <p:sp>
        <p:nvSpPr>
          <p:cNvPr id="7" name="最大值在 x = π/6 取得">
            <a:extLst xmlns:a="http://schemas.openxmlformats.org/drawingml/2006/main">
              <a:ext uri="{FF2B5EF4-FFF2-40B4-BE49-F238E27FC236}">
                <a16:creationId xmlns:a16="http://schemas.microsoft.com/office/drawing/2014/main" id="{A6E6E2EF-0250-4976-94D7-4826CBC4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最大值在 x = π/6 取得</a:t>
            </a:r>
          </a:p>
        </p:txBody>
      </p:sp>
      <p:sp>
        <p:nvSpPr>
          <p:cNvPr id="8" name="f(π/6) = 5√3/2 + √3/2 = 3√3">
            <a:extLst xmlns:a="http://schemas.openxmlformats.org/drawingml/2006/main">
              <a:ext uri="{FF2B5EF4-FFF2-40B4-BE49-F238E27FC236}">
                <a16:creationId xmlns:a16="http://schemas.microsoft.com/office/drawing/2014/main" id="{871255C2-83AE-4FA0-AA3D-D23A40AE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f(π/6) = 5√3/2 + √3/2 = 3√3</a:t>
            </a:r>
          </a:p>
        </p:txBody>
      </p:sp>
    </p:spTree>
    <p:extLst>
      <p:ext uri="{BB962C8B-B14F-4D97-AF65-F5344CB8AC3E}">
        <p14:creationId xmlns:p14="http://schemas.microsoft.com/office/powerpoint/2010/main" val="1131456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一问的函数曲线">
            <a:extLst xmlns:a="http://schemas.openxmlformats.org/drawingml/2006/main">
              <a:ext uri="{FF2B5EF4-FFF2-40B4-BE49-F238E27FC236}">
                <a16:creationId xmlns:a16="http://schemas.microsoft.com/office/drawing/2014/main" id="{9EDBAB49-0AFE-4507-9B40-D98BFE2D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第一问的函数曲线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696E667A-B23C-4A60-A453-526B0B4F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51BBC31-C960-4747-B170-CE3F1C7DBAF1}"/>
              </a:ext>
            </a:extLst>
          </p:cNvPr>
          <p:cNvGraphicFramePr/>
          <p:nvPr/>
        </p:nvGraphicFramePr>
        <p:xfrm>
          <a:off xmlns:a="http://schemas.openxmlformats.org/drawingml/2006/main" x="619125" y="1514475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8371fea0044364"/>
          </a:graphicData>
        </a:graphic>
      </p:graphicFrame>
      <p:sp>
        <p:nvSpPr>
          <p:cNvPr id="4" name="3√3">
            <a:extLst xmlns:a="http://schemas.openxmlformats.org/drawingml/2006/main">
              <a:ext uri="{FF2B5EF4-FFF2-40B4-BE49-F238E27FC236}">
                <a16:creationId xmlns:a16="http://schemas.microsoft.com/office/drawing/2014/main" id="{21A88237-9AB3-4BF5-BAE5-2D9A438B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3√3</a:t>
            </a:r>
          </a:p>
        </p:txBody>
      </p:sp>
      <p:sp>
        <p:nvSpPr>
          <p:cNvPr id="5" name="≈ 5.196152">
            <a:extLst xmlns:a="http://schemas.openxmlformats.org/drawingml/2006/main">
              <a:ext uri="{FF2B5EF4-FFF2-40B4-BE49-F238E27FC236}">
                <a16:creationId xmlns:a16="http://schemas.microsoft.com/office/drawing/2014/main" id="{516245FB-2B98-450E-8BF8-6ECCAD52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1813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≈ 5.196152</a:t>
            </a:r>
          </a:p>
        </p:txBody>
      </p:sp>
      <p:sp>
        <p:nvSpPr>
          <p:cNvPr id="6" name="x = π/6">
            <a:extLst xmlns:a="http://schemas.openxmlformats.org/drawingml/2006/main">
              <a:ext uri="{FF2B5EF4-FFF2-40B4-BE49-F238E27FC236}">
                <a16:creationId xmlns:a16="http://schemas.microsoft.com/office/drawing/2014/main" id="{6FFA316F-A285-4190-9F9B-83FC5214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9909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x = π/6</a:t>
            </a:r>
          </a:p>
        </p:txBody>
      </p:sp>
      <p:sp>
        <p:nvSpPr>
          <p:cNvPr id="7" name="先增后减&#10;内点取得最大值">
            <a:extLst xmlns:a="http://schemas.openxmlformats.org/drawingml/2006/main">
              <a:ext uri="{FF2B5EF4-FFF2-40B4-BE49-F238E27FC236}">
                <a16:creationId xmlns:a16="http://schemas.microsoft.com/office/drawing/2014/main" id="{B38B5CAF-9B70-492C-A2FC-54B6CA2E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72440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先增后减</a:t>
            </a:r>
          </a:p>
          <a:p xmlns:a="http://schemas.openxmlformats.org/drawingml/2006/main">
            <a: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内点取得最大值</a:t>
            </a:r>
          </a:p>
        </p:txBody>
      </p:sp>
      <p:sp>
        <p:nvSpPr>
          <p:cNvPr id="8" name="数值曲线与导数分析一致">
            <a:extLst xmlns:a="http://schemas.openxmlformats.org/drawingml/2006/main">
              <a:ext uri="{FF2B5EF4-FFF2-40B4-BE49-F238E27FC236}">
                <a16:creationId xmlns:a16="http://schemas.microsoft.com/office/drawing/2014/main" id="{5313C629-C499-4F91-98B2-0DB47EE6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数值曲线与导数分析一致</a:t>
            </a:r>
          </a:p>
        </p:txBody>
      </p:sp>
    </p:spTree>
    <p:extLst>
      <p:ext uri="{BB962C8B-B14F-4D97-AF65-F5344CB8AC3E}">
        <p14:creationId xmlns:p14="http://schemas.microsoft.com/office/powerpoint/2010/main" val="18650092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第二问：区间存在性引理">
            <a:extLst xmlns:a="http://schemas.openxmlformats.org/drawingml/2006/main">
              <a:ext uri="{FF2B5EF4-FFF2-40B4-BE49-F238E27FC236}">
                <a16:creationId xmlns:a16="http://schemas.microsoft.com/office/drawing/2014/main" id="{FBC379B9-267D-446A-82EA-A2835DAF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第二问：区间存在性引理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F440BC22-C7DE-4780-A965-1252E4E7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目标：找到 y ∈ [a−θ, a+θ]，使 cos y ≤">
            <a:extLst xmlns:a="http://schemas.openxmlformats.org/drawingml/2006/main">
              <a:ext uri="{FF2B5EF4-FFF2-40B4-BE49-F238E27FC236}">
                <a16:creationId xmlns:a16="http://schemas.microsoft.com/office/drawing/2014/main" id="{E3C3B7EB-1E0E-428F-9C07-062C1BD8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目标：找到 y ∈ [a−θ, a+θ]，使 cos y ≤ cos θ</a:t>
            </a:r>
          </a:p>
        </p:txBody>
      </p:sp>
      <p:sp>
        <p:nvSpPr>
          <p:cNvPr id="4" name="先选整数 k，使 α = a − 2kπ ∈ [−π, π]">
            <a:extLst xmlns:a="http://schemas.openxmlformats.org/drawingml/2006/main">
              <a:ext uri="{FF2B5EF4-FFF2-40B4-BE49-F238E27FC236}">
                <a16:creationId xmlns:a16="http://schemas.microsoft.com/office/drawing/2014/main" id="{6E6693BF-E4AD-45F9-ADD3-DE844049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先选整数 k，使 α = a − 2kπ ∈ [−π, π]</a:t>
            </a:r>
          </a:p>
        </p:txBody>
      </p:sp>
      <p:sp>
        <p:nvSpPr>
          <p:cNvPr id="5" name="区间条件等价于 |y − a| ≤ θ">
            <a:extLst xmlns:a="http://schemas.openxmlformats.org/drawingml/2006/main">
              <a:ext uri="{FF2B5EF4-FFF2-40B4-BE49-F238E27FC236}">
                <a16:creationId xmlns:a16="http://schemas.microsoft.com/office/drawing/2014/main" id="{736C5C63-0A2F-4A19-B884-1B69DE8B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区间条件等价于 |y − a| ≤ θ</a:t>
            </a:r>
          </a:p>
        </p:txBody>
      </p:sp>
      <p:sp>
        <p:nvSpPr>
          <p:cNvPr id="6" name="余弦在 [0, π] 递减，并且 cos(−u) = cos">
            <a:extLst xmlns:a="http://schemas.openxmlformats.org/drawingml/2006/main">
              <a:ext uri="{FF2B5EF4-FFF2-40B4-BE49-F238E27FC236}">
                <a16:creationId xmlns:a16="http://schemas.microsoft.com/office/drawing/2014/main" id="{B4D1494C-8B43-4649-8D12-CB8C5EC5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余弦在 [0, π] 递减，并且 cos(−u) = cos u</a:t>
            </a:r>
          </a:p>
        </p:txBody>
      </p:sp>
      <p:sp>
        <p:nvSpPr>
          <p:cNvPr id="7" name="根据 α 是否已经远离 0，选择 a 本身或 ±θ 的周期对">
            <a:extLst xmlns:a="http://schemas.openxmlformats.org/drawingml/2006/main">
              <a:ext uri="{FF2B5EF4-FFF2-40B4-BE49-F238E27FC236}">
                <a16:creationId xmlns:a16="http://schemas.microsoft.com/office/drawing/2014/main" id="{8896FDD9-D55C-459B-8965-959A8F03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根据 α 是否已经远离 0，选择 a 本身或 ±θ 的周期对应点</a:t>
            </a:r>
          </a:p>
        </p:txBody>
      </p:sp>
    </p:spTree>
    <p:extLst>
      <p:ext uri="{BB962C8B-B14F-4D97-AF65-F5344CB8AC3E}">
        <p14:creationId xmlns:p14="http://schemas.microsoft.com/office/powerpoint/2010/main" val="12993412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第二问的构造性证明">
            <a:extLst xmlns:a="http://schemas.openxmlformats.org/drawingml/2006/main">
              <a:ext uri="{FF2B5EF4-FFF2-40B4-BE49-F238E27FC236}">
                <a16:creationId xmlns:a16="http://schemas.microsoft.com/office/drawing/2014/main" id="{B899BA3C-3D68-407B-A0DF-D35E49FD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第二问的构造性证明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5B3291DB-957C-4AFE-B768-4DFEC64F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①  |α| ≥ θ">
            <a:extLst xmlns:a="http://schemas.openxmlformats.org/drawingml/2006/main">
              <a:ext uri="{FF2B5EF4-FFF2-40B4-BE49-F238E27FC236}">
                <a16:creationId xmlns:a16="http://schemas.microsoft.com/office/drawing/2014/main" id="{701D87F3-250E-4A95-B722-AE610B60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①  |α| ≥ θ</a:t>
            </a:r>
          </a:p>
        </p:txBody>
      </p:sp>
      <p:sp>
        <p:nvSpPr>
          <p:cNvPr id="4" name="取 y = a">
            <a:extLst xmlns:a="http://schemas.openxmlformats.org/drawingml/2006/main">
              <a:ext uri="{FF2B5EF4-FFF2-40B4-BE49-F238E27FC236}">
                <a16:creationId xmlns:a16="http://schemas.microsoft.com/office/drawing/2014/main" id="{47DB4B07-BE7F-4202-BFC2-AED2CD0C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811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取 y = a</a:t>
            </a:r>
          </a:p>
        </p:txBody>
      </p:sp>
      <p:sp>
        <p:nvSpPr>
          <p:cNvPr id="5" name="cos y = cos|α| ≤ cos θ">
            <a:extLst xmlns:a="http://schemas.openxmlformats.org/drawingml/2006/main">
              <a:ext uri="{FF2B5EF4-FFF2-40B4-BE49-F238E27FC236}">
                <a16:creationId xmlns:a16="http://schemas.microsoft.com/office/drawing/2014/main" id="{0FA3C942-3013-4FCA-B44F-6232BB3A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cos y = cos|α| ≤ cos θ</a:t>
            </a:r>
          </a:p>
        </p:txBody>
      </p:sp>
      <p:sp>
        <p:nvSpPr>
          <p:cNvPr id="6" name="②  0 ≤ α &lt; θ">
            <a:extLst xmlns:a="http://schemas.openxmlformats.org/drawingml/2006/main">
              <a:ext uri="{FF2B5EF4-FFF2-40B4-BE49-F238E27FC236}">
                <a16:creationId xmlns:a16="http://schemas.microsoft.com/office/drawing/2014/main" id="{AD3F7ED1-1AC4-47D8-A66D-4EC76A14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②  0 ≤ α &lt; θ</a:t>
            </a:r>
          </a:p>
        </p:txBody>
      </p:sp>
      <p:sp>
        <p:nvSpPr>
          <p:cNvPr id="7" name="取 y = 2kπ + θ">
            <a:extLst xmlns:a="http://schemas.openxmlformats.org/drawingml/2006/main">
              <a:ext uri="{FF2B5EF4-FFF2-40B4-BE49-F238E27FC236}">
                <a16:creationId xmlns:a16="http://schemas.microsoft.com/office/drawing/2014/main" id="{96BCFBD1-75EC-4A85-8069-9E269E02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7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取 y = 2kπ + θ</a:t>
            </a:r>
          </a:p>
        </p:txBody>
      </p:sp>
      <p:sp>
        <p:nvSpPr>
          <p:cNvPr id="8" name="|y−a| = θ−α ≤ θ，且 cos y = cos ">
            <a:extLst xmlns:a="http://schemas.openxmlformats.org/drawingml/2006/main">
              <a:ext uri="{FF2B5EF4-FFF2-40B4-BE49-F238E27FC236}">
                <a16:creationId xmlns:a16="http://schemas.microsoft.com/office/drawing/2014/main" id="{28C98811-BC38-4C9C-9FFC-DB1CC851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|y−a| = θ−α ≤ θ，且 cos y = cos θ</a:t>
            </a:r>
          </a:p>
        </p:txBody>
      </p:sp>
      <p:sp>
        <p:nvSpPr>
          <p:cNvPr id="9" name="③  −θ &lt; α &lt; 0">
            <a:extLst xmlns:a="http://schemas.openxmlformats.org/drawingml/2006/main">
              <a:ext uri="{FF2B5EF4-FFF2-40B4-BE49-F238E27FC236}">
                <a16:creationId xmlns:a16="http://schemas.microsoft.com/office/drawing/2014/main" id="{8DA82B05-B727-43D7-924A-AF1410CB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③  −θ &lt; α &lt; 0</a:t>
            </a:r>
          </a:p>
        </p:txBody>
      </p:sp>
      <p:sp>
        <p:nvSpPr>
          <p:cNvPr id="10" name="取 y = 2kπ − θ">
            <a:extLst xmlns:a="http://schemas.openxmlformats.org/drawingml/2006/main">
              <a:ext uri="{FF2B5EF4-FFF2-40B4-BE49-F238E27FC236}">
                <a16:creationId xmlns:a16="http://schemas.microsoft.com/office/drawing/2014/main" id="{0237AAA7-C533-4719-8A3E-436AA76D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529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取 y = 2kπ − θ</a:t>
            </a:r>
          </a:p>
        </p:txBody>
      </p:sp>
      <p:sp>
        <p:nvSpPr>
          <p:cNvPr id="11" name="|y−a| = θ+α &lt; θ，且 cos y = cos ">
            <a:extLst xmlns:a="http://schemas.openxmlformats.org/drawingml/2006/main">
              <a:ext uri="{FF2B5EF4-FFF2-40B4-BE49-F238E27FC236}">
                <a16:creationId xmlns:a16="http://schemas.microsoft.com/office/drawing/2014/main" id="{E4EBEEBB-6B83-4E6E-8A42-6F813CE6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|y−a| = θ+α &lt; θ，且 cos y = cos θ</a:t>
            </a:r>
          </a:p>
        </p:txBody>
      </p:sp>
    </p:spTree>
    <p:extLst>
      <p:ext uri="{BB962C8B-B14F-4D97-AF65-F5344CB8AC3E}">
        <p14:creationId xmlns:p14="http://schemas.microsoft.com/office/powerpoint/2010/main" val="12840519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三问：任意相位的必要下界">
            <a:extLst xmlns:a="http://schemas.openxmlformats.org/drawingml/2006/main">
              <a:ext uri="{FF2B5EF4-FFF2-40B4-BE49-F238E27FC236}">
                <a16:creationId xmlns:a16="http://schemas.microsoft.com/office/drawing/2014/main" id="{1C8929F5-5972-481B-9463-6AEF841A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第三问：任意相位的必要下界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BEB21C40-2A98-4ED7-9239-A74ACBCA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任取 φ。第二问中令 a = φ，θ = 5π/6">
            <a:extLst xmlns:a="http://schemas.openxmlformats.org/drawingml/2006/main">
              <a:ext uri="{FF2B5EF4-FFF2-40B4-BE49-F238E27FC236}">
                <a16:creationId xmlns:a16="http://schemas.microsoft.com/office/drawing/2014/main" id="{BE241032-DE3C-44EB-ADE5-20CDFA58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任取 φ。第二问中令 a = φ，θ = 5π/6</a:t>
            </a:r>
          </a:p>
        </p:txBody>
      </p:sp>
      <p:sp>
        <p:nvSpPr>
          <p:cNvPr id="4" name="存在 y ∈ [φ−5π/6, φ+5π/6]，cos y ">
            <a:extLst xmlns:a="http://schemas.openxmlformats.org/drawingml/2006/main">
              <a:ext uri="{FF2B5EF4-FFF2-40B4-BE49-F238E27FC236}">
                <a16:creationId xmlns:a16="http://schemas.microsoft.com/office/drawing/2014/main" id="{CAA10719-E206-483D-AC15-76461A7C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存在 y ∈ [φ−5π/6, φ+5π/6]，cos y ≤ −√3/2</a:t>
            </a:r>
          </a:p>
        </p:txBody>
      </p:sp>
      <p:sp>
        <p:nvSpPr>
          <p:cNvPr id="5" name="令 x = (y−φ)/5，则 |x| ≤ π/6，cos ">
            <a:extLst xmlns:a="http://schemas.openxmlformats.org/drawingml/2006/main">
              <a:ext uri="{FF2B5EF4-FFF2-40B4-BE49-F238E27FC236}">
                <a16:creationId xmlns:a16="http://schemas.microsoft.com/office/drawing/2014/main" id="{B4895EE8-6733-477B-B109-1495D58A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令 x = (y−φ)/5，则 |x| ≤ π/6，cos x ≥ √3/2</a:t>
            </a:r>
          </a:p>
        </p:txBody>
      </p:sp>
      <p:sp>
        <p:nvSpPr>
          <p:cNvPr id="6" name="5cos x − cos(5x+φ)">
            <a:extLst xmlns:a="http://schemas.openxmlformats.org/drawingml/2006/main">
              <a:ext uri="{FF2B5EF4-FFF2-40B4-BE49-F238E27FC236}">
                <a16:creationId xmlns:a16="http://schemas.microsoft.com/office/drawing/2014/main" id="{EC6D4361-A9DD-4A43-899D-AB0649C4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5cos x − cos(5x+φ)</a:t>
            </a:r>
          </a:p>
        </p:txBody>
      </p:sp>
      <p:sp>
        <p:nvSpPr>
          <p:cNvPr id="7" name="≥ 5√3/2 + √3/2 = 3√3">
            <a:extLst xmlns:a="http://schemas.openxmlformats.org/drawingml/2006/main">
              <a:ext uri="{FF2B5EF4-FFF2-40B4-BE49-F238E27FC236}">
                <a16:creationId xmlns:a16="http://schemas.microsoft.com/office/drawing/2014/main" id="{F5F696B1-CAF1-4969-A2C1-9E95AE17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≥ 5√3/2 + √3/2 = 3√3</a:t>
            </a:r>
          </a:p>
        </p:txBody>
      </p:sp>
      <p:sp>
        <p:nvSpPr>
          <p:cNvPr id="8" name="每个 φ 都有这样的 x，所以 b ≥ 3√3">
            <a:extLst xmlns:a="http://schemas.openxmlformats.org/drawingml/2006/main">
              <a:ext uri="{FF2B5EF4-FFF2-40B4-BE49-F238E27FC236}">
                <a16:creationId xmlns:a16="http://schemas.microsoft.com/office/drawing/2014/main" id="{815236B5-7F55-4EF9-8D48-0A5E37B0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每个 φ 都有这样的 x，所以 b ≥ 3√3</a:t>
            </a:r>
          </a:p>
        </p:txBody>
      </p:sp>
    </p:spTree>
    <p:extLst>
      <p:ext uri="{BB962C8B-B14F-4D97-AF65-F5344CB8AC3E}">
        <p14:creationId xmlns:p14="http://schemas.microsoft.com/office/powerpoint/2010/main" val="16668592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第三问：φ = 0 时达到下界">
            <a:extLst xmlns:a="http://schemas.openxmlformats.org/drawingml/2006/main">
              <a:ext uri="{FF2B5EF4-FFF2-40B4-BE49-F238E27FC236}">
                <a16:creationId xmlns:a16="http://schemas.microsoft.com/office/drawing/2014/main" id="{F6B5C323-6858-4370-82E1-FC0822A6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第三问：φ = 0 时达到下界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5FF486CD-1D59-44F6-9111-153E1E9A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令 c = cos x ∈ [−1, 1]">
            <a:extLst xmlns:a="http://schemas.openxmlformats.org/drawingml/2006/main">
              <a:ext uri="{FF2B5EF4-FFF2-40B4-BE49-F238E27FC236}">
                <a16:creationId xmlns:a16="http://schemas.microsoft.com/office/drawing/2014/main" id="{1E75BA1D-36E9-4AB4-8BCF-C6041B30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382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令 c = cos x ∈ [−1, 1]</a:t>
            </a:r>
          </a:p>
        </p:txBody>
      </p:sp>
      <p:sp>
        <p:nvSpPr>
          <p:cNvPr id="4" name="h(c) = 5cos x − cos 5x = −16c⁵">
            <a:extLst xmlns:a="http://schemas.openxmlformats.org/drawingml/2006/main">
              <a:ext uri="{FF2B5EF4-FFF2-40B4-BE49-F238E27FC236}">
                <a16:creationId xmlns:a16="http://schemas.microsoft.com/office/drawing/2014/main" id="{470FFCC7-B28E-4E7B-BAC9-973998FD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h(c) = 5cos x − cos 5x = −16c⁵ + 20c³</a:t>
            </a:r>
          </a:p>
        </p:txBody>
      </p:sp>
      <p:sp>
        <p:nvSpPr>
          <p:cNvPr id="5" name="h′(c) = 20c²(3−4c²)">
            <a:extLst xmlns:a="http://schemas.openxmlformats.org/drawingml/2006/main">
              <a:ext uri="{FF2B5EF4-FFF2-40B4-BE49-F238E27FC236}">
                <a16:creationId xmlns:a16="http://schemas.microsoft.com/office/drawing/2014/main" id="{F731D505-5BE9-4342-A6C9-FCF9C347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h′(c) = 20c²(3−4c²)</a:t>
            </a:r>
          </a:p>
        </p:txBody>
      </p:sp>
      <p:sp>
        <p:nvSpPr>
          <p:cNvPr id="6" name="候选点：−1，−√3/2，0，√3/2，1">
            <a:extLst xmlns:a="http://schemas.openxmlformats.org/drawingml/2006/main">
              <a:ext uri="{FF2B5EF4-FFF2-40B4-BE49-F238E27FC236}">
                <a16:creationId xmlns:a16="http://schemas.microsoft.com/office/drawing/2014/main" id="{EDDC8F4F-4F6F-4A38-A500-36E59B5B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候选点：−1，−√3/2，0，√3/2，1</a:t>
            </a:r>
          </a:p>
        </p:txBody>
      </p:sp>
      <p:sp>
        <p:nvSpPr>
          <p:cNvPr id="7" name="对应值：−4，−3√3，0，3√3，4">
            <a:extLst xmlns:a="http://schemas.openxmlformats.org/drawingml/2006/main">
              <a:ext uri="{FF2B5EF4-FFF2-40B4-BE49-F238E27FC236}">
                <a16:creationId xmlns:a16="http://schemas.microsoft.com/office/drawing/2014/main" id="{03199092-5739-4546-8195-6739622C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对应值：−4，−3√3，0，3√3，4</a:t>
            </a:r>
          </a:p>
        </p:txBody>
      </p:sp>
      <p:sp>
        <p:nvSpPr>
          <p:cNvPr id="8" name="因此对所有 x，G₀(x) ≤ 3√3">
            <a:extLst xmlns:a="http://schemas.openxmlformats.org/drawingml/2006/main">
              <a:ext uri="{FF2B5EF4-FFF2-40B4-BE49-F238E27FC236}">
                <a16:creationId xmlns:a16="http://schemas.microsoft.com/office/drawing/2014/main" id="{A8F677DC-799B-45D1-B819-F54D3AEA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因此对所有 x，G₀(x) ≤ 3√3</a:t>
            </a:r>
          </a:p>
        </p:txBody>
      </p:sp>
    </p:spTree>
    <p:extLst>
      <p:ext uri="{BB962C8B-B14F-4D97-AF65-F5344CB8AC3E}">
        <p14:creationId xmlns:p14="http://schemas.microsoft.com/office/powerpoint/2010/main" val="11511111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C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第三问的最优结果">
            <a:extLst xmlns:a="http://schemas.openxmlformats.org/drawingml/2006/main">
              <a:ext uri="{FF2B5EF4-FFF2-40B4-BE49-F238E27FC236}">
                <a16:creationId xmlns:a16="http://schemas.microsoft.com/office/drawing/2014/main" id="{E66E0AC1-5C7F-4CE6-A825-2D2C2591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第三问的最优结果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E6E11294-303D-4689-90AB-ABF6030B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minφ maxx [5cos x − cos(5x+φ)]">
            <a:extLst xmlns:a="http://schemas.openxmlformats.org/drawingml/2006/main">
              <a:ext uri="{FF2B5EF4-FFF2-40B4-BE49-F238E27FC236}">
                <a16:creationId xmlns:a16="http://schemas.microsoft.com/office/drawing/2014/main" id="{93956AD9-2720-498D-AA72-AA7646C0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minφ maxx [5cos x − cos(5x+φ)]</a:t>
            </a:r>
          </a:p>
        </p:txBody>
      </p:sp>
      <p:sp>
        <p:nvSpPr>
          <p:cNvPr id="4" name="3√3">
            <a:extLst xmlns:a="http://schemas.openxmlformats.org/drawingml/2006/main">
              <a:ext uri="{FF2B5EF4-FFF2-40B4-BE49-F238E27FC236}">
                <a16:creationId xmlns:a16="http://schemas.microsoft.com/office/drawing/2014/main" id="{C51E4037-3D38-4E29-94CB-1036818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647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500" b="1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7500" b="1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7500" b="1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7500" b="1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7500" b="1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7500" b="1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7500" b="1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7500" b="1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7500" b="1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7500" b="1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64D0CB"/>
                </a:solidFill>
                <a:latin typeface="Microsoft YaHei"/>
                <a:ea typeface="Microsoft YaHei"/>
                <a:cs typeface="Microsoft YaHei"/>
              </a:rPr>
              <a:t>3√3</a:t>
            </a:r>
          </a:p>
        </p:txBody>
      </p:sp>
      <p:sp>
        <p:nvSpPr>
          <p:cNvPr id="5" name="b 的最小值">
            <a:extLst xmlns:a="http://schemas.openxmlformats.org/drawingml/2006/main">
              <a:ext uri="{FF2B5EF4-FFF2-40B4-BE49-F238E27FC236}">
                <a16:creationId xmlns:a16="http://schemas.microsoft.com/office/drawing/2014/main" id="{35433B98-4974-410E-BA88-6317FF48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195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 的最小值</a:t>
            </a:r>
          </a:p>
        </p:txBody>
      </p:sp>
      <p:sp>
        <p:nvSpPr>
          <p:cNvPr id="6" name="φ = 0 是一个可行的最优相位">
            <a:extLst xmlns:a="http://schemas.openxmlformats.org/drawingml/2006/main">
              <a:ext uri="{FF2B5EF4-FFF2-40B4-BE49-F238E27FC236}">
                <a16:creationId xmlns:a16="http://schemas.microsoft.com/office/drawing/2014/main" id="{DC0FDB75-08B1-4263-B551-B7F51269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76825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B5C9D6"/>
                </a:solidFill>
                <a:latin typeface="Microsoft YaHei"/>
                <a:ea typeface="Microsoft YaHei"/>
                <a:cs typeface="Microsoft YaHei"/>
              </a:rPr>
              <a:t>φ = 0 是一个可行的最优相位</a:t>
            </a:r>
          </a:p>
        </p:txBody>
      </p:sp>
    </p:spTree>
    <p:extLst>
      <p:ext uri="{BB962C8B-B14F-4D97-AF65-F5344CB8AC3E}">
        <p14:creationId xmlns:p14="http://schemas.microsoft.com/office/powerpoint/2010/main" val="4929910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相位扫描的数值核验">
            <a:extLst xmlns:a="http://schemas.openxmlformats.org/drawingml/2006/main">
              <a:ext uri="{FF2B5EF4-FFF2-40B4-BE49-F238E27FC236}">
                <a16:creationId xmlns:a16="http://schemas.microsoft.com/office/drawing/2014/main" id="{CA3E442C-498D-4E41-A751-0E436F8C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相位扫描的数值核验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4CA1AC65-E93E-4154-A67D-E79DCCAC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AED5034C-D3A2-402B-9E40-8F5E0F73239F}"/>
              </a:ext>
            </a:extLst>
          </p:cNvPr>
          <p:cNvGraphicFramePr/>
          <p:nvPr/>
        </p:nvGraphicFramePr>
        <p:xfrm>
          <a:off xmlns:a="http://schemas.openxmlformats.org/drawingml/2006/main" x="647700" y="1476375"/>
          <a:ext xmlns:a="http://schemas.openxmlformats.org/drawingml/2006/main" cx="75723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d53581834747a3"/>
          </a:graphicData>
        </a:graphic>
      </p:graphicFrame>
      <p:sp>
        <p:nvSpPr>
          <p:cNvPr id="4" name="φ = 0">
            <a:extLst xmlns:a="http://schemas.openxmlformats.org/drawingml/2006/main">
              <a:ext uri="{FF2B5EF4-FFF2-40B4-BE49-F238E27FC236}">
                <a16:creationId xmlns:a16="http://schemas.microsoft.com/office/drawing/2014/main" id="{81BD54B5-6085-4C49-A6BA-0CA680E1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φ = 0</a:t>
            </a:r>
          </a:p>
        </p:txBody>
      </p:sp>
      <p:sp>
        <p:nvSpPr>
          <p:cNvPr id="5" name="M = 5.196152">
            <a:extLst xmlns:a="http://schemas.openxmlformats.org/drawingml/2006/main">
              <a:ext uri="{FF2B5EF4-FFF2-40B4-BE49-F238E27FC236}">
                <a16:creationId xmlns:a16="http://schemas.microsoft.com/office/drawing/2014/main" id="{01C4B9EF-A069-4654-9EAD-2BB598C5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479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M = 5.196152</a:t>
            </a:r>
          </a:p>
        </p:txBody>
      </p:sp>
      <p:sp>
        <p:nvSpPr>
          <p:cNvPr id="6" name="φ = π">
            <a:extLst xmlns:a="http://schemas.openxmlformats.org/drawingml/2006/main">
              <a:ext uri="{FF2B5EF4-FFF2-40B4-BE49-F238E27FC236}">
                <a16:creationId xmlns:a16="http://schemas.microsoft.com/office/drawing/2014/main" id="{D8230680-8C88-4F55-9EAE-46E6A5E2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rPr>
              <a:t>φ = π</a:t>
            </a:r>
          </a:p>
        </p:txBody>
      </p:sp>
      <p:sp>
        <p:nvSpPr>
          <p:cNvPr id="7" name="M = 6">
            <a:extLst xmlns:a="http://schemas.openxmlformats.org/drawingml/2006/main">
              <a:ext uri="{FF2B5EF4-FFF2-40B4-BE49-F238E27FC236}">
                <a16:creationId xmlns:a16="http://schemas.microsoft.com/office/drawing/2014/main" id="{3D37D3EB-AC17-41E7-970E-0B7C974E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671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M = 6</a:t>
            </a:r>
          </a:p>
        </p:txBody>
      </p:sp>
      <p:sp>
        <p:nvSpPr>
          <p:cNvPr id="8" name="721 个相位中，最小峰值与 3√3 一致">
            <a:extLst xmlns:a="http://schemas.openxmlformats.org/drawingml/2006/main">
              <a:ext uri="{FF2B5EF4-FFF2-40B4-BE49-F238E27FC236}">
                <a16:creationId xmlns:a16="http://schemas.microsoft.com/office/drawing/2014/main" id="{CAF4AE2C-4F9B-47EB-90EA-7AB41C35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721 个相位中，最小峰值与 3√3 一致</a:t>
            </a:r>
          </a:p>
        </p:txBody>
      </p:sp>
    </p:spTree>
    <p:extLst>
      <p:ext uri="{BB962C8B-B14F-4D97-AF65-F5344CB8AC3E}">
        <p14:creationId xmlns:p14="http://schemas.microsoft.com/office/powerpoint/2010/main" val="20540652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代码如何避免漏掉峰值">
            <a:extLst xmlns:a="http://schemas.openxmlformats.org/drawingml/2006/main">
              <a:ext uri="{FF2B5EF4-FFF2-40B4-BE49-F238E27FC236}">
                <a16:creationId xmlns:a16="http://schemas.microsoft.com/office/drawing/2014/main" id="{F56A3C71-41B5-4CCC-A336-BC214DC4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代码如何避免漏掉峰值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7A3F9E69-9CD1-42B8-9DD4-FD5482EA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固定 φ，先解 G′φ(x) = 0：">
            <a:extLst xmlns:a="http://schemas.openxmlformats.org/drawingml/2006/main">
              <a:ext uri="{FF2B5EF4-FFF2-40B4-BE49-F238E27FC236}">
                <a16:creationId xmlns:a16="http://schemas.microsoft.com/office/drawing/2014/main" id="{93157A27-B0C8-46AC-BB66-FBDFAFD7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固定 φ，先解 G′φ(x) = 0：</a:t>
            </a:r>
          </a:p>
        </p:txBody>
      </p:sp>
      <p:sp>
        <p:nvSpPr>
          <p:cNvPr id="4" name="x = kπ/2 − φ/4">
            <a:extLst xmlns:a="http://schemas.openxmlformats.org/drawingml/2006/main">
              <a:ext uri="{FF2B5EF4-FFF2-40B4-BE49-F238E27FC236}">
                <a16:creationId xmlns:a16="http://schemas.microsoft.com/office/drawing/2014/main" id="{3FBAF512-3560-4AA0-A298-EC205AD4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x = kπ/2 − φ/4</a:t>
            </a:r>
          </a:p>
        </p:txBody>
      </p:sp>
      <p:sp>
        <p:nvSpPr>
          <p:cNvPr id="5" name="或 x = (2k+1)π/6 − φ/6">
            <a:extLst xmlns:a="http://schemas.openxmlformats.org/drawingml/2006/main">
              <a:ext uri="{FF2B5EF4-FFF2-40B4-BE49-F238E27FC236}">
                <a16:creationId xmlns:a16="http://schemas.microsoft.com/office/drawing/2014/main" id="{285C5148-370E-4B21-9C2B-0D0373DB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或 x = (2k+1)π/6 − φ/6</a:t>
            </a:r>
          </a:p>
        </p:txBody>
      </p:sp>
      <p:sp>
        <p:nvSpPr>
          <p:cNvPr id="6" name="保留 [0, 2π] 内全部驻点，并加入周期端点">
            <a:extLst xmlns:a="http://schemas.openxmlformats.org/drawingml/2006/main">
              <a:ext uri="{FF2B5EF4-FFF2-40B4-BE49-F238E27FC236}">
                <a16:creationId xmlns:a16="http://schemas.microsoft.com/office/drawing/2014/main" id="{E7586D4F-1A00-4D19-9FBD-39BDB7BF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保留 [0, 2π] 内全部驻点，并加入周期端点</a:t>
            </a:r>
          </a:p>
        </p:txBody>
      </p:sp>
      <p:sp>
        <p:nvSpPr>
          <p:cNvPr id="7" name="max_value = max(g(x, phase) fo">
            <a:extLst xmlns:a="http://schemas.openxmlformats.org/drawingml/2006/main">
              <a:ext uri="{FF2B5EF4-FFF2-40B4-BE49-F238E27FC236}">
                <a16:creationId xmlns:a16="http://schemas.microsoft.com/office/drawing/2014/main" id="{EAC0D431-173E-44CC-9B26-28BA322F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C42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102C42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102C42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102C42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102C42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102C42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102C42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102C42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102C42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102C42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C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02C42"/>
                </a:solidFill>
                <a:latin typeface="Consolas"/>
                <a:ea typeface="Consolas"/>
                <a:cs typeface="Consolas"/>
              </a:rPr>
              <a:t>max_value = max(g(x, phase) for x in candidates)</a:t>
            </a:r>
          </a:p>
        </p:txBody>
      </p:sp>
      <p:sp>
        <p:nvSpPr>
          <p:cNvPr id="8" name="再用稠密网格独立检查结果，控制漏峰风险">
            <a:extLst xmlns:a="http://schemas.openxmlformats.org/drawingml/2006/main">
              <a:ext uri="{FF2B5EF4-FFF2-40B4-BE49-F238E27FC236}">
                <a16:creationId xmlns:a16="http://schemas.microsoft.com/office/drawing/2014/main" id="{18A1C19F-2B0E-497D-9447-CB4DB5F0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再用稠密网格独立检查结果，控制漏峰风险</a:t>
            </a:r>
          </a:p>
        </p:txBody>
      </p:sp>
    </p:spTree>
    <p:extLst>
      <p:ext uri="{BB962C8B-B14F-4D97-AF65-F5344CB8AC3E}">
        <p14:creationId xmlns:p14="http://schemas.microsoft.com/office/powerpoint/2010/main" val="16218370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实际运行结果">
            <a:extLst xmlns:a="http://schemas.openxmlformats.org/drawingml/2006/main">
              <a:ext uri="{FF2B5EF4-FFF2-40B4-BE49-F238E27FC236}">
                <a16:creationId xmlns:a16="http://schemas.microsoft.com/office/drawing/2014/main" id="{22D352D8-D354-4B55-8C61-8DFCA1C2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实际运行结果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0BE90CBC-8B40-403B-9D5D-83AF19B4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76A70-5E0F-46F6-A2C3-34D5FB7D6BDE}"/>
              </a:ext>
            </a:extLst>
          </p:cNvPr>
          <p:cNvGraphicFramePr/>
          <p:nvPr/>
        </p:nvGraphicFramePr>
        <p:xfrm>
          <a:off xmlns:a="http://schemas.openxmlformats.org/drawingml/2006/main" x="762000" y="1638300"/>
          <a:ext xmlns:a="http://schemas.openxmlformats.org/drawingml/2006/main" cx="106680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2476500"/>
                <a:gridCol w="4476750"/>
              </a:tblGrid>
              <a:tr h="6858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02C4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第一问区间扫描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2401 个点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最大值 5.196152423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第二问构造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5075 个案例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区间与不等式检查通过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EBF1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第三问相位扫描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721 个相位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最小峰值 5.196152423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稠密网格交叉检查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 个相位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最大差约 4.56×10⁻⁷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EBF1F5"/>
                    </a:solidFill>
                  </a:tcPr>
                </a:tc>
              </a:tr>
            </a:tbl>
          </a:graphicData>
        </a:graphic>
      </p:graphicFrame>
      <p:sp>
        <p:nvSpPr>
          <p:cNvPr id="4" name="随机种子固定为 202519，可用附件代码复现">
            <a:extLst xmlns:a="http://schemas.openxmlformats.org/drawingml/2006/main">
              <a:ext uri="{FF2B5EF4-FFF2-40B4-BE49-F238E27FC236}">
                <a16:creationId xmlns:a16="http://schemas.microsoft.com/office/drawing/2014/main" id="{14937BCC-8B55-40E8-B839-2455D4CD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随机种子固定为 202519，可用附件代码复现</a:t>
            </a:r>
          </a:p>
        </p:txBody>
      </p:sp>
      <p:sp>
        <p:nvSpPr>
          <p:cNvPr id="5" name="严格证明负责覆盖全部实数，代码负责检查计算与构造">
            <a:extLst xmlns:a="http://schemas.openxmlformats.org/drawingml/2006/main">
              <a:ext uri="{FF2B5EF4-FFF2-40B4-BE49-F238E27FC236}">
                <a16:creationId xmlns:a16="http://schemas.microsoft.com/office/drawing/2014/main" id="{6DD70B7A-3FB7-41CA-B774-787141C4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严格证明负责覆盖全部实数，代码负责检查计算与构造</a:t>
            </a:r>
          </a:p>
        </p:txBody>
      </p:sp>
    </p:spTree>
    <p:extLst>
      <p:ext uri="{BB962C8B-B14F-4D97-AF65-F5344CB8AC3E}">
        <p14:creationId xmlns:p14="http://schemas.microsoft.com/office/powerpoint/2010/main" val="15267321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dsh 实践提示词">
            <a:extLst xmlns:a="http://schemas.openxmlformats.org/drawingml/2006/main">
              <a:ext uri="{FF2B5EF4-FFF2-40B4-BE49-F238E27FC236}">
                <a16:creationId xmlns:a16="http://schemas.microsoft.com/office/drawing/2014/main" id="{13C69771-04F5-4A06-AF92-F381E08C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dsh 实践提示词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FC8C676F-034F-4AA9-B5E4-ABCB79DA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第一轮：完整解答">
            <a:extLst xmlns:a="http://schemas.openxmlformats.org/drawingml/2006/main">
              <a:ext uri="{FF2B5EF4-FFF2-40B4-BE49-F238E27FC236}">
                <a16:creationId xmlns:a16="http://schemas.microsoft.com/office/drawing/2014/main" id="{DC0A346C-C483-44B4-AF01-AA0C66AB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525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第一轮：完整解答</a:t>
            </a:r>
          </a:p>
        </p:txBody>
      </p:sp>
      <p:sp>
        <p:nvSpPr>
          <p:cNvPr id="4" name="要求三问严格证明，明确第三问的量词与上下界">
            <a:extLst xmlns:a="http://schemas.openxmlformats.org/drawingml/2006/main">
              <a:ext uri="{FF2B5EF4-FFF2-40B4-BE49-F238E27FC236}">
                <a16:creationId xmlns:a16="http://schemas.microsoft.com/office/drawing/2014/main" id="{4A8939EB-F851-4413-8FC9-7FDA07B8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要求三问严格证明，明确第三问的量词与上下界</a:t>
            </a:r>
          </a:p>
        </p:txBody>
      </p:sp>
      <p:sp>
        <p:nvSpPr>
          <p:cNvPr id="5" name="第二轮：审查证明">
            <a:extLst xmlns:a="http://schemas.openxmlformats.org/drawingml/2006/main">
              <a:ext uri="{FF2B5EF4-FFF2-40B4-BE49-F238E27FC236}">
                <a16:creationId xmlns:a16="http://schemas.microsoft.com/office/drawing/2014/main" id="{673AF741-46EE-472B-AD64-D9ECDBFF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第二轮：审查证明</a:t>
            </a:r>
          </a:p>
        </p:txBody>
      </p:sp>
      <p:sp>
        <p:nvSpPr>
          <p:cNvPr id="6" name="检查导数系数、区间边界与 φ = 0 的全局上界">
            <a:extLst xmlns:a="http://schemas.openxmlformats.org/drawingml/2006/main">
              <a:ext uri="{FF2B5EF4-FFF2-40B4-BE49-F238E27FC236}">
                <a16:creationId xmlns:a16="http://schemas.microsoft.com/office/drawing/2014/main" id="{51E3E965-9E41-4DBE-A93E-95D99D13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检查导数系数、区间边界与 φ = 0 的全局上界</a:t>
            </a:r>
          </a:p>
        </p:txBody>
      </p:sp>
      <p:sp>
        <p:nvSpPr>
          <p:cNvPr id="7" name="第三轮：运行核验">
            <a:extLst xmlns:a="http://schemas.openxmlformats.org/drawingml/2006/main">
              <a:ext uri="{FF2B5EF4-FFF2-40B4-BE49-F238E27FC236}">
                <a16:creationId xmlns:a16="http://schemas.microsoft.com/office/drawing/2014/main" id="{DAA6628E-E5E4-46A8-A757-0EE3ADCD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第三轮：运行核验</a:t>
            </a:r>
          </a:p>
        </p:txBody>
      </p:sp>
      <p:sp>
        <p:nvSpPr>
          <p:cNvPr id="8" name="生成并执行 Python，保存真实结果和过程日志">
            <a:extLst xmlns:a="http://schemas.openxmlformats.org/drawingml/2006/main">
              <a:ext uri="{FF2B5EF4-FFF2-40B4-BE49-F238E27FC236}">
                <a16:creationId xmlns:a16="http://schemas.microsoft.com/office/drawing/2014/main" id="{CB0942D2-C8B2-492C-9E29-3C39BCBF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生成并执行 Python，保存真实结果和过程日志</a:t>
            </a:r>
          </a:p>
        </p:txBody>
      </p:sp>
      <p:sp>
        <p:nvSpPr>
          <p:cNvPr id="9" name="执行状态：提示词已准备，本次尚未运行 dsh">
            <a:extLst xmlns:a="http://schemas.openxmlformats.org/drawingml/2006/main">
              <a:ext uri="{FF2B5EF4-FFF2-40B4-BE49-F238E27FC236}">
                <a16:creationId xmlns:a16="http://schemas.microsoft.com/office/drawing/2014/main" id="{3E5B0B3C-8287-416F-A6D9-95B9A9D2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293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15F32"/>
                </a:solidFill>
                <a:latin typeface="Microsoft YaHei"/>
                <a:ea typeface="Microsoft YaHei"/>
                <a:cs typeface="Microsoft YaHei"/>
              </a:rPr>
              <a:t>执行状态：提示词已准备，本次尚未运行 dsh</a:t>
            </a:r>
          </a:p>
        </p:txBody>
      </p:sp>
    </p:spTree>
    <p:extLst>
      <p:ext uri="{BB962C8B-B14F-4D97-AF65-F5344CB8AC3E}">
        <p14:creationId xmlns:p14="http://schemas.microsoft.com/office/powerpoint/2010/main" val="9811571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结论与实践说明">
            <a:extLst xmlns:a="http://schemas.openxmlformats.org/drawingml/2006/main">
              <a:ext uri="{FF2B5EF4-FFF2-40B4-BE49-F238E27FC236}">
                <a16:creationId xmlns:a16="http://schemas.microsoft.com/office/drawing/2014/main" id="{9C81B588-DAD8-4751-BDEB-7FA7C955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结论与实践说明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4D2C8202-1683-41A5-87F8-46128A49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第一问最大值与第三问最优上界均为 3√3">
            <a:extLst xmlns:a="http://schemas.openxmlformats.org/drawingml/2006/main">
              <a:ext uri="{FF2B5EF4-FFF2-40B4-BE49-F238E27FC236}">
                <a16:creationId xmlns:a16="http://schemas.microsoft.com/office/drawing/2014/main" id="{C8513ACD-39A2-4C6E-8315-1583F92B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第一问最大值与第三问最优上界均为 3√3</a:t>
            </a:r>
          </a:p>
        </p:txBody>
      </p:sp>
      <p:sp>
        <p:nvSpPr>
          <p:cNvPr id="4" name="关键方法">
            <a:extLst xmlns:a="http://schemas.openxmlformats.org/drawingml/2006/main">
              <a:ext uri="{FF2B5EF4-FFF2-40B4-BE49-F238E27FC236}">
                <a16:creationId xmlns:a16="http://schemas.microsoft.com/office/drawing/2014/main" id="{594515A6-CE6B-4929-8E39-0F2CBE67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关键方法</a:t>
            </a:r>
          </a:p>
        </p:txBody>
      </p:sp>
      <p:sp>
        <p:nvSpPr>
          <p:cNvPr id="5" name="导数判断单调性，周期性构造见证点，上下界共同确定最优值">
            <a:extLst xmlns:a="http://schemas.openxmlformats.org/drawingml/2006/main">
              <a:ext uri="{FF2B5EF4-FFF2-40B4-BE49-F238E27FC236}">
                <a16:creationId xmlns:a16="http://schemas.microsoft.com/office/drawing/2014/main" id="{7B7DF9D0-AC94-4316-A5B7-29DDEA9A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导数判断单调性，周期性构造见证点，上下界共同确定最优值</a:t>
            </a:r>
          </a:p>
        </p:txBody>
      </p:sp>
      <p:sp>
        <p:nvSpPr>
          <p:cNvPr id="6" name="题目来源">
            <a:extLst xmlns:a="http://schemas.openxmlformats.org/drawingml/2006/main">
              <a:ext uri="{FF2B5EF4-FFF2-40B4-BE49-F238E27FC236}">
                <a16:creationId xmlns:a16="http://schemas.microsoft.com/office/drawing/2014/main" id="{B0661941-455B-4784-9602-0D1FC8BF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题目来源</a:t>
            </a:r>
          </a:p>
        </p:txBody>
      </p:sp>
      <p:sp>
        <p:nvSpPr>
          <p:cNvPr id="7" name="中国教育在线《2025年高考全国一卷数学试题》第 4 页">
            <a:extLst xmlns:a="http://schemas.openxmlformats.org/drawingml/2006/main">
              <a:ext uri="{FF2B5EF4-FFF2-40B4-BE49-F238E27FC236}">
                <a16:creationId xmlns:a16="http://schemas.microsoft.com/office/drawing/2014/main" id="{EB774F28-20F5-466E-8520-7639EE71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C42"/>
                </a:solidFill>
                <a:latin typeface="Microsoft YaHei"/>
                <a:ea typeface="Microsoft YaHei"/>
                <a:cs typeface="Microsoft YaHei"/>
              </a:rPr>
              <a:t>中国教育在线《2025年高考全国一卷数学试题》第 4 页</a:t>
            </a:r>
          </a:p>
        </p:txBody>
      </p:sp>
      <p:sp>
        <p:nvSpPr>
          <p:cNvPr id="8" name="实际完成：数学推导与 Python 核验&#10;待补充：课堂要求的">
            <a:extLst xmlns:a="http://schemas.openxmlformats.org/drawingml/2006/main">
              <a:ext uri="{FF2B5EF4-FFF2-40B4-BE49-F238E27FC236}">
                <a16:creationId xmlns:a16="http://schemas.microsoft.com/office/drawing/2014/main" id="{B394EA12-F34F-4827-B560-833346E9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387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实际完成：数学推导与 Python 核验</a:t>
            </a:r>
          </a:p>
          <a:p xmlns:a="http://schemas.openxmlformats.org/drawingml/2006/main">
            <a:pPr>
              <a:def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9"/>
                </a:solidFill>
                <a:latin typeface="Microsoft YaHei"/>
                <a:ea typeface="Microsoft YaHei"/>
                <a:cs typeface="Microsoft YaHei"/>
              </a:rPr>
              <a:t>待补充：课堂要求的 dsh 真实运行记录</a:t>
            </a:r>
          </a:p>
        </p:txBody>
      </p:sp>
    </p:spTree>
    <p:extLst>
      <p:ext uri="{BB962C8B-B14F-4D97-AF65-F5344CB8AC3E}">
        <p14:creationId xmlns:p14="http://schemas.microsoft.com/office/powerpoint/2010/main" val="922475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2026-10-20T10:52:25.3830000Z</dcterms:created>
  <dcterms:modified xsi:type="dcterms:W3CDTF">2026-10-20T10:52:25.3830000Z</dcterms:modified>
</coreProperties>
</file>