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9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custDataLst>
    <p:tags r:id="rId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672"/>
            <p14:sldId id="696"/>
            <p14:sldId id="699"/>
            <p14:sldId id="673"/>
            <p14:sldId id="697"/>
            <p14:sldId id="682"/>
            <p14:sldId id="684"/>
            <p14:sldId id="559"/>
            <p14:sldId id="592"/>
            <p14:sldId id="544"/>
            <p14:sldId id="706"/>
            <p14:sldId id="674"/>
            <p14:sldId id="676"/>
            <p14:sldId id="560"/>
            <p14:sldId id="651"/>
            <p14:sldId id="547"/>
            <p14:sldId id="548"/>
            <p14:sldId id="549"/>
            <p14:sldId id="550"/>
            <p14:sldId id="692"/>
            <p14:sldId id="695"/>
            <p14:sldId id="571"/>
            <p14:sldId id="567"/>
            <p14:sldId id="569"/>
            <p14:sldId id="563"/>
            <p14:sldId id="564"/>
            <p14:sldId id="561"/>
            <p14:sldId id="690"/>
            <p14:sldId id="691"/>
            <p14:sldId id="562"/>
            <p14:sldId id="700"/>
            <p14:sldId id="573"/>
            <p14:sldId id="575"/>
            <p14:sldId id="576"/>
            <p14:sldId id="574"/>
            <p14:sldId id="653"/>
            <p14:sldId id="580"/>
            <p14:sldId id="581"/>
            <p14:sldId id="582"/>
            <p14:sldId id="587"/>
            <p14:sldId id="584"/>
            <p14:sldId id="585"/>
            <p14:sldId id="588"/>
            <p14:sldId id="586"/>
            <p14:sldId id="590"/>
            <p14:sldId id="675"/>
            <p14:sldId id="654"/>
            <p14:sldId id="656"/>
            <p14:sldId id="698"/>
          </p14:sldIdLst>
        </p14:section>
        <p14:section name="附录-素材" id="{3050140B-5B37-47BE-8423-F6A0577ED44C}">
          <p14:sldIdLst>
            <p14:sldId id="645"/>
            <p14:sldId id="262"/>
            <p14:sldId id="597"/>
            <p14:sldId id="598"/>
            <p14:sldId id="646"/>
            <p14:sldId id="705"/>
            <p14:sldId id="669"/>
            <p14:sldId id="671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</p14:sldIdLst>
        </p14:section>
        <p14:section name="使用规范" id="{47918508-6F2A-4DC8-ACB3-0B9712E4E205}">
          <p14:sldIdLst>
            <p14:sldId id="612"/>
            <p14:sldId id="611"/>
            <p14:sldId id="505"/>
            <p14:sldId id="613"/>
            <p14:sldId id="506"/>
            <p14:sldId id="614"/>
            <p14:sldId id="615"/>
            <p14:sldId id="616"/>
            <p14:sldId id="679"/>
            <p14:sldId id="678"/>
            <p14:sldId id="619"/>
            <p14:sldId id="620"/>
            <p14:sldId id="622"/>
            <p14:sldId id="677"/>
            <p14:sldId id="623"/>
            <p14:sldId id="624"/>
            <p14:sldId id="640"/>
            <p14:sldId id="627"/>
            <p14:sldId id="629"/>
            <p14:sldId id="633"/>
            <p14:sldId id="631"/>
            <p14:sldId id="636"/>
            <p14:sldId id="637"/>
            <p14:sldId id="643"/>
            <p14:sldId id="644"/>
            <p14:sldId id="7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94" Type="http://schemas.openxmlformats.org/officeDocument/2006/relationships/notesMaster" Target="notesMasters/notesMaster1.xml"/><Relationship Id="rId95" Type="http://schemas.openxmlformats.org/officeDocument/2006/relationships/tags" Target="tags/tag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3400" b="1" i="0">
                <a:solidFill>
                  <a:srgbClr val="212121"/>
                </a:solidFill>
                <a:latin typeface="微软雅黑"/>
              </a:rPr>
              <a:t>压轴题 · 完整评分解答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B88A00"/>
                </a:solidFill>
                <a:latin typeface="微软雅黑"/>
              </a:rPr>
              <a:t>2025 年全国高考 · 新课标Ⅰ卷 · 数学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 b="0" i="0">
                <a:solidFill>
                  <a:srgbClr val="595959"/>
                </a:solidFill>
                <a:latin typeface="微软雅黑"/>
              </a:rPr>
              <a:t>Scoring &amp; Full Solution — The Final Problem (No.19)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1</a:t>
            </a:r>
          </a:p>
        </p:txBody>
      </p:sp>
      <p:pic>
        <p:nvPicPr>
          <p:cNvPr id="7" name="Picture 6" descr="se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1234440" cy="1234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8840" y="42062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95959"/>
                </a:solidFill>
                <a:latin typeface="微软雅黑"/>
              </a:rPr>
              <a:t>讲解视角：资深高考数学阅卷老师</a:t>
            </a:r>
          </a:p>
          <a:p>
            <a:r>
              <a:rPr sz="1400" b="0" i="0">
                <a:solidFill>
                  <a:srgbClr val="595959"/>
                </a:solidFill>
                <a:latin typeface="微软雅黑"/>
              </a:rPr>
              <a:t>面向对象：高三备考学生</a:t>
            </a:r>
          </a:p>
          <a:p>
            <a:r>
              <a:rPr sz="1400" b="0" i="0">
                <a:solidFill>
                  <a:srgbClr val="595959"/>
                </a:solidFill>
                <a:latin typeface="微软雅黑"/>
              </a:rPr>
              <a:t>第 19 题（满分 17 分）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审题与考点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题目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设函数 f(x) = 5cos x − cos 5x。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(1) 求 f(x) 在 [0, π/4] 上的最大值；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(2) 给定 θ ∈ (0, π)，设 a 为实数，证明：存在 y ∈ [a−θ, a+θ]，使 cos y ≤ cos θ；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(3) 若存在 φ，使对任意 x 都有 5cos x − cos(5x+φ) ≤ b，求 b 的最小值。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已知与未知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已知：f(x)=5cos x − cos 5x；θ∈(0,π)、a∈R；φ 为可自由选取的参数。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未知：(1) 区间最大值；(2) 一个存在性结论；(3) b 的最优下界，即 min φ [ max x (5cos x − cos(5x+φ)) ]。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可能考点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三角恒等变换（和差化积、cos5x 展开） ② 导数与单调性求最值 ③ 基本不等式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余弦函数解集与周期性 ⑤ 区间覆盖 + 反证法 ⑥ 特值法与上下界夹逼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第(1)问 · 分析与方法一（导数法）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目标：求 f(x) = 5cos x − cos 5x 在 [0, π/4] 上的最大值。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分析：f 可导，用导数判断单调性求最值（通法）。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求导：f '(x) = −5sin x + 5sin 5x = 5(sin 5x − sin x)。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和差化积：sin 5x − sin x = 2cos 3x · sin 2x，故 f '(x) = 10cos 3x · sin 2x。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x ∈ (0, π/4) 时，2x ∈ (0, π/2)，故 sin 2x &gt; 0，f '(x) 的符号由 cos 3x 决定。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0 &lt; x &lt; π/6：3x ∈ (0, π/2)，cos 3x &gt; 0 → f '(x) &gt; 0，f 递增；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π/6 &lt; x &lt; π/4：3x ∈ (π/2, 3π/4)，cos 3x &lt; 0 → f '(x) &lt; 0，f 递减。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⑤ 故 f 在 (0, π/6) 递增、在 (π/6, π/4) 递减，最大值在 x = π/6 处取得。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⑥ 计算：f(π/6) = 5cos(π/6) − cos(5π/6) = 5·(√3/2) − (−√3/2) = 3√3。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注意：cos(5π/6) = cos(π − π/6) = −cos(π/6) = −√3/2（负号不能丢）。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结论：f(x) 在 [0, π/4] 上的最大值为 3√3。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第(1)问 · 方法二（恒等变换 + 基本不等式）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思路：把 cos5x 展开成 cos x 的多项式，再用五元均值不等式，避免求导。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切比雪夫多项式：cos 5x = 16cos⁵x − 20cos³x + 5cos x。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代入：f(x) = 20cos³x − 16cos⁵x = 4cos³x(5 − 4cos²x)。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因式分解：5 − 4cos²x = (√5 − 2cos x)(√5 + 2cos x)。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在 [0, π/4] 上 cos x ≥ √2/2 &gt; 0，且 √5 − 2cos x &gt; 0（因 cos x ≤ 1 &lt; √5/2）。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取正数 A=(√15+3)/4、B=(√15−3)/4，满足 A−B=3/2、A+B=√15/2、AB=3/8。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⑤ 对五数 cosx、cosx、cosx、A(√5−2cosx)、B(√5+2cosx) 用均值：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五数和 = √5(A+B) + (3−2A+2B)cosx = √5·√15/2 + 0 = 5√3/2（常数）。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⑥ 故 f(x) ≤ 4·(√3/2)⁵·(1/AB) = 4·(9√3/32)·(8/3) = 3√3。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⑦ x = π/6 时 cos x = √3/2，五数相等，等号成立，f(π/6) = 3√3。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结论：最大值为 3√3（与方法一一致）。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第(1)问 · 两种方法比较与得分点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两种方法比较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方法一（导数法）：系统、稳妥、步骤清晰，是考场首选；需写清单调性依据。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方法二（均值法）：不需要求导、形式更漂亮；难点在构造 A、B，使五数和恒为常数。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得分点设置（本问约 7 分，模拟评分细则）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正确求导 f '(x) = −5sin x + 5sin 5x（或 =10cos 3x·sin 2x）—— 2 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符号分析：f 在 (0, π/6) 递增、在 (π/6, π/4) 递减 —— 3 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计算 f(π/6) = 3√3 并写结论 —— 2 分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阅卷提示：①求导错误整问失分；②只写结果不写单调性，最多给一半。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第(2)问 · 分析与方法一（解集 + 反证）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目标：给定 θ∈(0,π)、a∈R，证明存在 y ∈ [a−θ, a+θ] 使 cos y ≤ cos θ。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分析：写出 cos y ≤ cos θ 的解集（“好区间”），说明长度为 2θ 的区间不能整个落在“坏区间”内。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cos y ≤ cos θ 的解集：∪(k∈Z) [2kπ+θ, 2kπ+2π−θ]。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   依据：余弦在每个周期 [2kπ, 2kπ+2π] 内先减后增，cos y = cos θ 恰在两端取到。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反设：对一切 y ∈ [a−θ, a+θ] 都有 cos y &gt; cos θ，即区间全落在坏集 ∪(k∈Z)(2kπ−θ, 2kπ+θ) 内。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因 [a−θ, a+θ] 连通、各坏区间互不相交，故必含于某个 (2kπ−θ, 2kπ+θ)。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于是 2kπ−θ &lt; a−θ 且 a+θ &lt; 2kπ+θ，即 2kπ &lt; a 且 a &lt; 2kπ，矛盾。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结论：反设不成立，故存在 y ∈ [a−θ, a+θ] 使 cos y ≤ cos 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第(2)问 · 方法二（取整函数法）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思路：用“取整”构造一个整数 k，使区间与某个好区间必然相交。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解集同前：∪(k∈Z) [2kπ+θ, 2(k+1)π−θ]。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若 [a−θ, a+θ] 与每个好区间都不相交，则对每个整数 k 必有二者之一：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a+θ &lt; 2kπ+θ（即 k &gt; a/2π），或 a−θ &gt; 2(k+1)π−θ（即 k &lt; a/2π − 1）。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取整数 k 满足 a/2π − 1 &lt; k ≤ a/2π（即 k = a/2π 的整数部分）。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该 k 既不满足 k &gt; a/2π，也不满足 k &lt; a/2π − 1，矛盾。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结论：故存在 y ∈ [a−θ, a+θ] 使 cos y ≤ cos θ。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两法本质：坏区间长 2θ 恰等于 [a−θ, a+θ] 的长度，严格“装不下”。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第(2)问 · 方法比较与得分点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两种方法比较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方法一（解集 + 连通性反证）：直观、几何直觉强，推荐考场使用。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方法二（取整函数法）：更代数化、更严谨，本质相同但表达方式不同。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得分点设置（本问约 5 分，模拟评分细则）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正确写出解集 ∪(k∈Z)[2kπ+θ, 2kπ+2π−θ] —— 2 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反证并指出区间必落入某个坏区间内 —— 2 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推出 2kπ &lt; a 且 a &lt; 2kπ 矛盾（或取整构造矛盾），完成证明 —— 1 分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阅卷提示：解集写错（如漏周期、端点写错）直接失分；反证假设不写清楚扣 1 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第(3)问 · 分析与方法一（上界）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目标：求 b 的最小值。记 h_φ(x) = 5cos x − cos(5x+φ)。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即求 min φ [ max x h_φ(x) ]：先证“b=3√3 能做到”（上界），再证“任何 φ 都躲不开 3√3”（下界）。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上界：找一个 φ，使 h_φ(x) ≤ 3√3 恒成立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取 φ = 0，则 h₀(x) = 5cos x − cos 5x = f(x)。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若 cos x ≤ 0：f(x) = 5cos x − cos 5x ≤ 0 + 1 = 1 &lt; 3√3。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若 cos x ≥ 0：由第(1)问方法二，f(x) = 4cos³x(5−4cos²x) ≤ 3√3。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故对一切 x ∈ R 有 f(x) ≤ 3√3，即取 φ=0、b=3√3 时恒成立。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⇒ b 的最小值 ≤ 3√3。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第(3)问 · 方法一（下界）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下界：任取 φ，都存在 x 使 h_φ(x) ≥ 3√3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在第(2)问取 θ = 5π/6、a = φ：存在 y ∈ [φ−5π/6, φ+5π/6] 使 cos y ≤ cos(5π/6) = −√3/2。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令 x = (y−φ)/5，则 x ∈ [−π/6, π/6]，故 |x| ≤ π/6 → cos x ≥ √3/2 → 5cos x ≥ 5√3/2。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又 5x+φ = y，故 cos(5x+φ) = cos y ≤ −√3/2 → −cos(5x+φ) ≥ √3/2。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相加：5cos x − cos(5x+φ) ≥ 5√3/2 + √3/2 = 3√3。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⑤ 故对任意 φ，都存在 x 使 h_φ(x) ≥ 3√3，即要 h_φ(x) ≤ b 恒成立，必须 b ≥ 3√3。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结论：b 的最小值 = 3√3（当 φ = 0 时取到）。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第(3)问 · 方法二（|g|≤b 与三等分点 · 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思路：不依赖前两问，先由“对称性”得 |g_φ(x)| ≤ b，再取三个特殊点推出 b ≥ 3√3。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记 g_φ(x) = 5cos x − cos(5x+φ)。若 g_φ(x) ≤ b 对一切 x 成立：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g_φ(x+π) = −5cos x − cos(5x+5π+φ) = −5cos x + cos(5x+φ) = −g_φ(x)。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   依据：cos(x+π) = −cos x，且 cos(5x+5π+φ) = −cos(5x+φ)（5π 与 π 同奇偶）。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故 −g_φ(x) = g_φ(x+π) ≤ b，即 g_φ(x) ≥ −b，于是 |g_φ(x)| ≤ b 对一切 x 成立。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令 m = φ/6 − π/6，分别取 x = −φ/6 + π/6、−φ/6 − π/6、−φ/6 + π/2 代入，得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b ≥ 6|cos m|，b ≥ 6|cos(m+π/3)|，b ≥ 6|cos(m−π/3)|。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</a:rPr>
              <a:t>   验证第一式：此时 5x+φ = φ/6+5π/6，g_φ = 5cos(π/6−φ/6) − cos(φ/6+5π/6) = 6cos m。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第(3)问 · 方法二（|g|≤b 与三等分点 · 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⑤ 由上页：|cos m|、|cos(m+π/3)|、|cos(m−π/3)| ≤ b/6。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⑥ 由 cos 2t = 2cos²t − 1 = 2|cos t|² − 1，得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cos 2m、cos(2m+2π/3)、cos(2m−2π/3) ≤ 2(b/6)² − 1 = b²/18 − 1。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⑦ 若 b &lt; 3√3，则 b²/18 − 1 &lt; 27/18 − 1 = 1/2，故三个余弦都 &lt; 1/2。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⑧ 但 2m、2m+2π/3、2m−2π/3 两两相差 2π/3，在单位圆上是三等分点（正三角形）。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   而 cos t ≥ 1/2 的弧段（长为 2π/3）必覆盖其中一个点，即某余弦 ≥ 1/2，矛盾。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⑨ 故 b &lt; 3√3 不可能，必有 b ≥ 3√3；又 φ=0 时 b=3√3 可行。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结论：b 的最小值 = 3√3。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第(3)问 · 方法比较与得分点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两种方法比较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方法一（递进路线）：(1)→(2)→(3) 环环相扣，计算量小、最自然，是命题人设计的正解，考场首选。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方法二（独立证明）：不依赖前两问，但三个特殊点与“三等分点”的几何事实较难想到。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得分点设置（本问约 8 分，模拟评分细则）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取 φ=0 并利用 f(x) ≤ 3√3 得 b ≤ 3√3（上界）—— 2 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借第(2)问取 θ=5π/6，构造 y 与 x=(y−φ)/5，得 5cos x ≥ 5√3/2 且 −cos(5x+φ) ≥ √3/2 —— 4 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相加得 h_φ(x) ≥ 3√3，推出 b ≥ 3√3 —— 1 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综合得 b 的最小值为 3√3 —— 1 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易错点与考场建议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易错点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区间是 [0, π/4]，不是 [0, π]（本题 π/6 恰在区间内，结论不变，但审题须看清）。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cos(5π/6) = −√3/2，负号易丢。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θ ∈ (0, π)，cos θ 可为负（如 θ=5π/6 时 cos θ = −√3/2），不能默认 cos θ ≥ 0。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“存在 φ”表示 φ 可自由选取，最优取 φ=0；把 φ 当固定值会走偏。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⑤ 等号验证：f(π/6) = 3√3 确实达到上界（非端点，且在区间内）。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考场建议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第(1)问用导数法稳妥拿满，写清单调性依据；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第(2)问用“解集 + 反证”最快，关键是解集写对；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第(3)问走递进路线：上界取 φ=0，下界借第(2)问取 θ=5π/6；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时间建议 15–20 分钟；下界一时想不到，先写“取 φ=0 得 b ≤ 3√3”拿到上界分；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⑤ 每一步不等式注明依据（和差化积、均值、余弦单调性），避免“显然”。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1" i="0">
                <a:solidFill>
                  <a:srgbClr val="445437"/>
                </a:solidFill>
                <a:latin typeface="微软雅黑"/>
              </a:rPr>
              <a:t>命题人的命题逻辑与考察意图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36208"/>
            <a:ext cx="3346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微软雅黑"/>
              </a:rPr>
              <a:t>止于至善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95959"/>
                </a:solidFill>
                <a:latin typeface="微软雅黑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命题逻辑：三问递进，层层铺垫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(1) 求 f(x)=5cos x − cos 5x 的最大值 → 提供“上界 3√3”这个工具。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(2) 证余弦存在性（区间覆盖）→ 为 (3) 的“下界”提供构造工具。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(3) 用 (1)(2) 合成：上界取 φ=0，下界借 (2) 取 θ=5π/6，夹出 b = 3√3。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考察意图：数学核心素养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① 逻辑推理：存在性证明、反证法、量词（∃φ、∀x）的严谨处理；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② 数学运算：三角恒等变换、导数、基本不等式；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③ 数学抽象与建模：把“求 b 的最小值”抽象为 min φ [ max x h_φ(x) ]；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500" b="0" i="0">
                <a:solidFill>
                  <a:srgbClr val="212121"/>
                </a:solidFill>
                <a:latin typeface="微软雅黑"/>
              </a:rPr>
              <a:t>④ 直观想象：三等分点、区间覆盖、周期性。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445437"/>
                </a:solidFill>
                <a:latin typeface="微软雅黑"/>
              </a:rPr>
              <a:t>一句话总结：三问环环相扣，(1)(2) 为 (3) 铺路，考查“用旧结论解决新问题”的高阶能力。</a:t>
            </a:r>
          </a:p>
        </p:txBody>
      </p:sp>
      <p:pic>
        <p:nvPicPr>
          <p:cNvPr id="6" name="Picture 5" descr="se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4663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7266</Words>
  <Application>Microsoft Office PowerPoint</Application>
  <PresentationFormat>宽屏</PresentationFormat>
  <Paragraphs>1267</Paragraphs>
  <Slides>91</Slides>
  <Notes>78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93" baseType="lpstr"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冠镔 丁</cp:lastModifiedBy>
  <cp:revision>31</cp:revision>
  <dcterms:created xsi:type="dcterms:W3CDTF">2019-03-11T14:11:00Z</dcterms:created>
  <dcterms:modified xsi:type="dcterms:W3CDTF">2023-10-08T08:50:29Z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2052-11.1.0.10132</vt:lpwstr>
  </property>
</Properties>
</file>