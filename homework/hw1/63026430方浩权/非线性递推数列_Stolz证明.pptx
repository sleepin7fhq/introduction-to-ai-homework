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jpeg" ContentType="image/jpeg"/>
  <Default Extension="JPG" ContentType="image/.jpg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5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x="12192000" cy="6858000"/>
  <p:notesSz cx="6858000" cy="9144000"/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6666"/>
    <a:srgbClr val="FDFCFB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79874" autoAdjust="0"/>
  </p:normalViewPr>
  <p:slideViewPr>
    <p:cSldViewPr snapToGrid="0">
      <p:cViewPr>
        <p:scale>
          <a:sx n="75" d="100"/>
          <a:sy n="75" d="100"/>
        </p:scale>
        <p:origin x="1236" y="7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-3985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7" Type="http://schemas.openxmlformats.org/officeDocument/2006/relationships/tags" Target="tags/tag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F51752-2BA6-4267-BD9C-0255A6E7A7A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D02A4A-2F78-42A2-8BB5-4E355942CA2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本次展示讨论一个非线性递推数列的渐近估计。核心工具是单调有界原理与 Stolz 公式，路线是先建立数列结构，再把根号极限转化为可求的差分极限。</a:t>
            </a:r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题目给定初始项为正，并给出相邻项之间的非线性递推关系。需要证明的不是通项公式，而是数列与根号二倍下标之间的渐近等价。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证明分为四步。先证明正项与单调性，再反设数列有界并用单调有界原理制造矛盾，随后选取归一化量并验证 Stolz 条件，最后用根号函数的连续性还原目标极限。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由递推式可以直接看出，只要当前项为正，下一项仍然为正。相邻两项之差等于当前项的倒数，因此数列严格递增。这两个结论保证后续运算有意义，也为单调有界原理准备好了前半部分条件。</a:t>
            </a:r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现在反设数列有上界。它已经单调递增，于是由单调有界原理一定收敛到某个正数。对递推式两边取极限，会得到极限等于自身加上极限的倒数，这与极限为正矛盾。因此数列没有上界，并趋于正无穷。</a:t>
            </a:r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令归一化量等于数列平方的一半。平方展开后，相邻差等于一再加上一个趋于零的小量，因此差分极限是一。归一化量严格递增且无界，分母也严格递增并趋于无穷，Stolz 公式的条件全部成立。</a:t>
            </a:r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由 Stolz 公式得到归一化量与下标之比的极限为一。原题的根号表达式恰好等于这个比值的平方根，而根号函数在正数一附近连续，所以极限可以传入根号。最终得到原极限等于一。</a:t>
            </a:r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这类题的关键不是先猜答案，而是先确认数列结构和定理条件。先保住正项与单调性，再证明无界，随后选择能让差分收敛的归一化尺度。使用 Stolz 之前必须逐条核验无穷比无穷、单调递增与分母发散，最后再用连续函数把极限传回原式。</a:t>
            </a:r>
            <a:endParaRPr 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证明到这里完成。整道题的主线是正项单调、无界发散、归一化求主项，以及连续函数传递极限。</a:t>
            </a:r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5" Type="http://schemas.openxmlformats.org/officeDocument/2006/relationships/image" Target="../media/image2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图片包含 树, 户外, 建筑物, 道路&#10;&#10;自动生成的说明"/>
          <p:cNvPicPr>
            <a:picLocks noChangeAspect="1"/>
          </p:cNvPicPr>
          <p:nvPr userDrawn="1"/>
        </p:nvPicPr>
        <p:blipFill rotWithShape="1"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r="35125" b="7878"/>
          <a:stretch>
            <a:fillRect/>
          </a:stretch>
        </p:blipFill>
        <p:spPr>
          <a:xfrm>
            <a:off x="4282440" y="0"/>
            <a:ext cx="7909560" cy="6858000"/>
          </a:xfrm>
          <a:prstGeom prst="rect">
            <a:avLst/>
          </a:prstGeom>
        </p:spPr>
      </p:pic>
      <p:sp>
        <p:nvSpPr>
          <p:cNvPr id="12" name="矩形 1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2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4" name="组合 13"/>
          <p:cNvGrpSpPr/>
          <p:nvPr userDrawn="1"/>
        </p:nvGrpSpPr>
        <p:grpSpPr>
          <a:xfrm>
            <a:off x="10402823" y="853956"/>
            <a:ext cx="1875342" cy="6834393"/>
            <a:chOff x="10402823" y="853956"/>
            <a:chExt cx="1875342" cy="6834393"/>
          </a:xfrm>
        </p:grpSpPr>
        <p:sp>
          <p:nvSpPr>
            <p:cNvPr id="15" name="任意多边形: 形状 14"/>
            <p:cNvSpPr/>
            <p:nvPr userDrawn="1"/>
          </p:nvSpPr>
          <p:spPr>
            <a:xfrm rot="17975649">
              <a:off x="7764318" y="3492461"/>
              <a:ext cx="6834393" cy="1557383"/>
            </a:xfrm>
            <a:custGeom>
              <a:avLst/>
              <a:gdLst>
                <a:gd name="connsiteX0" fmla="*/ 4887162 w 6834393"/>
                <a:gd name="connsiteY0" fmla="*/ 1105918 h 1557383"/>
                <a:gd name="connsiteX1" fmla="*/ 4092251 w 6834393"/>
                <a:gd name="connsiteY1" fmla="*/ 1557383 h 1557383"/>
                <a:gd name="connsiteX2" fmla="*/ 884506 w 6834393"/>
                <a:gd name="connsiteY2" fmla="*/ 1557383 h 1557383"/>
                <a:gd name="connsiteX3" fmla="*/ 628100 w 6834393"/>
                <a:gd name="connsiteY3" fmla="*/ 1105918 h 1557383"/>
                <a:gd name="connsiteX4" fmla="*/ 6834393 w 6834393"/>
                <a:gd name="connsiteY4" fmla="*/ 0 h 1557383"/>
                <a:gd name="connsiteX5" fmla="*/ 6039483 w 6834393"/>
                <a:gd name="connsiteY5" fmla="*/ 451465 h 1557383"/>
                <a:gd name="connsiteX6" fmla="*/ 256407 w 6834393"/>
                <a:gd name="connsiteY6" fmla="*/ 451465 h 1557383"/>
                <a:gd name="connsiteX7" fmla="*/ 0 w 6834393"/>
                <a:gd name="connsiteY7" fmla="*/ 0 h 1557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834393" h="1557383">
                  <a:moveTo>
                    <a:pt x="4887162" y="1105918"/>
                  </a:moveTo>
                  <a:lnTo>
                    <a:pt x="4092251" y="1557383"/>
                  </a:lnTo>
                  <a:lnTo>
                    <a:pt x="884506" y="1557383"/>
                  </a:lnTo>
                  <a:lnTo>
                    <a:pt x="628100" y="1105918"/>
                  </a:lnTo>
                  <a:close/>
                  <a:moveTo>
                    <a:pt x="6834393" y="0"/>
                  </a:moveTo>
                  <a:lnTo>
                    <a:pt x="6039483" y="451465"/>
                  </a:lnTo>
                  <a:lnTo>
                    <a:pt x="256407" y="4514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: 形状 15"/>
            <p:cNvSpPr/>
            <p:nvPr userDrawn="1"/>
          </p:nvSpPr>
          <p:spPr>
            <a:xfrm rot="17975649">
              <a:off x="8726108" y="4052302"/>
              <a:ext cx="5546729" cy="1557384"/>
            </a:xfrm>
            <a:custGeom>
              <a:avLst/>
              <a:gdLst>
                <a:gd name="connsiteX0" fmla="*/ 3599499 w 5546729"/>
                <a:gd name="connsiteY0" fmla="*/ 1105919 h 1557384"/>
                <a:gd name="connsiteX1" fmla="*/ 2804588 w 5546729"/>
                <a:gd name="connsiteY1" fmla="*/ 1557384 h 1557384"/>
                <a:gd name="connsiteX2" fmla="*/ 884507 w 5546729"/>
                <a:gd name="connsiteY2" fmla="*/ 1557383 h 1557384"/>
                <a:gd name="connsiteX3" fmla="*/ 628100 w 5546729"/>
                <a:gd name="connsiteY3" fmla="*/ 1105919 h 1557384"/>
                <a:gd name="connsiteX4" fmla="*/ 5546729 w 5546729"/>
                <a:gd name="connsiteY4" fmla="*/ 1 h 1557384"/>
                <a:gd name="connsiteX5" fmla="*/ 4751818 w 5546729"/>
                <a:gd name="connsiteY5" fmla="*/ 451466 h 1557384"/>
                <a:gd name="connsiteX6" fmla="*/ 256407 w 5546729"/>
                <a:gd name="connsiteY6" fmla="*/ 451465 h 1557384"/>
                <a:gd name="connsiteX7" fmla="*/ 0 w 5546729"/>
                <a:gd name="connsiteY7" fmla="*/ 0 h 1557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546729" h="1557384">
                  <a:moveTo>
                    <a:pt x="3599499" y="1105919"/>
                  </a:moveTo>
                  <a:lnTo>
                    <a:pt x="2804588" y="1557384"/>
                  </a:lnTo>
                  <a:lnTo>
                    <a:pt x="884507" y="1557383"/>
                  </a:lnTo>
                  <a:lnTo>
                    <a:pt x="628100" y="1105919"/>
                  </a:lnTo>
                  <a:close/>
                  <a:moveTo>
                    <a:pt x="5546729" y="1"/>
                  </a:moveTo>
                  <a:lnTo>
                    <a:pt x="4751818" y="451466"/>
                  </a:lnTo>
                  <a:lnTo>
                    <a:pt x="256407" y="4514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7" name="图片 16" descr="图片包含 树, 户外, 建筑物, 道路&#10;&#10;自动生成的说明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53" t="7878" r="35125" b="7878"/>
          <a:stretch>
            <a:fillRect/>
          </a:stretch>
        </p:blipFill>
        <p:spPr>
          <a:xfrm>
            <a:off x="5178924" y="0"/>
            <a:ext cx="7013076" cy="6858000"/>
          </a:xfrm>
          <a:custGeom>
            <a:avLst/>
            <a:gdLst>
              <a:gd name="connsiteX0" fmla="*/ 3877363 w 7013076"/>
              <a:gd name="connsiteY0" fmla="*/ 0 h 6858000"/>
              <a:gd name="connsiteX1" fmla="*/ 7013076 w 7013076"/>
              <a:gd name="connsiteY1" fmla="*/ 0 h 6858000"/>
              <a:gd name="connsiteX2" fmla="*/ 7013076 w 7013076"/>
              <a:gd name="connsiteY2" fmla="*/ 692654 h 6858000"/>
              <a:gd name="connsiteX3" fmla="*/ 3527325 w 7013076"/>
              <a:gd name="connsiteY3" fmla="*/ 6858000 h 6858000"/>
              <a:gd name="connsiteX4" fmla="*/ 0 w 701307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13076" h="6858000">
                <a:moveTo>
                  <a:pt x="3877363" y="0"/>
                </a:moveTo>
                <a:lnTo>
                  <a:pt x="7013076" y="0"/>
                </a:lnTo>
                <a:lnTo>
                  <a:pt x="7013076" y="692654"/>
                </a:lnTo>
                <a:lnTo>
                  <a:pt x="352732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cxnSp>
        <p:nvCxnSpPr>
          <p:cNvPr id="22" name="直接连接符 21"/>
          <p:cNvCxnSpPr/>
          <p:nvPr userDrawn="1"/>
        </p:nvCxnSpPr>
        <p:spPr>
          <a:xfrm>
            <a:off x="667503" y="4839800"/>
            <a:ext cx="4932680" cy="0"/>
          </a:xfrm>
          <a:prstGeom prst="line">
            <a:avLst/>
          </a:prstGeom>
          <a:ln w="12700" cap="rnd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312015"/>
            <a:ext cx="1375700" cy="437285"/>
          </a:xfrm>
          <a:prstGeom prst="rect">
            <a:avLst/>
          </a:prstGeom>
        </p:spPr>
      </p:pic>
      <p:sp>
        <p:nvSpPr>
          <p:cNvPr id="26" name="文本占位符 25"/>
          <p:cNvSpPr>
            <a:spLocks noGrp="1"/>
          </p:cNvSpPr>
          <p:nvPr>
            <p:ph type="body" sz="quarter" idx="10" hasCustomPrompt="1"/>
          </p:nvPr>
        </p:nvSpPr>
        <p:spPr>
          <a:xfrm>
            <a:off x="667503" y="2749690"/>
            <a:ext cx="5798382" cy="8788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None/>
              <a:defRPr sz="5400" b="1" spc="100" baseline="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请输入你的大标题</a:t>
            </a:r>
            <a:endParaRPr lang="en-US" altLang="zh-CN" dirty="0"/>
          </a:p>
        </p:txBody>
      </p:sp>
      <p:sp>
        <p:nvSpPr>
          <p:cNvPr id="27" name="文本占位符 25"/>
          <p:cNvSpPr>
            <a:spLocks noGrp="1"/>
          </p:cNvSpPr>
          <p:nvPr>
            <p:ph type="body" sz="quarter" idx="11" hasCustomPrompt="1"/>
          </p:nvPr>
        </p:nvSpPr>
        <p:spPr>
          <a:xfrm>
            <a:off x="667503" y="1869834"/>
            <a:ext cx="5798382" cy="8788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None/>
              <a:defRPr sz="5400" b="0" spc="100" baseline="0"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请输入答辩类型</a:t>
            </a:r>
            <a:endParaRPr lang="en-US" altLang="zh-CN" dirty="0"/>
          </a:p>
        </p:txBody>
      </p:sp>
      <p:sp>
        <p:nvSpPr>
          <p:cNvPr id="29" name="文本占位符 28"/>
          <p:cNvSpPr>
            <a:spLocks noGrp="1"/>
          </p:cNvSpPr>
          <p:nvPr>
            <p:ph type="body" sz="quarter" idx="12" hasCustomPrompt="1"/>
          </p:nvPr>
        </p:nvSpPr>
        <p:spPr>
          <a:xfrm>
            <a:off x="667503" y="3641672"/>
            <a:ext cx="5798382" cy="286232"/>
          </a:xfrm>
          <a:prstGeom prst="rect">
            <a:avLst/>
          </a:prstGeom>
        </p:spPr>
        <p:txBody>
          <a:bodyPr lIns="0">
            <a:spAutoFit/>
          </a:bodyPr>
          <a:lstStyle>
            <a:lvl1pPr marL="0" indent="0">
              <a:lnSpc>
                <a:spcPct val="100000"/>
              </a:lnSpc>
              <a:buNone/>
              <a:defRPr sz="1200" spc="550" baseline="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altLang="zh-CN" dirty="0"/>
              <a:t>Supporting Your Text Here</a:t>
            </a:r>
            <a:endParaRPr lang="en-US" altLang="zh-CN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6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任意多边形: 形状 17"/>
          <p:cNvSpPr/>
          <p:nvPr userDrawn="1"/>
        </p:nvSpPr>
        <p:spPr>
          <a:xfrm>
            <a:off x="0" y="0"/>
            <a:ext cx="5953266" cy="6858000"/>
          </a:xfrm>
          <a:custGeom>
            <a:avLst/>
            <a:gdLst>
              <a:gd name="connsiteX0" fmla="*/ 0 w 5953266"/>
              <a:gd name="connsiteY0" fmla="*/ 0 h 6858000"/>
              <a:gd name="connsiteX1" fmla="*/ 4026732 w 5953266"/>
              <a:gd name="connsiteY1" fmla="*/ 0 h 6858000"/>
              <a:gd name="connsiteX2" fmla="*/ 4359910 w 5953266"/>
              <a:gd name="connsiteY2" fmla="*/ 252902 h 6858000"/>
              <a:gd name="connsiteX3" fmla="*/ 5953266 w 5953266"/>
              <a:gd name="connsiteY3" fmla="*/ 3682471 h 6858000"/>
              <a:gd name="connsiteX4" fmla="*/ 4670843 w 5953266"/>
              <a:gd name="connsiteY4" fmla="*/ 6825186 h 6858000"/>
              <a:gd name="connsiteX5" fmla="*/ 4635274 w 5953266"/>
              <a:gd name="connsiteY5" fmla="*/ 6858000 h 6858000"/>
              <a:gd name="connsiteX6" fmla="*/ 0 w 5953266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53266" h="6858000">
                <a:moveTo>
                  <a:pt x="0" y="0"/>
                </a:moveTo>
                <a:lnTo>
                  <a:pt x="4026732" y="0"/>
                </a:lnTo>
                <a:lnTo>
                  <a:pt x="4359910" y="252902"/>
                </a:lnTo>
                <a:cubicBezTo>
                  <a:pt x="5333013" y="1068083"/>
                  <a:pt x="5953266" y="2301751"/>
                  <a:pt x="5953266" y="3682471"/>
                </a:cubicBezTo>
                <a:cubicBezTo>
                  <a:pt x="5953266" y="4909778"/>
                  <a:pt x="5463189" y="6020895"/>
                  <a:pt x="4670843" y="6825186"/>
                </a:cubicBezTo>
                <a:lnTo>
                  <a:pt x="463527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90000"/>
            </a:schemeClr>
          </a:solidFill>
          <a:ln w="127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2" name="图片 121"/>
          <p:cNvPicPr>
            <a:picLocks noChangeAspect="1"/>
          </p:cNvPicPr>
          <p:nvPr userDrawn="1"/>
        </p:nvPicPr>
        <p:blipFill>
          <a:blip r:embed="rId3"/>
          <a:srcRect l="35649" t="16934" b="16934"/>
          <a:stretch>
            <a:fillRect/>
          </a:stretch>
        </p:blipFill>
        <p:spPr>
          <a:xfrm>
            <a:off x="2" y="0"/>
            <a:ext cx="6677201" cy="6858000"/>
          </a:xfrm>
          <a:custGeom>
            <a:avLst/>
            <a:gdLst>
              <a:gd name="connsiteX0" fmla="*/ 0 w 6677201"/>
              <a:gd name="connsiteY0" fmla="*/ 0 h 6858000"/>
              <a:gd name="connsiteX1" fmla="*/ 6677201 w 6677201"/>
              <a:gd name="connsiteY1" fmla="*/ 0 h 6858000"/>
              <a:gd name="connsiteX2" fmla="*/ 6677201 w 6677201"/>
              <a:gd name="connsiteY2" fmla="*/ 6858000 h 6858000"/>
              <a:gd name="connsiteX3" fmla="*/ 0 w 667720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77201" h="6858000">
                <a:moveTo>
                  <a:pt x="0" y="0"/>
                </a:moveTo>
                <a:lnTo>
                  <a:pt x="6677201" y="0"/>
                </a:lnTo>
                <a:lnTo>
                  <a:pt x="6677201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21" name="图片 120"/>
          <p:cNvPicPr/>
          <p:nvPr userDrawn="1"/>
        </p:nvPicPr>
        <p:blipFill>
          <a:blip r:embed="rId4">
            <a:alphaModFix amt="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973" t="9127" b="14811"/>
          <a:stretch>
            <a:fillRect/>
          </a:stretch>
        </p:blipFill>
        <p:spPr>
          <a:xfrm>
            <a:off x="0" y="0"/>
            <a:ext cx="5953266" cy="6858000"/>
          </a:xfrm>
          <a:custGeom>
            <a:avLst/>
            <a:gdLst>
              <a:gd name="connsiteX0" fmla="*/ 0 w 5953266"/>
              <a:gd name="connsiteY0" fmla="*/ 0 h 6858000"/>
              <a:gd name="connsiteX1" fmla="*/ 5953266 w 5953266"/>
              <a:gd name="connsiteY1" fmla="*/ 0 h 6858000"/>
              <a:gd name="connsiteX2" fmla="*/ 5953266 w 5953266"/>
              <a:gd name="connsiteY2" fmla="*/ 6858000 h 6858000"/>
              <a:gd name="connsiteX3" fmla="*/ 0 w 595326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53266" h="6858000">
                <a:moveTo>
                  <a:pt x="0" y="0"/>
                </a:moveTo>
                <a:lnTo>
                  <a:pt x="5953266" y="0"/>
                </a:lnTo>
                <a:lnTo>
                  <a:pt x="595326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9" name="矩形 8"/>
          <p:cNvSpPr/>
          <p:nvPr userDrawn="1"/>
        </p:nvSpPr>
        <p:spPr>
          <a:xfrm>
            <a:off x="2122934" y="3082752"/>
            <a:ext cx="2964273" cy="1107996"/>
          </a:xfrm>
          <a:prstGeom prst="rect">
            <a:avLst/>
          </a:prstGeom>
        </p:spPr>
        <p:txBody>
          <a:bodyPr wrap="none" lIns="0">
            <a:spAutoFit/>
          </a:bodyPr>
          <a:lstStyle/>
          <a:p>
            <a:pPr lvl="0" algn="ctr">
              <a:defRPr/>
            </a:pPr>
            <a:r>
              <a:rPr lang="en-US" altLang="zh-CN" sz="6600" dirty="0">
                <a:solidFill>
                  <a:schemeClr val="bg1">
                    <a:lumMod val="75000"/>
                  </a:schemeClr>
                </a:solidFill>
              </a:rPr>
              <a:t>content</a:t>
            </a:r>
            <a:endParaRPr lang="zh-CN" altLang="en-US" sz="66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2214374" y="3872827"/>
            <a:ext cx="2325409" cy="25907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2183589" y="2598003"/>
            <a:ext cx="1421481" cy="83099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目录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24" name="日期占位符 123"/>
          <p:cNvSpPr>
            <a:spLocks noGrp="1"/>
          </p:cNvSpPr>
          <p:nvPr>
            <p:ph type="dt" sz="half" idx="10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31201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 userDrawn="1"/>
        </p:nvPicPr>
        <p:blipFill rotWithShape="1"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r="37004" b="7878"/>
          <a:stretch>
            <a:fillRect/>
          </a:stretch>
        </p:blipFill>
        <p:spPr>
          <a:xfrm>
            <a:off x="4511550" y="0"/>
            <a:ext cx="7680450" cy="6858000"/>
          </a:xfrm>
          <a:prstGeom prst="rect">
            <a:avLst/>
          </a:prstGeom>
        </p:spPr>
      </p:pic>
      <p:sp>
        <p:nvSpPr>
          <p:cNvPr id="22" name="矩形 2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5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23" name="图片 2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98" t="7878" r="36982" b="7878"/>
          <a:stretch>
            <a:fillRect/>
          </a:stretch>
        </p:blipFill>
        <p:spPr>
          <a:xfrm>
            <a:off x="5349870" y="0"/>
            <a:ext cx="6842131" cy="6858000"/>
          </a:xfrm>
          <a:custGeom>
            <a:avLst/>
            <a:gdLst>
              <a:gd name="connsiteX0" fmla="*/ 3866540 w 6842131"/>
              <a:gd name="connsiteY0" fmla="*/ 0 h 6858000"/>
              <a:gd name="connsiteX1" fmla="*/ 6842131 w 6842131"/>
              <a:gd name="connsiteY1" fmla="*/ 0 h 6858000"/>
              <a:gd name="connsiteX2" fmla="*/ 6842131 w 6842131"/>
              <a:gd name="connsiteY2" fmla="*/ 2518051 h 6858000"/>
              <a:gd name="connsiteX3" fmla="*/ 4395268 w 6842131"/>
              <a:gd name="connsiteY3" fmla="*/ 6858000 h 6858000"/>
              <a:gd name="connsiteX4" fmla="*/ 0 w 6842131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42131" h="6858000">
                <a:moveTo>
                  <a:pt x="3866540" y="0"/>
                </a:moveTo>
                <a:lnTo>
                  <a:pt x="6842131" y="0"/>
                </a:lnTo>
                <a:lnTo>
                  <a:pt x="6842131" y="2518051"/>
                </a:lnTo>
                <a:lnTo>
                  <a:pt x="4395268" y="6858000"/>
                </a:lnTo>
                <a:lnTo>
                  <a:pt x="0" y="6858000"/>
                </a:lnTo>
                <a:close/>
              </a:path>
            </a:pathLst>
          </a:custGeom>
        </p:spPr>
      </p:pic>
      <p:grpSp>
        <p:nvGrpSpPr>
          <p:cNvPr id="31" name="组合 30"/>
          <p:cNvGrpSpPr/>
          <p:nvPr userDrawn="1"/>
        </p:nvGrpSpPr>
        <p:grpSpPr>
          <a:xfrm>
            <a:off x="5852864" y="578865"/>
            <a:ext cx="5910561" cy="8110350"/>
            <a:chOff x="5852864" y="578865"/>
            <a:chExt cx="5910561" cy="8110350"/>
          </a:xfrm>
        </p:grpSpPr>
        <p:sp>
          <p:nvSpPr>
            <p:cNvPr id="32" name="任意多边形: 形状 31"/>
            <p:cNvSpPr/>
            <p:nvPr/>
          </p:nvSpPr>
          <p:spPr>
            <a:xfrm rot="1764741">
              <a:off x="6434339" y="578865"/>
              <a:ext cx="5329086" cy="8110349"/>
            </a:xfrm>
            <a:custGeom>
              <a:avLst/>
              <a:gdLst>
                <a:gd name="connsiteX0" fmla="*/ 4907596 w 5329086"/>
                <a:gd name="connsiteY0" fmla="*/ 1735493 h 8110349"/>
                <a:gd name="connsiteX1" fmla="*/ 5329086 w 5329086"/>
                <a:gd name="connsiteY1" fmla="*/ 2483140 h 8110349"/>
                <a:gd name="connsiteX2" fmla="*/ 5329086 w 5329086"/>
                <a:gd name="connsiteY2" fmla="*/ 5106050 h 8110349"/>
                <a:gd name="connsiteX3" fmla="*/ 4907597 w 5329086"/>
                <a:gd name="connsiteY3" fmla="*/ 5343666 h 8110349"/>
                <a:gd name="connsiteX4" fmla="*/ 0 w 5329086"/>
                <a:gd name="connsiteY4" fmla="*/ 237617 h 8110349"/>
                <a:gd name="connsiteX5" fmla="*/ 421490 w 5329086"/>
                <a:gd name="connsiteY5" fmla="*/ 0 h 8110349"/>
                <a:gd name="connsiteX6" fmla="*/ 421489 w 5329086"/>
                <a:gd name="connsiteY6" fmla="*/ 7872732 h 8110349"/>
                <a:gd name="connsiteX7" fmla="*/ 0 w 5329086"/>
                <a:gd name="connsiteY7" fmla="*/ 8110349 h 8110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29086" h="8110349">
                  <a:moveTo>
                    <a:pt x="4907596" y="1735493"/>
                  </a:moveTo>
                  <a:lnTo>
                    <a:pt x="5329086" y="2483140"/>
                  </a:lnTo>
                  <a:lnTo>
                    <a:pt x="5329086" y="5106050"/>
                  </a:lnTo>
                  <a:lnTo>
                    <a:pt x="4907597" y="5343666"/>
                  </a:lnTo>
                  <a:close/>
                  <a:moveTo>
                    <a:pt x="0" y="237617"/>
                  </a:moveTo>
                  <a:lnTo>
                    <a:pt x="421490" y="0"/>
                  </a:lnTo>
                  <a:lnTo>
                    <a:pt x="421489" y="7872732"/>
                  </a:lnTo>
                  <a:lnTo>
                    <a:pt x="0" y="811034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3" name="任意多边形: 形状 32"/>
            <p:cNvSpPr/>
            <p:nvPr/>
          </p:nvSpPr>
          <p:spPr>
            <a:xfrm rot="1764741">
              <a:off x="5852864" y="578866"/>
              <a:ext cx="5329086" cy="8110349"/>
            </a:xfrm>
            <a:custGeom>
              <a:avLst/>
              <a:gdLst>
                <a:gd name="connsiteX0" fmla="*/ 4907597 w 5329086"/>
                <a:gd name="connsiteY0" fmla="*/ 551447 h 8110349"/>
                <a:gd name="connsiteX1" fmla="*/ 5329086 w 5329086"/>
                <a:gd name="connsiteY1" fmla="*/ 1299093 h 8110349"/>
                <a:gd name="connsiteX2" fmla="*/ 5329086 w 5329086"/>
                <a:gd name="connsiteY2" fmla="*/ 5106050 h 8110349"/>
                <a:gd name="connsiteX3" fmla="*/ 4907596 w 5329086"/>
                <a:gd name="connsiteY3" fmla="*/ 5343667 h 8110349"/>
                <a:gd name="connsiteX4" fmla="*/ 0 w 5329086"/>
                <a:gd name="connsiteY4" fmla="*/ 237617 h 8110349"/>
                <a:gd name="connsiteX5" fmla="*/ 421489 w 5329086"/>
                <a:gd name="connsiteY5" fmla="*/ 0 h 8110349"/>
                <a:gd name="connsiteX6" fmla="*/ 421489 w 5329086"/>
                <a:gd name="connsiteY6" fmla="*/ 7872732 h 8110349"/>
                <a:gd name="connsiteX7" fmla="*/ 0 w 5329086"/>
                <a:gd name="connsiteY7" fmla="*/ 8110349 h 8110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29086" h="8110349">
                  <a:moveTo>
                    <a:pt x="4907597" y="551447"/>
                  </a:moveTo>
                  <a:lnTo>
                    <a:pt x="5329086" y="1299093"/>
                  </a:lnTo>
                  <a:lnTo>
                    <a:pt x="5329086" y="5106050"/>
                  </a:lnTo>
                  <a:lnTo>
                    <a:pt x="4907596" y="5343667"/>
                  </a:lnTo>
                  <a:close/>
                  <a:moveTo>
                    <a:pt x="0" y="237617"/>
                  </a:moveTo>
                  <a:lnTo>
                    <a:pt x="421489" y="0"/>
                  </a:lnTo>
                  <a:lnTo>
                    <a:pt x="421489" y="7872732"/>
                  </a:lnTo>
                  <a:lnTo>
                    <a:pt x="0" y="811034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45" name="文本占位符 44"/>
          <p:cNvSpPr>
            <a:spLocks noGrp="1"/>
          </p:cNvSpPr>
          <p:nvPr>
            <p:ph type="body" sz="quarter" idx="10" hasCustomPrompt="1"/>
          </p:nvPr>
        </p:nvSpPr>
        <p:spPr>
          <a:xfrm>
            <a:off x="-1" y="4189677"/>
            <a:ext cx="5368944" cy="725488"/>
          </a:xfrm>
          <a:prstGeom prst="rect">
            <a:avLst/>
          </a:prstGeom>
        </p:spPr>
        <p:txBody>
          <a:bodyPr lIns="0" rIns="90000">
            <a:noAutofit/>
          </a:bodyPr>
          <a:lstStyle>
            <a:lvl1pPr marL="0" indent="0" algn="ctr">
              <a:lnSpc>
                <a:spcPct val="100000"/>
              </a:lnSpc>
              <a:buNone/>
              <a:defRPr sz="4400" b="1" spc="100" baseline="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请输入你的节标题</a:t>
            </a:r>
            <a:endParaRPr lang="zh-CN" altLang="en-US" dirty="0"/>
          </a:p>
        </p:txBody>
      </p:sp>
      <p:sp>
        <p:nvSpPr>
          <p:cNvPr id="47" name="文本占位符 46"/>
          <p:cNvSpPr>
            <a:spLocks noGrp="1"/>
          </p:cNvSpPr>
          <p:nvPr>
            <p:ph type="body" sz="quarter" idx="11" hasCustomPrompt="1"/>
          </p:nvPr>
        </p:nvSpPr>
        <p:spPr>
          <a:xfrm>
            <a:off x="-1" y="4857350"/>
            <a:ext cx="5368944" cy="424732"/>
          </a:xfrm>
          <a:prstGeom prst="rect">
            <a:avLst/>
          </a:prstGeom>
        </p:spPr>
        <p:txBody>
          <a:bodyPr lIns="9000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spc="50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Supporting Your Text Here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31201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我介绍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图片占位符 29"/>
          <p:cNvSpPr>
            <a:spLocks noGrp="1"/>
          </p:cNvSpPr>
          <p:nvPr>
            <p:ph type="pic" sz="quarter" idx="12"/>
          </p:nvPr>
        </p:nvSpPr>
        <p:spPr>
          <a:xfrm>
            <a:off x="2571074" y="1465802"/>
            <a:ext cx="3524926" cy="4336612"/>
          </a:xfrm>
          <a:custGeom>
            <a:avLst/>
            <a:gdLst>
              <a:gd name="connsiteX0" fmla="*/ 0 w 3524926"/>
              <a:gd name="connsiteY0" fmla="*/ 0 h 4326855"/>
              <a:gd name="connsiteX1" fmla="*/ 3524926 w 3524926"/>
              <a:gd name="connsiteY1" fmla="*/ 0 h 4326855"/>
              <a:gd name="connsiteX2" fmla="*/ 3524926 w 3524926"/>
              <a:gd name="connsiteY2" fmla="*/ 4326855 h 4326855"/>
              <a:gd name="connsiteX3" fmla="*/ 0 w 3524926"/>
              <a:gd name="connsiteY3" fmla="*/ 4326855 h 4326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24926" h="4326855">
                <a:moveTo>
                  <a:pt x="0" y="0"/>
                </a:moveTo>
                <a:lnTo>
                  <a:pt x="3524926" y="0"/>
                </a:lnTo>
                <a:lnTo>
                  <a:pt x="3524926" y="4326855"/>
                </a:lnTo>
                <a:lnTo>
                  <a:pt x="0" y="432685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  <p:grpSp>
        <p:nvGrpSpPr>
          <p:cNvPr id="25" name="组合 24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26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7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8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68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tIns="4680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  <a:endParaRPr lang="zh-CN" altLang="en-US" dirty="0"/>
          </a:p>
        </p:txBody>
      </p:sp>
      <p:sp>
        <p:nvSpPr>
          <p:cNvPr id="16" name="文本框 15"/>
          <p:cNvSpPr txBox="1"/>
          <p:nvPr userDrawn="1"/>
        </p:nvSpPr>
        <p:spPr>
          <a:xfrm rot="16200000">
            <a:off x="-1272970" y="3259723"/>
            <a:ext cx="41138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spc="800" dirty="0">
                <a:solidFill>
                  <a:schemeClr val="bg1">
                    <a:lumMod val="75000"/>
                  </a:schemeClr>
                </a:solidFill>
              </a:rPr>
              <a:t>Southeast University</a:t>
            </a:r>
            <a:endParaRPr lang="zh-CN" altLang="en-US" sz="1600" spc="8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6" name="文本占位符 6"/>
          <p:cNvSpPr>
            <a:spLocks noGrp="1"/>
          </p:cNvSpPr>
          <p:nvPr>
            <p:ph type="body" sz="quarter" idx="18" hasCustomPrompt="1"/>
          </p:nvPr>
        </p:nvSpPr>
        <p:spPr>
          <a:xfrm>
            <a:off x="6632171" y="1253531"/>
            <a:ext cx="48867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 algn="r">
              <a:lnSpc>
                <a:spcPct val="100000"/>
              </a:lnSpc>
              <a:buNone/>
              <a:defRPr lang="zh-CN" altLang="en-US" sz="7200" i="1" dirty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marL="0" lvl="0"/>
            <a:r>
              <a:rPr lang="en-US" altLang="zh-CN" dirty="0"/>
              <a:t>Your name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22" hasCustomPrompt="1"/>
          </p:nvPr>
        </p:nvSpPr>
        <p:spPr>
          <a:xfrm>
            <a:off x="7398196" y="3937575"/>
            <a:ext cx="3814536" cy="40011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zh-CN" altLang="en-US" dirty="0"/>
              <a:t>简单地介绍一下自己吧</a:t>
            </a:r>
            <a:endParaRPr lang="zh-CN" altLang="en-US" dirty="0"/>
          </a:p>
        </p:txBody>
      </p:sp>
      <p:sp>
        <p:nvSpPr>
          <p:cNvPr id="40" name="文本占位符 11"/>
          <p:cNvSpPr>
            <a:spLocks noGrp="1"/>
          </p:cNvSpPr>
          <p:nvPr>
            <p:ph type="body" sz="quarter" idx="23" hasCustomPrompt="1"/>
          </p:nvPr>
        </p:nvSpPr>
        <p:spPr>
          <a:xfrm>
            <a:off x="7398196" y="4685329"/>
            <a:ext cx="3814536" cy="40011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zh-CN" altLang="en-US" dirty="0"/>
              <a:t>简单地介绍一下自己吧</a:t>
            </a:r>
            <a:endParaRPr lang="zh-CN" altLang="en-US" dirty="0"/>
          </a:p>
        </p:txBody>
      </p:sp>
      <p:sp>
        <p:nvSpPr>
          <p:cNvPr id="41" name="文本占位符 11"/>
          <p:cNvSpPr>
            <a:spLocks noGrp="1"/>
          </p:cNvSpPr>
          <p:nvPr>
            <p:ph type="body" sz="quarter" idx="24" hasCustomPrompt="1"/>
          </p:nvPr>
        </p:nvSpPr>
        <p:spPr>
          <a:xfrm>
            <a:off x="7398196" y="5433083"/>
            <a:ext cx="3814536" cy="40011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zh-CN" altLang="en-US" dirty="0"/>
              <a:t>简单地介绍一下自己吧</a:t>
            </a:r>
            <a:endParaRPr lang="zh-CN" altLang="en-US" dirty="0"/>
          </a:p>
        </p:txBody>
      </p:sp>
      <p:sp>
        <p:nvSpPr>
          <p:cNvPr id="35" name="文本占位符 6"/>
          <p:cNvSpPr>
            <a:spLocks noGrp="1"/>
          </p:cNvSpPr>
          <p:nvPr>
            <p:ph type="body" sz="quarter" idx="17" hasCustomPrompt="1"/>
          </p:nvPr>
        </p:nvSpPr>
        <p:spPr>
          <a:xfrm>
            <a:off x="6749903" y="2564527"/>
            <a:ext cx="3396528" cy="40011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marL="0" indent="0">
              <a:lnSpc>
                <a:spcPct val="100000"/>
              </a:lnSpc>
              <a:buNone/>
              <a:defRPr lang="zh-CN" altLang="en-US" b="1" dirty="0">
                <a:solidFill>
                  <a:schemeClr val="accent2"/>
                </a:solidFill>
              </a:defRPr>
            </a:lvl1pPr>
          </a:lstStyle>
          <a:p>
            <a:pPr marL="0" lvl="0"/>
            <a:r>
              <a:rPr lang="zh-CN" altLang="en-US" dirty="0"/>
              <a:t>你所在的院系 </a:t>
            </a:r>
            <a:r>
              <a:rPr lang="en-US" altLang="zh-CN" dirty="0"/>
              <a:t>/ </a:t>
            </a:r>
            <a:r>
              <a:rPr lang="zh-CN" altLang="en-US" dirty="0"/>
              <a:t>部门</a:t>
            </a:r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6" hasCustomPrompt="1"/>
          </p:nvPr>
        </p:nvSpPr>
        <p:spPr>
          <a:xfrm>
            <a:off x="6749903" y="1812873"/>
            <a:ext cx="3088698" cy="769441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marL="0" indent="0">
              <a:lnSpc>
                <a:spcPct val="100000"/>
              </a:lnSpc>
              <a:buNone/>
              <a:defRPr lang="zh-CN" altLang="en-US" sz="4400" b="1" dirty="0">
                <a:solidFill>
                  <a:schemeClr val="accent1"/>
                </a:solidFill>
              </a:defRPr>
            </a:lvl1pPr>
          </a:lstStyle>
          <a:p>
            <a:pPr marL="0" lvl="0"/>
            <a:r>
              <a:rPr lang="zh-CN" altLang="en-US" dirty="0"/>
              <a:t>你的姓名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5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2" name="矩形 21"/>
          <p:cNvSpPr/>
          <p:nvPr userDrawn="1"/>
        </p:nvSpPr>
        <p:spPr>
          <a:xfrm>
            <a:off x="5341519" y="3365304"/>
            <a:ext cx="2252502" cy="154113"/>
          </a:xfrm>
          <a:prstGeom prst="rect">
            <a:avLst/>
          </a:prstGeom>
          <a:gradFill>
            <a:gsLst>
              <a:gs pos="100000">
                <a:srgbClr val="FDA913"/>
              </a:gs>
              <a:gs pos="0">
                <a:schemeClr val="accent2">
                  <a:lumMod val="60000"/>
                  <a:lumOff val="4000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我介绍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3" name="图片 22"/>
          <p:cNvPicPr/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  <p:sp>
        <p:nvSpPr>
          <p:cNvPr id="3" name="文本占位符 2"/>
          <p:cNvSpPr>
            <a:spLocks noGrp="1"/>
          </p:cNvSpPr>
          <p:nvPr>
            <p:ph type="body" sz="quarter" idx="25" hasCustomPrompt="1"/>
          </p:nvPr>
        </p:nvSpPr>
        <p:spPr>
          <a:xfrm>
            <a:off x="0" y="1093511"/>
            <a:ext cx="640071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r">
              <a:defRPr kumimoji="0" lang="zh-CN" altLang="en-US" sz="8800" b="0" i="1" u="none" strike="noStrike" cap="none" spc="0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</a:defRPr>
            </a:lvl1pPr>
          </a:lstStyle>
          <a:p>
            <a: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dirty="0"/>
              <a:t>Your name</a:t>
            </a:r>
            <a:endParaRPr lang="zh-CN" altLang="en-US" dirty="0"/>
          </a:p>
        </p:txBody>
      </p:sp>
      <p:sp>
        <p:nvSpPr>
          <p:cNvPr id="68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22" hasCustomPrompt="1"/>
          </p:nvPr>
        </p:nvSpPr>
        <p:spPr>
          <a:xfrm>
            <a:off x="660400" y="3881451"/>
            <a:ext cx="3610645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zh-CN" altLang="en-US" dirty="0"/>
              <a:t>简单地介绍一下自己吧</a:t>
            </a:r>
            <a:endParaRPr lang="zh-CN" altLang="en-US" dirty="0"/>
          </a:p>
        </p:txBody>
      </p:sp>
      <p:sp>
        <p:nvSpPr>
          <p:cNvPr id="40" name="文本占位符 11"/>
          <p:cNvSpPr>
            <a:spLocks noGrp="1"/>
          </p:cNvSpPr>
          <p:nvPr>
            <p:ph type="body" sz="quarter" idx="23" hasCustomPrompt="1"/>
          </p:nvPr>
        </p:nvSpPr>
        <p:spPr>
          <a:xfrm>
            <a:off x="660400" y="4685329"/>
            <a:ext cx="3610646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zh-CN" altLang="en-US" dirty="0"/>
              <a:t>简单地介绍一下自己吧</a:t>
            </a:r>
            <a:endParaRPr lang="zh-CN" altLang="en-US" dirty="0"/>
          </a:p>
        </p:txBody>
      </p:sp>
      <p:sp>
        <p:nvSpPr>
          <p:cNvPr id="41" name="文本占位符 11"/>
          <p:cNvSpPr>
            <a:spLocks noGrp="1"/>
          </p:cNvSpPr>
          <p:nvPr>
            <p:ph type="body" sz="quarter" idx="24" hasCustomPrompt="1"/>
          </p:nvPr>
        </p:nvSpPr>
        <p:spPr>
          <a:xfrm>
            <a:off x="660400" y="5433083"/>
            <a:ext cx="3610646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zh-CN" altLang="en-US" dirty="0"/>
              <a:t>简单地介绍一下自己吧</a:t>
            </a:r>
            <a:endParaRPr lang="zh-CN" altLang="en-US" dirty="0"/>
          </a:p>
        </p:txBody>
      </p:sp>
      <p:sp>
        <p:nvSpPr>
          <p:cNvPr id="52" name="文本占位符 6"/>
          <p:cNvSpPr>
            <a:spLocks noGrp="1"/>
          </p:cNvSpPr>
          <p:nvPr>
            <p:ph type="body" sz="quarter" idx="16" hasCustomPrompt="1"/>
          </p:nvPr>
        </p:nvSpPr>
        <p:spPr>
          <a:xfrm>
            <a:off x="2331720" y="2106802"/>
            <a:ext cx="3088698" cy="769441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>
            <a:lvl1pPr marL="0" indent="0" algn="r">
              <a:lnSpc>
                <a:spcPct val="100000"/>
              </a:lnSpc>
              <a:buNone/>
              <a:defRPr lang="zh-CN" altLang="en-US" sz="4400" b="1" dirty="0">
                <a:solidFill>
                  <a:schemeClr val="accent1"/>
                </a:solidFill>
              </a:defRPr>
            </a:lvl1pPr>
          </a:lstStyle>
          <a:p>
            <a:pPr marL="0" lvl="0"/>
            <a:r>
              <a:rPr lang="zh-CN" altLang="en-US" dirty="0"/>
              <a:t>你的姓名</a:t>
            </a:r>
            <a:endParaRPr lang="zh-CN" altLang="en-US" dirty="0"/>
          </a:p>
        </p:txBody>
      </p:sp>
      <p:sp>
        <p:nvSpPr>
          <p:cNvPr id="53" name="文本占位符 6"/>
          <p:cNvSpPr>
            <a:spLocks noGrp="1"/>
          </p:cNvSpPr>
          <p:nvPr>
            <p:ph type="body" sz="quarter" idx="17" hasCustomPrompt="1"/>
          </p:nvPr>
        </p:nvSpPr>
        <p:spPr>
          <a:xfrm>
            <a:off x="1541828" y="3152034"/>
            <a:ext cx="3396528" cy="400110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>
            <a:lvl1pPr marL="0" indent="0" algn="r">
              <a:lnSpc>
                <a:spcPct val="100000"/>
              </a:lnSpc>
              <a:buNone/>
              <a:defRPr lang="zh-CN" altLang="en-US" b="1" dirty="0">
                <a:solidFill>
                  <a:schemeClr val="accent2"/>
                </a:solidFill>
              </a:defRPr>
            </a:lvl1pPr>
          </a:lstStyle>
          <a:p>
            <a:pPr marL="0" lvl="0"/>
            <a:r>
              <a:rPr lang="zh-CN" altLang="en-US" dirty="0"/>
              <a:t>你所在的院系 </a:t>
            </a:r>
            <a:r>
              <a:rPr lang="en-US" altLang="zh-CN" dirty="0"/>
              <a:t>/ </a:t>
            </a:r>
            <a:r>
              <a:rPr lang="zh-CN" altLang="en-US" dirty="0"/>
              <a:t>部门</a:t>
            </a:r>
            <a:endParaRPr lang="zh-CN" altLang="en-US" dirty="0"/>
          </a:p>
        </p:txBody>
      </p:sp>
      <p:sp>
        <p:nvSpPr>
          <p:cNvPr id="33" name="图片占位符 32"/>
          <p:cNvSpPr>
            <a:spLocks noGrp="1"/>
          </p:cNvSpPr>
          <p:nvPr>
            <p:ph type="pic" sz="quarter" idx="12"/>
          </p:nvPr>
        </p:nvSpPr>
        <p:spPr>
          <a:xfrm>
            <a:off x="5131444" y="0"/>
            <a:ext cx="7060556" cy="6858000"/>
          </a:xfrm>
          <a:custGeom>
            <a:avLst/>
            <a:gdLst>
              <a:gd name="connsiteX0" fmla="*/ 2232141 w 7060556"/>
              <a:gd name="connsiteY0" fmla="*/ 0 h 6858000"/>
              <a:gd name="connsiteX1" fmla="*/ 7060556 w 7060556"/>
              <a:gd name="connsiteY1" fmla="*/ 0 h 6858000"/>
              <a:gd name="connsiteX2" fmla="*/ 7060556 w 7060556"/>
              <a:gd name="connsiteY2" fmla="*/ 6858000 h 6858000"/>
              <a:gd name="connsiteX3" fmla="*/ 659756 w 7060556"/>
              <a:gd name="connsiteY3" fmla="*/ 6858000 h 6858000"/>
              <a:gd name="connsiteX4" fmla="*/ 0 w 7060556"/>
              <a:gd name="connsiteY4" fmla="*/ 5318567 h 6858000"/>
              <a:gd name="connsiteX5" fmla="*/ 2076565 w 7060556"/>
              <a:gd name="connsiteY5" fmla="*/ 34199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060556" h="6858000">
                <a:moveTo>
                  <a:pt x="2232141" y="0"/>
                </a:moveTo>
                <a:lnTo>
                  <a:pt x="7060556" y="0"/>
                </a:lnTo>
                <a:lnTo>
                  <a:pt x="7060556" y="6858000"/>
                </a:lnTo>
                <a:lnTo>
                  <a:pt x="659756" y="6858000"/>
                </a:lnTo>
                <a:lnTo>
                  <a:pt x="0" y="5318567"/>
                </a:lnTo>
                <a:cubicBezTo>
                  <a:pt x="292020" y="4312534"/>
                  <a:pt x="1148983" y="2384867"/>
                  <a:pt x="2076565" y="341996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29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0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1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5" name="日期占位符 4"/>
          <p:cNvSpPr>
            <a:spLocks noGrp="1"/>
          </p:cNvSpPr>
          <p:nvPr>
            <p:ph type="dt" sz="half" idx="26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</a:fld>
            <a:endParaRPr lang="zh-CN" altLang="en-US" dirty="0"/>
          </a:p>
        </p:txBody>
      </p:sp>
      <p:cxnSp>
        <p:nvCxnSpPr>
          <p:cNvPr id="18" name="直接连接符 17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介绍内容拓展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文本框 2"/>
          <p:cNvSpPr txBox="1"/>
          <p:nvPr userDrawn="1"/>
        </p:nvSpPr>
        <p:spPr>
          <a:xfrm>
            <a:off x="660400" y="1383671"/>
            <a:ext cx="5001787" cy="132343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zh-CN" sz="8000" i="1" dirty="0">
                <a:solidFill>
                  <a:schemeClr val="bg1">
                    <a:lumMod val="95000"/>
                  </a:schemeClr>
                </a:solidFill>
              </a:rPr>
              <a:t>Our team</a:t>
            </a:r>
            <a:endParaRPr lang="zh-CN" altLang="en-US" sz="8000" i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2" name="图片占位符 31"/>
          <p:cNvSpPr>
            <a:spLocks noGrp="1"/>
          </p:cNvSpPr>
          <p:nvPr>
            <p:ph type="pic" sz="quarter" idx="31"/>
          </p:nvPr>
        </p:nvSpPr>
        <p:spPr>
          <a:xfrm>
            <a:off x="5792230" y="1461189"/>
            <a:ext cx="1908733" cy="3364810"/>
          </a:xfrm>
          <a:custGeom>
            <a:avLst/>
            <a:gdLst>
              <a:gd name="connsiteX0" fmla="*/ 0 w 1908733"/>
              <a:gd name="connsiteY0" fmla="*/ 0 h 3364810"/>
              <a:gd name="connsiteX1" fmla="*/ 1908733 w 1908733"/>
              <a:gd name="connsiteY1" fmla="*/ 0 h 3364810"/>
              <a:gd name="connsiteX2" fmla="*/ 1908733 w 1908733"/>
              <a:gd name="connsiteY2" fmla="*/ 3364810 h 3364810"/>
              <a:gd name="connsiteX3" fmla="*/ 0 w 1908733"/>
              <a:gd name="connsiteY3" fmla="*/ 3364810 h 3364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8733" h="3364810">
                <a:moveTo>
                  <a:pt x="0" y="0"/>
                </a:moveTo>
                <a:lnTo>
                  <a:pt x="1908733" y="0"/>
                </a:lnTo>
                <a:lnTo>
                  <a:pt x="1908733" y="3364810"/>
                </a:lnTo>
                <a:lnTo>
                  <a:pt x="0" y="336481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8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  <a:endParaRPr lang="zh-CN" altLang="en-US" dirty="0"/>
          </a:p>
        </p:txBody>
      </p:sp>
      <p:grpSp>
        <p:nvGrpSpPr>
          <p:cNvPr id="9" name="组合 8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10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1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2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13" name="日期占位符 4"/>
          <p:cNvSpPr>
            <a:spLocks noGrp="1"/>
          </p:cNvSpPr>
          <p:nvPr>
            <p:ph type="dt" sz="half" idx="26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4" name="灯片编号占位符 7"/>
          <p:cNvSpPr>
            <a:spLocks noGrp="1"/>
          </p:cNvSpPr>
          <p:nvPr>
            <p:ph type="sldNum" sz="quarter" idx="28"/>
          </p:nvPr>
        </p:nvSpPr>
        <p:spPr>
          <a:xfrm>
            <a:off x="8775700" y="6235702"/>
            <a:ext cx="2743200" cy="365125"/>
          </a:xfrm>
        </p:spPr>
        <p:txBody>
          <a:bodyPr/>
          <a:lstStyle/>
          <a:p>
            <a:fld id="{C79ECAFE-A460-4E13-ABCB-32CAE613624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7" name="文本占位符 26"/>
          <p:cNvSpPr>
            <a:spLocks noGrp="1"/>
          </p:cNvSpPr>
          <p:nvPr>
            <p:ph type="body" sz="quarter" idx="29" hasCustomPrompt="1"/>
          </p:nvPr>
        </p:nvSpPr>
        <p:spPr>
          <a:xfrm>
            <a:off x="1019067" y="2170482"/>
            <a:ext cx="3982720" cy="584775"/>
          </a:xfrm>
        </p:spPr>
        <p:txBody>
          <a:bodyPr lIns="0">
            <a:spAutoFit/>
          </a:bodyPr>
          <a:lstStyle>
            <a:lvl1pPr marL="0" indent="0">
              <a:lnSpc>
                <a:spcPct val="100000"/>
              </a:lnSpc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请输入你的团队名</a:t>
            </a:r>
            <a:endParaRPr lang="zh-CN" altLang="en-US" dirty="0"/>
          </a:p>
        </p:txBody>
      </p:sp>
      <p:sp>
        <p:nvSpPr>
          <p:cNvPr id="29" name="文本占位符 28"/>
          <p:cNvSpPr>
            <a:spLocks noGrp="1"/>
          </p:cNvSpPr>
          <p:nvPr>
            <p:ph type="body" sz="quarter" idx="30" hasCustomPrompt="1"/>
          </p:nvPr>
        </p:nvSpPr>
        <p:spPr>
          <a:xfrm>
            <a:off x="1019067" y="3119036"/>
            <a:ext cx="3982720" cy="1706963"/>
          </a:xfrm>
        </p:spPr>
        <p:txBody>
          <a:bodyPr wrap="square" lIns="0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zh-CN" altLang="en-US" dirty="0"/>
              <a:t>请输入你的团队介绍</a:t>
            </a:r>
            <a:endParaRPr lang="zh-CN" altLang="en-US" dirty="0"/>
          </a:p>
        </p:txBody>
      </p:sp>
      <p:sp>
        <p:nvSpPr>
          <p:cNvPr id="33" name="图片占位符 32"/>
          <p:cNvSpPr>
            <a:spLocks noGrp="1"/>
          </p:cNvSpPr>
          <p:nvPr>
            <p:ph type="pic" sz="quarter" idx="32"/>
          </p:nvPr>
        </p:nvSpPr>
        <p:spPr>
          <a:xfrm>
            <a:off x="7700964" y="1461189"/>
            <a:ext cx="1908733" cy="3364810"/>
          </a:xfrm>
          <a:custGeom>
            <a:avLst/>
            <a:gdLst>
              <a:gd name="connsiteX0" fmla="*/ 0 w 1908733"/>
              <a:gd name="connsiteY0" fmla="*/ 0 h 3364810"/>
              <a:gd name="connsiteX1" fmla="*/ 1908733 w 1908733"/>
              <a:gd name="connsiteY1" fmla="*/ 0 h 3364810"/>
              <a:gd name="connsiteX2" fmla="*/ 1908733 w 1908733"/>
              <a:gd name="connsiteY2" fmla="*/ 3364810 h 3364810"/>
              <a:gd name="connsiteX3" fmla="*/ 0 w 1908733"/>
              <a:gd name="connsiteY3" fmla="*/ 3364810 h 3364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8733" h="3364810">
                <a:moveTo>
                  <a:pt x="0" y="0"/>
                </a:moveTo>
                <a:lnTo>
                  <a:pt x="1908733" y="0"/>
                </a:lnTo>
                <a:lnTo>
                  <a:pt x="1908733" y="3364810"/>
                </a:lnTo>
                <a:lnTo>
                  <a:pt x="0" y="336481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34" name="图片占位符 33"/>
          <p:cNvSpPr>
            <a:spLocks noGrp="1"/>
          </p:cNvSpPr>
          <p:nvPr>
            <p:ph type="pic" sz="quarter" idx="33"/>
          </p:nvPr>
        </p:nvSpPr>
        <p:spPr>
          <a:xfrm>
            <a:off x="9609697" y="1461189"/>
            <a:ext cx="1908733" cy="3364810"/>
          </a:xfrm>
          <a:custGeom>
            <a:avLst/>
            <a:gdLst>
              <a:gd name="connsiteX0" fmla="*/ 0 w 1908733"/>
              <a:gd name="connsiteY0" fmla="*/ 0 h 3364810"/>
              <a:gd name="connsiteX1" fmla="*/ 1908733 w 1908733"/>
              <a:gd name="connsiteY1" fmla="*/ 0 h 3364810"/>
              <a:gd name="connsiteX2" fmla="*/ 1908733 w 1908733"/>
              <a:gd name="connsiteY2" fmla="*/ 3364810 h 3364810"/>
              <a:gd name="connsiteX3" fmla="*/ 0 w 1908733"/>
              <a:gd name="connsiteY3" fmla="*/ 3364810 h 3364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8733" h="3364810">
                <a:moveTo>
                  <a:pt x="0" y="0"/>
                </a:moveTo>
                <a:lnTo>
                  <a:pt x="1908733" y="0"/>
                </a:lnTo>
                <a:lnTo>
                  <a:pt x="1908733" y="3364810"/>
                </a:lnTo>
                <a:lnTo>
                  <a:pt x="0" y="336481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5" name="文本占位符 11"/>
          <p:cNvSpPr>
            <a:spLocks noGrp="1"/>
          </p:cNvSpPr>
          <p:nvPr>
            <p:ph type="body" sz="quarter" idx="22" hasCustomPrompt="1"/>
          </p:nvPr>
        </p:nvSpPr>
        <p:spPr>
          <a:xfrm>
            <a:off x="5792309" y="5510702"/>
            <a:ext cx="1908733" cy="6233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简单介绍一下</a:t>
            </a:r>
            <a:r>
              <a:rPr lang="en-US" altLang="zh-CN" dirty="0"/>
              <a:t>ta</a:t>
            </a:r>
            <a:endParaRPr lang="zh-CN" altLang="en-US" dirty="0"/>
          </a:p>
        </p:txBody>
      </p:sp>
      <p:sp>
        <p:nvSpPr>
          <p:cNvPr id="26" name="文本占位符 11"/>
          <p:cNvSpPr>
            <a:spLocks noGrp="1"/>
          </p:cNvSpPr>
          <p:nvPr>
            <p:ph type="body" sz="quarter" idx="34" hasCustomPrompt="1"/>
          </p:nvPr>
        </p:nvSpPr>
        <p:spPr>
          <a:xfrm>
            <a:off x="7700964" y="5510702"/>
            <a:ext cx="1908733" cy="6233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简单介绍一下</a:t>
            </a:r>
            <a:r>
              <a:rPr lang="en-US" altLang="zh-CN" dirty="0"/>
              <a:t>ta</a:t>
            </a:r>
            <a:endParaRPr lang="zh-CN" altLang="en-US" dirty="0"/>
          </a:p>
        </p:txBody>
      </p:sp>
      <p:sp>
        <p:nvSpPr>
          <p:cNvPr id="28" name="文本占位符 11"/>
          <p:cNvSpPr>
            <a:spLocks noGrp="1"/>
          </p:cNvSpPr>
          <p:nvPr>
            <p:ph type="body" sz="quarter" idx="35" hasCustomPrompt="1"/>
          </p:nvPr>
        </p:nvSpPr>
        <p:spPr>
          <a:xfrm>
            <a:off x="9609619" y="5510702"/>
            <a:ext cx="1908733" cy="6233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简单介绍一下</a:t>
            </a:r>
            <a:r>
              <a:rPr lang="en-US" altLang="zh-CN" dirty="0"/>
              <a:t>ta</a:t>
            </a:r>
            <a:endParaRPr lang="zh-CN" altLang="en-US" dirty="0"/>
          </a:p>
        </p:txBody>
      </p:sp>
      <p:sp>
        <p:nvSpPr>
          <p:cNvPr id="30" name="文本占位符 11"/>
          <p:cNvSpPr>
            <a:spLocks noGrp="1"/>
          </p:cNvSpPr>
          <p:nvPr>
            <p:ph type="body" sz="quarter" idx="36" hasCustomPrompt="1"/>
          </p:nvPr>
        </p:nvSpPr>
        <p:spPr>
          <a:xfrm>
            <a:off x="5792387" y="5105677"/>
            <a:ext cx="1908733" cy="40011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团队成员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31" name="文本占位符 11"/>
          <p:cNvSpPr>
            <a:spLocks noGrp="1"/>
          </p:cNvSpPr>
          <p:nvPr>
            <p:ph type="body" sz="quarter" idx="37" hasCustomPrompt="1"/>
          </p:nvPr>
        </p:nvSpPr>
        <p:spPr>
          <a:xfrm>
            <a:off x="7700808" y="5105677"/>
            <a:ext cx="1908733" cy="40011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团队成员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35" name="文本占位符 11"/>
          <p:cNvSpPr>
            <a:spLocks noGrp="1"/>
          </p:cNvSpPr>
          <p:nvPr>
            <p:ph type="body" sz="quarter" idx="38" hasCustomPrompt="1"/>
          </p:nvPr>
        </p:nvSpPr>
        <p:spPr>
          <a:xfrm>
            <a:off x="9609229" y="5105677"/>
            <a:ext cx="1908733" cy="40011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团队成员</a:t>
            </a:r>
            <a:r>
              <a:rPr lang="en-US" altLang="zh-CN" dirty="0"/>
              <a:t>3</a:t>
            </a:r>
            <a:endParaRPr lang="zh-CN" altLang="en-US" dirty="0"/>
          </a:p>
        </p:txBody>
      </p:sp>
      <p:cxnSp>
        <p:nvCxnSpPr>
          <p:cNvPr id="24" name="直接连接符 23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图片 3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介绍内容拓展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图片 57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8" name="图片占位符 47"/>
          <p:cNvSpPr>
            <a:spLocks noGrp="1"/>
          </p:cNvSpPr>
          <p:nvPr>
            <p:ph type="pic" sz="quarter" idx="31"/>
          </p:nvPr>
        </p:nvSpPr>
        <p:spPr>
          <a:xfrm>
            <a:off x="669868" y="3062205"/>
            <a:ext cx="2702712" cy="2106578"/>
          </a:xfrm>
          <a:custGeom>
            <a:avLst/>
            <a:gdLst>
              <a:gd name="connsiteX0" fmla="*/ 0 w 2712258"/>
              <a:gd name="connsiteY0" fmla="*/ 0 h 2106578"/>
              <a:gd name="connsiteX1" fmla="*/ 2712258 w 2712258"/>
              <a:gd name="connsiteY1" fmla="*/ 0 h 2106578"/>
              <a:gd name="connsiteX2" fmla="*/ 2712258 w 2712258"/>
              <a:gd name="connsiteY2" fmla="*/ 2106578 h 2106578"/>
              <a:gd name="connsiteX3" fmla="*/ 0 w 2712258"/>
              <a:gd name="connsiteY3" fmla="*/ 2106578 h 2106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2258" h="2106578">
                <a:moveTo>
                  <a:pt x="0" y="0"/>
                </a:moveTo>
                <a:lnTo>
                  <a:pt x="2712258" y="0"/>
                </a:lnTo>
                <a:lnTo>
                  <a:pt x="2712258" y="2106578"/>
                </a:lnTo>
                <a:lnTo>
                  <a:pt x="0" y="210657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8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  <a:endParaRPr lang="zh-CN" altLang="en-US" dirty="0"/>
          </a:p>
        </p:txBody>
      </p:sp>
      <p:grpSp>
        <p:nvGrpSpPr>
          <p:cNvPr id="9" name="组合 8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10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1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2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13" name="日期占位符 4"/>
          <p:cNvSpPr>
            <a:spLocks noGrp="1"/>
          </p:cNvSpPr>
          <p:nvPr>
            <p:ph type="dt" sz="half" idx="26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4" name="灯片编号占位符 7"/>
          <p:cNvSpPr>
            <a:spLocks noGrp="1"/>
          </p:cNvSpPr>
          <p:nvPr>
            <p:ph type="sldNum" sz="quarter" idx="28"/>
          </p:nvPr>
        </p:nvSpPr>
        <p:spPr>
          <a:xfrm>
            <a:off x="8775700" y="6235702"/>
            <a:ext cx="2743200" cy="365125"/>
          </a:xfrm>
        </p:spPr>
        <p:txBody>
          <a:bodyPr/>
          <a:lstStyle/>
          <a:p>
            <a:fld id="{C79ECAFE-A460-4E13-ABCB-32CAE613624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5" name="文本框 14"/>
          <p:cNvSpPr txBox="1"/>
          <p:nvPr userDrawn="1"/>
        </p:nvSpPr>
        <p:spPr>
          <a:xfrm>
            <a:off x="4104640" y="852965"/>
            <a:ext cx="3982720" cy="1107996"/>
          </a:xfrm>
          <a:prstGeom prst="rect">
            <a:avLst/>
          </a:prstGeom>
          <a:noFill/>
        </p:spPr>
        <p:txBody>
          <a:bodyPr wrap="square" lIns="90000" rtlCol="0">
            <a:spAutoFit/>
          </a:bodyPr>
          <a:lstStyle/>
          <a:p>
            <a:pPr algn="ctr"/>
            <a:r>
              <a:rPr lang="en-US" altLang="zh-CN" sz="6600" i="1" dirty="0">
                <a:solidFill>
                  <a:schemeClr val="bg1">
                    <a:lumMod val="95000"/>
                  </a:schemeClr>
                </a:solidFill>
              </a:rPr>
              <a:t>Our team</a:t>
            </a:r>
            <a:endParaRPr lang="zh-CN" altLang="en-US" sz="6600" i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6" name="文本占位符 26"/>
          <p:cNvSpPr>
            <a:spLocks noGrp="1"/>
          </p:cNvSpPr>
          <p:nvPr>
            <p:ph type="body" sz="quarter" idx="29" hasCustomPrompt="1"/>
          </p:nvPr>
        </p:nvSpPr>
        <p:spPr>
          <a:xfrm>
            <a:off x="4104640" y="1593828"/>
            <a:ext cx="3982720" cy="584775"/>
          </a:xfrm>
        </p:spPr>
        <p:txBody>
          <a:bodyPr lIns="90000">
            <a:sp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请输入你的团队名</a:t>
            </a:r>
            <a:endParaRPr lang="zh-CN" altLang="en-US" dirty="0"/>
          </a:p>
        </p:txBody>
      </p:sp>
      <p:sp>
        <p:nvSpPr>
          <p:cNvPr id="17" name="文本占位符 28"/>
          <p:cNvSpPr>
            <a:spLocks noGrp="1"/>
          </p:cNvSpPr>
          <p:nvPr>
            <p:ph type="body" sz="quarter" idx="30" hasCustomPrompt="1"/>
          </p:nvPr>
        </p:nvSpPr>
        <p:spPr>
          <a:xfrm>
            <a:off x="682883" y="2295279"/>
            <a:ext cx="10826234" cy="425698"/>
          </a:xfrm>
        </p:spPr>
        <p:txBody>
          <a:bodyPr wrap="square" lIns="90000">
            <a:normAutofit/>
          </a:bodyPr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zh-CN" altLang="en-US" dirty="0"/>
              <a:t>请输入你的团队介绍</a:t>
            </a:r>
            <a:endParaRPr lang="zh-CN" altLang="en-US" dirty="0"/>
          </a:p>
        </p:txBody>
      </p:sp>
      <p:sp>
        <p:nvSpPr>
          <p:cNvPr id="33" name="文本占位符 11"/>
          <p:cNvSpPr>
            <a:spLocks noGrp="1"/>
          </p:cNvSpPr>
          <p:nvPr>
            <p:ph type="body" sz="quarter" idx="22" hasCustomPrompt="1"/>
          </p:nvPr>
        </p:nvSpPr>
        <p:spPr>
          <a:xfrm>
            <a:off x="660322" y="5732617"/>
            <a:ext cx="2712258" cy="40011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简单介绍一下</a:t>
            </a:r>
            <a:r>
              <a:rPr lang="en-US" altLang="zh-CN" dirty="0"/>
              <a:t>ta</a:t>
            </a:r>
            <a:endParaRPr lang="zh-CN" altLang="en-US" dirty="0"/>
          </a:p>
        </p:txBody>
      </p:sp>
      <p:sp>
        <p:nvSpPr>
          <p:cNvPr id="34" name="文本占位符 11"/>
          <p:cNvSpPr>
            <a:spLocks noGrp="1"/>
          </p:cNvSpPr>
          <p:nvPr>
            <p:ph type="body" sz="quarter" idx="36" hasCustomPrompt="1"/>
          </p:nvPr>
        </p:nvSpPr>
        <p:spPr>
          <a:xfrm>
            <a:off x="660400" y="5327590"/>
            <a:ext cx="2712258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团队成员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41" name="文本占位符 11"/>
          <p:cNvSpPr>
            <a:spLocks noGrp="1"/>
          </p:cNvSpPr>
          <p:nvPr>
            <p:ph type="body" sz="quarter" idx="37" hasCustomPrompt="1"/>
          </p:nvPr>
        </p:nvSpPr>
        <p:spPr>
          <a:xfrm>
            <a:off x="3382047" y="5732616"/>
            <a:ext cx="2712258" cy="4014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简单介绍一下</a:t>
            </a:r>
            <a:r>
              <a:rPr lang="en-US" altLang="zh-CN" dirty="0"/>
              <a:t>ta</a:t>
            </a:r>
            <a:endParaRPr lang="zh-CN" altLang="en-US" dirty="0"/>
          </a:p>
        </p:txBody>
      </p:sp>
      <p:sp>
        <p:nvSpPr>
          <p:cNvPr id="42" name="文本占位符 11"/>
          <p:cNvSpPr>
            <a:spLocks noGrp="1"/>
          </p:cNvSpPr>
          <p:nvPr>
            <p:ph type="body" sz="quarter" idx="38" hasCustomPrompt="1"/>
          </p:nvPr>
        </p:nvSpPr>
        <p:spPr>
          <a:xfrm>
            <a:off x="3382125" y="5327590"/>
            <a:ext cx="2712258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团队成员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43" name="文本占位符 11"/>
          <p:cNvSpPr>
            <a:spLocks noGrp="1"/>
          </p:cNvSpPr>
          <p:nvPr>
            <p:ph type="body" sz="quarter" idx="39" hasCustomPrompt="1"/>
          </p:nvPr>
        </p:nvSpPr>
        <p:spPr>
          <a:xfrm>
            <a:off x="6103772" y="5732616"/>
            <a:ext cx="2712258" cy="4014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简单介绍一下</a:t>
            </a:r>
            <a:r>
              <a:rPr lang="en-US" altLang="zh-CN" dirty="0"/>
              <a:t>ta</a:t>
            </a:r>
            <a:endParaRPr lang="zh-CN" altLang="en-US" dirty="0"/>
          </a:p>
        </p:txBody>
      </p:sp>
      <p:sp>
        <p:nvSpPr>
          <p:cNvPr id="44" name="文本占位符 11"/>
          <p:cNvSpPr>
            <a:spLocks noGrp="1"/>
          </p:cNvSpPr>
          <p:nvPr>
            <p:ph type="body" sz="quarter" idx="40" hasCustomPrompt="1"/>
          </p:nvPr>
        </p:nvSpPr>
        <p:spPr>
          <a:xfrm>
            <a:off x="6103850" y="5327590"/>
            <a:ext cx="2712258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团队成员</a:t>
            </a:r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45" name="文本占位符 11"/>
          <p:cNvSpPr>
            <a:spLocks noGrp="1"/>
          </p:cNvSpPr>
          <p:nvPr>
            <p:ph type="body" sz="quarter" idx="41" hasCustomPrompt="1"/>
          </p:nvPr>
        </p:nvSpPr>
        <p:spPr>
          <a:xfrm>
            <a:off x="8825497" y="5732616"/>
            <a:ext cx="2693323" cy="40011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简单介绍一下</a:t>
            </a:r>
            <a:r>
              <a:rPr lang="en-US" altLang="zh-CN" dirty="0"/>
              <a:t>ta</a:t>
            </a:r>
            <a:endParaRPr lang="zh-CN" altLang="en-US" dirty="0"/>
          </a:p>
        </p:txBody>
      </p:sp>
      <p:sp>
        <p:nvSpPr>
          <p:cNvPr id="46" name="文本占位符 11"/>
          <p:cNvSpPr>
            <a:spLocks noGrp="1"/>
          </p:cNvSpPr>
          <p:nvPr>
            <p:ph type="body" sz="quarter" idx="42" hasCustomPrompt="1"/>
          </p:nvPr>
        </p:nvSpPr>
        <p:spPr>
          <a:xfrm>
            <a:off x="8825575" y="5327590"/>
            <a:ext cx="2693323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团队成员</a:t>
            </a:r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55" name="图片占位符 54"/>
          <p:cNvSpPr>
            <a:spLocks noGrp="1"/>
          </p:cNvSpPr>
          <p:nvPr>
            <p:ph type="pic" sz="quarter" idx="43"/>
          </p:nvPr>
        </p:nvSpPr>
        <p:spPr>
          <a:xfrm>
            <a:off x="3382047" y="3062205"/>
            <a:ext cx="2702712" cy="2106578"/>
          </a:xfrm>
          <a:custGeom>
            <a:avLst/>
            <a:gdLst>
              <a:gd name="connsiteX0" fmla="*/ 0 w 2712258"/>
              <a:gd name="connsiteY0" fmla="*/ 0 h 2106578"/>
              <a:gd name="connsiteX1" fmla="*/ 2712258 w 2712258"/>
              <a:gd name="connsiteY1" fmla="*/ 0 h 2106578"/>
              <a:gd name="connsiteX2" fmla="*/ 2712258 w 2712258"/>
              <a:gd name="connsiteY2" fmla="*/ 2106578 h 2106578"/>
              <a:gd name="connsiteX3" fmla="*/ 0 w 2712258"/>
              <a:gd name="connsiteY3" fmla="*/ 2106578 h 2106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2258" h="2106578">
                <a:moveTo>
                  <a:pt x="0" y="0"/>
                </a:moveTo>
                <a:lnTo>
                  <a:pt x="2712258" y="0"/>
                </a:lnTo>
                <a:lnTo>
                  <a:pt x="2712258" y="2106578"/>
                </a:lnTo>
                <a:lnTo>
                  <a:pt x="0" y="210657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56" name="图片占位符 55"/>
          <p:cNvSpPr>
            <a:spLocks noGrp="1"/>
          </p:cNvSpPr>
          <p:nvPr>
            <p:ph type="pic" sz="quarter" idx="44"/>
          </p:nvPr>
        </p:nvSpPr>
        <p:spPr>
          <a:xfrm>
            <a:off x="6094226" y="3062205"/>
            <a:ext cx="2702712" cy="2106578"/>
          </a:xfrm>
          <a:custGeom>
            <a:avLst/>
            <a:gdLst>
              <a:gd name="connsiteX0" fmla="*/ 0 w 2712258"/>
              <a:gd name="connsiteY0" fmla="*/ 0 h 2106578"/>
              <a:gd name="connsiteX1" fmla="*/ 2712258 w 2712258"/>
              <a:gd name="connsiteY1" fmla="*/ 0 h 2106578"/>
              <a:gd name="connsiteX2" fmla="*/ 2712258 w 2712258"/>
              <a:gd name="connsiteY2" fmla="*/ 2106578 h 2106578"/>
              <a:gd name="connsiteX3" fmla="*/ 0 w 2712258"/>
              <a:gd name="connsiteY3" fmla="*/ 2106578 h 2106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2258" h="2106578">
                <a:moveTo>
                  <a:pt x="0" y="0"/>
                </a:moveTo>
                <a:lnTo>
                  <a:pt x="2712258" y="0"/>
                </a:lnTo>
                <a:lnTo>
                  <a:pt x="2712258" y="2106578"/>
                </a:lnTo>
                <a:lnTo>
                  <a:pt x="0" y="210657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57" name="图片占位符 56"/>
          <p:cNvSpPr>
            <a:spLocks noGrp="1"/>
          </p:cNvSpPr>
          <p:nvPr>
            <p:ph type="pic" sz="quarter" idx="45"/>
          </p:nvPr>
        </p:nvSpPr>
        <p:spPr>
          <a:xfrm>
            <a:off x="8806405" y="3062205"/>
            <a:ext cx="2702712" cy="2106578"/>
          </a:xfrm>
          <a:custGeom>
            <a:avLst/>
            <a:gdLst>
              <a:gd name="connsiteX0" fmla="*/ 0 w 2712258"/>
              <a:gd name="connsiteY0" fmla="*/ 0 h 2106578"/>
              <a:gd name="connsiteX1" fmla="*/ 2712258 w 2712258"/>
              <a:gd name="connsiteY1" fmla="*/ 0 h 2106578"/>
              <a:gd name="connsiteX2" fmla="*/ 2712258 w 2712258"/>
              <a:gd name="connsiteY2" fmla="*/ 2106578 h 2106578"/>
              <a:gd name="connsiteX3" fmla="*/ 0 w 2712258"/>
              <a:gd name="connsiteY3" fmla="*/ 2106578 h 2106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2258" h="2106578">
                <a:moveTo>
                  <a:pt x="0" y="0"/>
                </a:moveTo>
                <a:lnTo>
                  <a:pt x="2712258" y="0"/>
                </a:lnTo>
                <a:lnTo>
                  <a:pt x="2712258" y="2106578"/>
                </a:lnTo>
                <a:lnTo>
                  <a:pt x="0" y="210657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cxnSp>
        <p:nvCxnSpPr>
          <p:cNvPr id="27" name="直接连接符 26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图片 2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（主副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8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  <a:endParaRPr lang="zh-CN" altLang="en-US" dirty="0"/>
          </a:p>
        </p:txBody>
      </p:sp>
      <p:sp>
        <p:nvSpPr>
          <p:cNvPr id="69" name="文本占位符 67"/>
          <p:cNvSpPr>
            <a:spLocks noGrp="1"/>
          </p:cNvSpPr>
          <p:nvPr>
            <p:ph type="body" sz="quarter" idx="12" hasCustomPrompt="1"/>
          </p:nvPr>
        </p:nvSpPr>
        <p:spPr>
          <a:xfrm>
            <a:off x="3950574" y="1119503"/>
            <a:ext cx="4290852" cy="585866"/>
          </a:xfrm>
          <a:prstGeom prst="rect">
            <a:avLst/>
          </a:prstGeom>
        </p:spPr>
        <p:txBody>
          <a:bodyPr lIns="90000" bIns="46800">
            <a:sp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请输入你的主标题</a:t>
            </a:r>
            <a:endParaRPr lang="zh-CN" altLang="en-US" dirty="0"/>
          </a:p>
        </p:txBody>
      </p:sp>
      <p:sp>
        <p:nvSpPr>
          <p:cNvPr id="72" name="文本占位符 67"/>
          <p:cNvSpPr>
            <a:spLocks noGrp="1"/>
          </p:cNvSpPr>
          <p:nvPr>
            <p:ph type="body" sz="quarter" idx="13" hasCustomPrompt="1"/>
          </p:nvPr>
        </p:nvSpPr>
        <p:spPr>
          <a:xfrm>
            <a:off x="3950574" y="1740158"/>
            <a:ext cx="4290852" cy="462755"/>
          </a:xfrm>
          <a:prstGeom prst="rect">
            <a:avLst/>
          </a:prstGeom>
        </p:spPr>
        <p:txBody>
          <a:bodyPr lIns="90000" bIns="46800">
            <a:sp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请输入你的副标题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4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18" name="组合 17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19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0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2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cxnSp>
        <p:nvCxnSpPr>
          <p:cNvPr id="14" name="直接连接符 13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（无主副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  <a:endParaRPr lang="zh-CN" altLang="en-US" dirty="0"/>
          </a:p>
        </p:txBody>
      </p:sp>
      <p:grpSp>
        <p:nvGrpSpPr>
          <p:cNvPr id="16" name="组合 15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17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8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6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</a:fld>
            <a:endParaRPr lang="zh-CN" altLang="en-US" dirty="0"/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（图文-1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1" name="椭圆 60"/>
          <p:cNvSpPr/>
          <p:nvPr userDrawn="1"/>
        </p:nvSpPr>
        <p:spPr>
          <a:xfrm>
            <a:off x="5194921" y="1699260"/>
            <a:ext cx="1789458" cy="181313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62" name="椭圆 61"/>
          <p:cNvSpPr/>
          <p:nvPr userDrawn="1"/>
        </p:nvSpPr>
        <p:spPr>
          <a:xfrm>
            <a:off x="8999857" y="1699260"/>
            <a:ext cx="1789458" cy="181313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30" name="椭圆 29"/>
          <p:cNvSpPr/>
          <p:nvPr userDrawn="1"/>
        </p:nvSpPr>
        <p:spPr>
          <a:xfrm>
            <a:off x="1389985" y="1699260"/>
            <a:ext cx="1789458" cy="181313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54" name="图片占位符 53"/>
          <p:cNvSpPr>
            <a:spLocks noGrp="1"/>
          </p:cNvSpPr>
          <p:nvPr>
            <p:ph type="pic" sz="quarter" idx="12"/>
          </p:nvPr>
        </p:nvSpPr>
        <p:spPr>
          <a:xfrm>
            <a:off x="1437869" y="1747777"/>
            <a:ext cx="1693690" cy="1716096"/>
          </a:xfrm>
          <a:custGeom>
            <a:avLst/>
            <a:gdLst>
              <a:gd name="connsiteX0" fmla="*/ 846845 w 1693690"/>
              <a:gd name="connsiteY0" fmla="*/ 0 h 1716096"/>
              <a:gd name="connsiteX1" fmla="*/ 1693690 w 1693690"/>
              <a:gd name="connsiteY1" fmla="*/ 858048 h 1716096"/>
              <a:gd name="connsiteX2" fmla="*/ 846845 w 1693690"/>
              <a:gd name="connsiteY2" fmla="*/ 1716096 h 1716096"/>
              <a:gd name="connsiteX3" fmla="*/ 0 w 1693690"/>
              <a:gd name="connsiteY3" fmla="*/ 858048 h 1716096"/>
              <a:gd name="connsiteX4" fmla="*/ 846845 w 1693690"/>
              <a:gd name="connsiteY4" fmla="*/ 0 h 1716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93690" h="1716096">
                <a:moveTo>
                  <a:pt x="846845" y="0"/>
                </a:moveTo>
                <a:cubicBezTo>
                  <a:pt x="1314545" y="0"/>
                  <a:pt x="1693690" y="384161"/>
                  <a:pt x="1693690" y="858048"/>
                </a:cubicBezTo>
                <a:cubicBezTo>
                  <a:pt x="1693690" y="1331935"/>
                  <a:pt x="1314545" y="1716096"/>
                  <a:pt x="846845" y="1716096"/>
                </a:cubicBezTo>
                <a:cubicBezTo>
                  <a:pt x="379145" y="1716096"/>
                  <a:pt x="0" y="1331935"/>
                  <a:pt x="0" y="858048"/>
                </a:cubicBezTo>
                <a:cubicBezTo>
                  <a:pt x="0" y="384161"/>
                  <a:pt x="379145" y="0"/>
                  <a:pt x="84684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25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  <a:endParaRPr lang="zh-CN" altLang="en-US" dirty="0"/>
          </a:p>
        </p:txBody>
      </p:sp>
      <p:sp>
        <p:nvSpPr>
          <p:cNvPr id="29" name="矩形 28"/>
          <p:cNvSpPr/>
          <p:nvPr userDrawn="1"/>
        </p:nvSpPr>
        <p:spPr>
          <a:xfrm>
            <a:off x="660400" y="2730417"/>
            <a:ext cx="3248628" cy="3403683"/>
          </a:xfrm>
          <a:prstGeom prst="rect">
            <a:avLst/>
          </a:prstGeom>
          <a:noFill/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32" name="矩形 31"/>
          <p:cNvSpPr/>
          <p:nvPr userDrawn="1"/>
        </p:nvSpPr>
        <p:spPr>
          <a:xfrm>
            <a:off x="8270272" y="2730417"/>
            <a:ext cx="3248628" cy="3403683"/>
          </a:xfrm>
          <a:prstGeom prst="rect">
            <a:avLst/>
          </a:prstGeom>
          <a:noFill/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41" name="矩形 40"/>
          <p:cNvSpPr/>
          <p:nvPr userDrawn="1"/>
        </p:nvSpPr>
        <p:spPr>
          <a:xfrm>
            <a:off x="4465336" y="2730417"/>
            <a:ext cx="3248628" cy="3403683"/>
          </a:xfrm>
          <a:prstGeom prst="rect">
            <a:avLst/>
          </a:prstGeom>
          <a:noFill/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59" name="图片占位符 58"/>
          <p:cNvSpPr>
            <a:spLocks noGrp="1"/>
          </p:cNvSpPr>
          <p:nvPr>
            <p:ph type="pic" sz="quarter" idx="13"/>
          </p:nvPr>
        </p:nvSpPr>
        <p:spPr>
          <a:xfrm>
            <a:off x="5242805" y="1747777"/>
            <a:ext cx="1693690" cy="1716096"/>
          </a:xfrm>
          <a:custGeom>
            <a:avLst/>
            <a:gdLst>
              <a:gd name="connsiteX0" fmla="*/ 846845 w 1693690"/>
              <a:gd name="connsiteY0" fmla="*/ 0 h 1716096"/>
              <a:gd name="connsiteX1" fmla="*/ 1693690 w 1693690"/>
              <a:gd name="connsiteY1" fmla="*/ 858048 h 1716096"/>
              <a:gd name="connsiteX2" fmla="*/ 846845 w 1693690"/>
              <a:gd name="connsiteY2" fmla="*/ 1716096 h 1716096"/>
              <a:gd name="connsiteX3" fmla="*/ 0 w 1693690"/>
              <a:gd name="connsiteY3" fmla="*/ 858048 h 1716096"/>
              <a:gd name="connsiteX4" fmla="*/ 846845 w 1693690"/>
              <a:gd name="connsiteY4" fmla="*/ 0 h 1716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93690" h="1716096">
                <a:moveTo>
                  <a:pt x="846845" y="0"/>
                </a:moveTo>
                <a:cubicBezTo>
                  <a:pt x="1314545" y="0"/>
                  <a:pt x="1693690" y="384161"/>
                  <a:pt x="1693690" y="858048"/>
                </a:cubicBezTo>
                <a:cubicBezTo>
                  <a:pt x="1693690" y="1331935"/>
                  <a:pt x="1314545" y="1716096"/>
                  <a:pt x="846845" y="1716096"/>
                </a:cubicBezTo>
                <a:cubicBezTo>
                  <a:pt x="379145" y="1716096"/>
                  <a:pt x="0" y="1331935"/>
                  <a:pt x="0" y="858048"/>
                </a:cubicBezTo>
                <a:cubicBezTo>
                  <a:pt x="0" y="384161"/>
                  <a:pt x="379145" y="0"/>
                  <a:pt x="84684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60" name="图片占位符 59"/>
          <p:cNvSpPr>
            <a:spLocks noGrp="1"/>
          </p:cNvSpPr>
          <p:nvPr>
            <p:ph type="pic" sz="quarter" idx="14"/>
          </p:nvPr>
        </p:nvSpPr>
        <p:spPr>
          <a:xfrm>
            <a:off x="9047741" y="1747777"/>
            <a:ext cx="1693690" cy="1716096"/>
          </a:xfrm>
          <a:custGeom>
            <a:avLst/>
            <a:gdLst>
              <a:gd name="connsiteX0" fmla="*/ 846845 w 1693690"/>
              <a:gd name="connsiteY0" fmla="*/ 0 h 1716096"/>
              <a:gd name="connsiteX1" fmla="*/ 1693690 w 1693690"/>
              <a:gd name="connsiteY1" fmla="*/ 858048 h 1716096"/>
              <a:gd name="connsiteX2" fmla="*/ 846845 w 1693690"/>
              <a:gd name="connsiteY2" fmla="*/ 1716096 h 1716096"/>
              <a:gd name="connsiteX3" fmla="*/ 0 w 1693690"/>
              <a:gd name="connsiteY3" fmla="*/ 858048 h 1716096"/>
              <a:gd name="connsiteX4" fmla="*/ 846845 w 1693690"/>
              <a:gd name="connsiteY4" fmla="*/ 0 h 1716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93690" h="1716096">
                <a:moveTo>
                  <a:pt x="846845" y="0"/>
                </a:moveTo>
                <a:cubicBezTo>
                  <a:pt x="1314545" y="0"/>
                  <a:pt x="1693690" y="384161"/>
                  <a:pt x="1693690" y="858048"/>
                </a:cubicBezTo>
                <a:cubicBezTo>
                  <a:pt x="1693690" y="1331935"/>
                  <a:pt x="1314545" y="1716096"/>
                  <a:pt x="846845" y="1716096"/>
                </a:cubicBezTo>
                <a:cubicBezTo>
                  <a:pt x="379145" y="1716096"/>
                  <a:pt x="0" y="1331935"/>
                  <a:pt x="0" y="858048"/>
                </a:cubicBezTo>
                <a:cubicBezTo>
                  <a:pt x="0" y="384161"/>
                  <a:pt x="379145" y="0"/>
                  <a:pt x="84684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/>
            </a:lvl1pPr>
          </a:lstStyle>
          <a:p>
            <a:endParaRPr lang="zh-CN" altLang="en-US"/>
          </a:p>
        </p:txBody>
      </p:sp>
      <p:sp>
        <p:nvSpPr>
          <p:cNvPr id="63" name="文本占位符 8"/>
          <p:cNvSpPr>
            <a:spLocks noGrp="1"/>
          </p:cNvSpPr>
          <p:nvPr>
            <p:ph type="body" sz="quarter" idx="15" hasCustomPrompt="1"/>
          </p:nvPr>
        </p:nvSpPr>
        <p:spPr>
          <a:xfrm>
            <a:off x="943753" y="3648867"/>
            <a:ext cx="2681922" cy="39400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  <a:endParaRPr lang="zh-CN" altLang="en-US" dirty="0"/>
          </a:p>
        </p:txBody>
      </p:sp>
      <p:sp>
        <p:nvSpPr>
          <p:cNvPr id="66" name="文本占位符 11"/>
          <p:cNvSpPr>
            <a:spLocks noGrp="1"/>
          </p:cNvSpPr>
          <p:nvPr>
            <p:ph type="body" sz="quarter" idx="16" hasCustomPrompt="1"/>
          </p:nvPr>
        </p:nvSpPr>
        <p:spPr>
          <a:xfrm>
            <a:off x="822334" y="4325324"/>
            <a:ext cx="2924760" cy="14773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  <a:endParaRPr lang="zh-CN" altLang="en-US" dirty="0"/>
          </a:p>
        </p:txBody>
      </p:sp>
      <p:sp>
        <p:nvSpPr>
          <p:cNvPr id="67" name="文本占位符 8"/>
          <p:cNvSpPr>
            <a:spLocks noGrp="1"/>
          </p:cNvSpPr>
          <p:nvPr>
            <p:ph type="body" sz="quarter" idx="17" hasCustomPrompt="1"/>
          </p:nvPr>
        </p:nvSpPr>
        <p:spPr>
          <a:xfrm>
            <a:off x="4748689" y="3648867"/>
            <a:ext cx="2681922" cy="39400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  <a:endParaRPr lang="zh-CN" altLang="en-US" dirty="0"/>
          </a:p>
        </p:txBody>
      </p:sp>
      <p:sp>
        <p:nvSpPr>
          <p:cNvPr id="68" name="文本占位符 11"/>
          <p:cNvSpPr>
            <a:spLocks noGrp="1"/>
          </p:cNvSpPr>
          <p:nvPr>
            <p:ph type="body" sz="quarter" idx="18" hasCustomPrompt="1"/>
          </p:nvPr>
        </p:nvSpPr>
        <p:spPr>
          <a:xfrm>
            <a:off x="4627270" y="4325324"/>
            <a:ext cx="2924760" cy="14773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  <a:endParaRPr lang="zh-CN" altLang="en-US" dirty="0"/>
          </a:p>
        </p:txBody>
      </p:sp>
      <p:sp>
        <p:nvSpPr>
          <p:cNvPr id="69" name="文本占位符 8"/>
          <p:cNvSpPr>
            <a:spLocks noGrp="1"/>
          </p:cNvSpPr>
          <p:nvPr>
            <p:ph type="body" sz="quarter" idx="19" hasCustomPrompt="1"/>
          </p:nvPr>
        </p:nvSpPr>
        <p:spPr>
          <a:xfrm>
            <a:off x="8553625" y="3648867"/>
            <a:ext cx="2681922" cy="39400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  <a:endParaRPr lang="zh-CN" altLang="en-US" dirty="0"/>
          </a:p>
        </p:txBody>
      </p:sp>
      <p:sp>
        <p:nvSpPr>
          <p:cNvPr id="70" name="文本占位符 11"/>
          <p:cNvSpPr>
            <a:spLocks noGrp="1"/>
          </p:cNvSpPr>
          <p:nvPr>
            <p:ph type="body" sz="quarter" idx="20" hasCustomPrompt="1"/>
          </p:nvPr>
        </p:nvSpPr>
        <p:spPr>
          <a:xfrm>
            <a:off x="8432206" y="4325324"/>
            <a:ext cx="2924760" cy="14773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21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35" name="组合 34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36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7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8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cxnSp>
        <p:nvCxnSpPr>
          <p:cNvPr id="27" name="直接连接符 26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图片 30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（图文-2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  <a:endParaRPr lang="zh-CN" altLang="en-US" dirty="0"/>
          </a:p>
        </p:txBody>
      </p:sp>
      <p:cxnSp>
        <p:nvCxnSpPr>
          <p:cNvPr id="28" name="直接连接符 27"/>
          <p:cNvCxnSpPr/>
          <p:nvPr userDrawn="1"/>
        </p:nvCxnSpPr>
        <p:spPr>
          <a:xfrm>
            <a:off x="669228" y="3632200"/>
            <a:ext cx="10858500" cy="0"/>
          </a:xfrm>
          <a:prstGeom prst="line">
            <a:avLst/>
          </a:prstGeom>
          <a:ln w="25400" cap="flat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/>
          <p:cNvSpPr/>
          <p:nvPr userDrawn="1"/>
        </p:nvSpPr>
        <p:spPr>
          <a:xfrm>
            <a:off x="669228" y="1496583"/>
            <a:ext cx="2124544" cy="178573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>
            <a:off x="9394356" y="3984612"/>
            <a:ext cx="2124544" cy="178573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图片占位符 42"/>
          <p:cNvSpPr>
            <a:spLocks noGrp="1"/>
          </p:cNvSpPr>
          <p:nvPr>
            <p:ph type="pic" sz="quarter" idx="12"/>
          </p:nvPr>
        </p:nvSpPr>
        <p:spPr>
          <a:xfrm>
            <a:off x="726750" y="1536731"/>
            <a:ext cx="2009500" cy="1689041"/>
          </a:xfrm>
          <a:custGeom>
            <a:avLst/>
            <a:gdLst>
              <a:gd name="connsiteX0" fmla="*/ 0 w 2009500"/>
              <a:gd name="connsiteY0" fmla="*/ 0 h 1689041"/>
              <a:gd name="connsiteX1" fmla="*/ 2009500 w 2009500"/>
              <a:gd name="connsiteY1" fmla="*/ 0 h 1689041"/>
              <a:gd name="connsiteX2" fmla="*/ 2009500 w 2009500"/>
              <a:gd name="connsiteY2" fmla="*/ 1689041 h 1689041"/>
              <a:gd name="connsiteX3" fmla="*/ 0 w 2009500"/>
              <a:gd name="connsiteY3" fmla="*/ 1689041 h 168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09500" h="1689041">
                <a:moveTo>
                  <a:pt x="0" y="0"/>
                </a:moveTo>
                <a:lnTo>
                  <a:pt x="2009500" y="0"/>
                </a:lnTo>
                <a:lnTo>
                  <a:pt x="2009500" y="1689041"/>
                </a:lnTo>
                <a:lnTo>
                  <a:pt x="0" y="168904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sp>
        <p:nvSpPr>
          <p:cNvPr id="44" name="图片占位符 43"/>
          <p:cNvSpPr>
            <a:spLocks noGrp="1"/>
          </p:cNvSpPr>
          <p:nvPr>
            <p:ph type="pic" sz="quarter" idx="13"/>
          </p:nvPr>
        </p:nvSpPr>
        <p:spPr>
          <a:xfrm>
            <a:off x="9451878" y="4032961"/>
            <a:ext cx="2009500" cy="1689041"/>
          </a:xfrm>
          <a:custGeom>
            <a:avLst/>
            <a:gdLst>
              <a:gd name="connsiteX0" fmla="*/ 0 w 2009500"/>
              <a:gd name="connsiteY0" fmla="*/ 0 h 1689041"/>
              <a:gd name="connsiteX1" fmla="*/ 2009500 w 2009500"/>
              <a:gd name="connsiteY1" fmla="*/ 0 h 1689041"/>
              <a:gd name="connsiteX2" fmla="*/ 2009500 w 2009500"/>
              <a:gd name="connsiteY2" fmla="*/ 1689041 h 1689041"/>
              <a:gd name="connsiteX3" fmla="*/ 0 w 2009500"/>
              <a:gd name="connsiteY3" fmla="*/ 1689041 h 168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09500" h="1689041">
                <a:moveTo>
                  <a:pt x="0" y="0"/>
                </a:moveTo>
                <a:lnTo>
                  <a:pt x="2009500" y="0"/>
                </a:lnTo>
                <a:lnTo>
                  <a:pt x="2009500" y="1689041"/>
                </a:lnTo>
                <a:lnTo>
                  <a:pt x="0" y="168904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 hasCustomPrompt="1"/>
          </p:nvPr>
        </p:nvSpPr>
        <p:spPr>
          <a:xfrm>
            <a:off x="3246271" y="1535879"/>
            <a:ext cx="2793341" cy="461962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  <a:endParaRPr lang="zh-CN" altLang="en-US" dirty="0"/>
          </a:p>
        </p:txBody>
      </p:sp>
      <p:sp>
        <p:nvSpPr>
          <p:cNvPr id="45" name="文本占位符 4"/>
          <p:cNvSpPr>
            <a:spLocks noGrp="1"/>
          </p:cNvSpPr>
          <p:nvPr>
            <p:ph type="body" sz="quarter" idx="15" hasCustomPrompt="1"/>
          </p:nvPr>
        </p:nvSpPr>
        <p:spPr>
          <a:xfrm>
            <a:off x="6148516" y="4025048"/>
            <a:ext cx="2793341" cy="461962"/>
          </a:xfrm>
          <a:prstGeom prst="rect">
            <a:avLst/>
          </a:prstGeom>
        </p:spPr>
        <p:txBody>
          <a:bodyPr lIns="90000" rIns="0">
            <a:normAutofit/>
          </a:bodyPr>
          <a:lstStyle>
            <a:lvl1pPr marL="0" indent="0" algn="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  <a:endParaRPr lang="zh-CN" altLang="en-US" dirty="0"/>
          </a:p>
        </p:txBody>
      </p:sp>
      <p:sp>
        <p:nvSpPr>
          <p:cNvPr id="46" name="文本占位符 11"/>
          <p:cNvSpPr>
            <a:spLocks noGrp="1"/>
          </p:cNvSpPr>
          <p:nvPr>
            <p:ph type="body" sz="quarter" idx="18" hasCustomPrompt="1"/>
          </p:nvPr>
        </p:nvSpPr>
        <p:spPr>
          <a:xfrm>
            <a:off x="3246271" y="2153813"/>
            <a:ext cx="8272629" cy="646331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 algn="l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  <a:endParaRPr lang="zh-CN" altLang="en-US" dirty="0"/>
          </a:p>
        </p:txBody>
      </p:sp>
      <p:sp>
        <p:nvSpPr>
          <p:cNvPr id="47" name="文本占位符 11"/>
          <p:cNvSpPr>
            <a:spLocks noGrp="1"/>
          </p:cNvSpPr>
          <p:nvPr>
            <p:ph type="body" sz="quarter" idx="19" hasCustomPrompt="1"/>
          </p:nvPr>
        </p:nvSpPr>
        <p:spPr>
          <a:xfrm>
            <a:off x="669228" y="4619089"/>
            <a:ext cx="8272629" cy="646331"/>
          </a:xfrm>
          <a:prstGeom prst="rect">
            <a:avLst/>
          </a:prstGeom>
        </p:spPr>
        <p:txBody>
          <a:bodyPr lIns="90000" rIns="0">
            <a:noAutofit/>
          </a:bodyPr>
          <a:lstStyle>
            <a:lvl1pPr marL="0" indent="0" algn="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20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32" name="组合 31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33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4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6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cxnSp>
        <p:nvCxnSpPr>
          <p:cNvPr id="21" name="直接连接符 20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（图文-3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图片占位符 13"/>
          <p:cNvSpPr>
            <a:spLocks noGrp="1"/>
          </p:cNvSpPr>
          <p:nvPr>
            <p:ph type="pic" sz="quarter" idx="12"/>
          </p:nvPr>
        </p:nvSpPr>
        <p:spPr>
          <a:xfrm>
            <a:off x="660402" y="2447962"/>
            <a:ext cx="4420885" cy="3686138"/>
          </a:xfrm>
          <a:custGeom>
            <a:avLst/>
            <a:gdLst>
              <a:gd name="connsiteX0" fmla="*/ 0 w 4420885"/>
              <a:gd name="connsiteY0" fmla="*/ 0 h 3686138"/>
              <a:gd name="connsiteX1" fmla="*/ 4420885 w 4420885"/>
              <a:gd name="connsiteY1" fmla="*/ 0 h 3686138"/>
              <a:gd name="connsiteX2" fmla="*/ 4420885 w 4420885"/>
              <a:gd name="connsiteY2" fmla="*/ 3686138 h 3686138"/>
              <a:gd name="connsiteX3" fmla="*/ 0 w 4420885"/>
              <a:gd name="connsiteY3" fmla="*/ 3686138 h 368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20885" h="3686138">
                <a:moveTo>
                  <a:pt x="0" y="0"/>
                </a:moveTo>
                <a:lnTo>
                  <a:pt x="4420885" y="0"/>
                </a:lnTo>
                <a:lnTo>
                  <a:pt x="4420885" y="3686138"/>
                </a:lnTo>
                <a:lnTo>
                  <a:pt x="0" y="368613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5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  <a:endParaRPr lang="zh-CN" altLang="en-US" dirty="0"/>
          </a:p>
        </p:txBody>
      </p:sp>
      <p:sp>
        <p:nvSpPr>
          <p:cNvPr id="16" name="任意多边形: 形状 15"/>
          <p:cNvSpPr/>
          <p:nvPr userDrawn="1"/>
        </p:nvSpPr>
        <p:spPr>
          <a:xfrm>
            <a:off x="5162118" y="2447964"/>
            <a:ext cx="3154730" cy="1802652"/>
          </a:xfrm>
          <a:custGeom>
            <a:avLst/>
            <a:gdLst>
              <a:gd name="connsiteX0" fmla="*/ 0 w 3154730"/>
              <a:gd name="connsiteY0" fmla="*/ 0 h 1829349"/>
              <a:gd name="connsiteX1" fmla="*/ 3154730 w 3154730"/>
              <a:gd name="connsiteY1" fmla="*/ 0 h 1829349"/>
              <a:gd name="connsiteX2" fmla="*/ 3154730 w 3154730"/>
              <a:gd name="connsiteY2" fmla="*/ 1829349 h 1829349"/>
              <a:gd name="connsiteX3" fmla="*/ 0 w 3154730"/>
              <a:gd name="connsiteY3" fmla="*/ 1829349 h 1829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4730" h="1829349">
                <a:moveTo>
                  <a:pt x="0" y="0"/>
                </a:moveTo>
                <a:lnTo>
                  <a:pt x="3154730" y="0"/>
                </a:lnTo>
                <a:lnTo>
                  <a:pt x="3154730" y="1829349"/>
                </a:lnTo>
                <a:lnTo>
                  <a:pt x="0" y="18293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任意多边形: 形状 16"/>
          <p:cNvSpPr/>
          <p:nvPr userDrawn="1"/>
        </p:nvSpPr>
        <p:spPr>
          <a:xfrm>
            <a:off x="8397680" y="2447964"/>
            <a:ext cx="3154731" cy="1802652"/>
          </a:xfrm>
          <a:custGeom>
            <a:avLst/>
            <a:gdLst>
              <a:gd name="connsiteX0" fmla="*/ 0 w 3154731"/>
              <a:gd name="connsiteY0" fmla="*/ 0 h 1829349"/>
              <a:gd name="connsiteX1" fmla="*/ 3154731 w 3154731"/>
              <a:gd name="connsiteY1" fmla="*/ 0 h 1829349"/>
              <a:gd name="connsiteX2" fmla="*/ 3154731 w 3154731"/>
              <a:gd name="connsiteY2" fmla="*/ 1829349 h 1829349"/>
              <a:gd name="connsiteX3" fmla="*/ 0 w 3154731"/>
              <a:gd name="connsiteY3" fmla="*/ 1829349 h 1829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4731" h="1829349">
                <a:moveTo>
                  <a:pt x="0" y="0"/>
                </a:moveTo>
                <a:lnTo>
                  <a:pt x="3154731" y="0"/>
                </a:lnTo>
                <a:lnTo>
                  <a:pt x="3154731" y="1829349"/>
                </a:lnTo>
                <a:lnTo>
                  <a:pt x="0" y="18293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/>
          <p:cNvSpPr/>
          <p:nvPr userDrawn="1"/>
        </p:nvSpPr>
        <p:spPr>
          <a:xfrm>
            <a:off x="5162118" y="4331447"/>
            <a:ext cx="3154730" cy="1802654"/>
          </a:xfrm>
          <a:custGeom>
            <a:avLst/>
            <a:gdLst>
              <a:gd name="connsiteX0" fmla="*/ 0 w 3154730"/>
              <a:gd name="connsiteY0" fmla="*/ 0 h 1829349"/>
              <a:gd name="connsiteX1" fmla="*/ 3154730 w 3154730"/>
              <a:gd name="connsiteY1" fmla="*/ 0 h 1829349"/>
              <a:gd name="connsiteX2" fmla="*/ 3154730 w 3154730"/>
              <a:gd name="connsiteY2" fmla="*/ 1829349 h 1829349"/>
              <a:gd name="connsiteX3" fmla="*/ 0 w 3154730"/>
              <a:gd name="connsiteY3" fmla="*/ 1829349 h 1829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4730" h="1829349">
                <a:moveTo>
                  <a:pt x="0" y="0"/>
                </a:moveTo>
                <a:lnTo>
                  <a:pt x="3154730" y="0"/>
                </a:lnTo>
                <a:lnTo>
                  <a:pt x="3154730" y="1829349"/>
                </a:lnTo>
                <a:lnTo>
                  <a:pt x="0" y="18293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8" name="任意多边形: 形状 27"/>
          <p:cNvSpPr/>
          <p:nvPr userDrawn="1"/>
        </p:nvSpPr>
        <p:spPr>
          <a:xfrm>
            <a:off x="8397680" y="4331447"/>
            <a:ext cx="3154731" cy="1802654"/>
          </a:xfrm>
          <a:custGeom>
            <a:avLst/>
            <a:gdLst>
              <a:gd name="connsiteX0" fmla="*/ 0 w 3154731"/>
              <a:gd name="connsiteY0" fmla="*/ 0 h 1829349"/>
              <a:gd name="connsiteX1" fmla="*/ 3154731 w 3154731"/>
              <a:gd name="connsiteY1" fmla="*/ 0 h 1829349"/>
              <a:gd name="connsiteX2" fmla="*/ 3154731 w 3154731"/>
              <a:gd name="connsiteY2" fmla="*/ 1829349 h 1829349"/>
              <a:gd name="connsiteX3" fmla="*/ 0 w 3154731"/>
              <a:gd name="connsiteY3" fmla="*/ 1829349 h 1829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4731" h="1829349">
                <a:moveTo>
                  <a:pt x="0" y="0"/>
                </a:moveTo>
                <a:lnTo>
                  <a:pt x="3154731" y="0"/>
                </a:lnTo>
                <a:lnTo>
                  <a:pt x="3154731" y="1829349"/>
                </a:lnTo>
                <a:lnTo>
                  <a:pt x="0" y="18293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3" hasCustomPrompt="1"/>
          </p:nvPr>
        </p:nvSpPr>
        <p:spPr>
          <a:xfrm>
            <a:off x="5398522" y="2612248"/>
            <a:ext cx="2681922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4" hasCustomPrompt="1"/>
          </p:nvPr>
        </p:nvSpPr>
        <p:spPr>
          <a:xfrm>
            <a:off x="5277103" y="3336053"/>
            <a:ext cx="2924760" cy="73927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  <a:endParaRPr lang="zh-CN" altLang="en-US" dirty="0"/>
          </a:p>
        </p:txBody>
      </p:sp>
      <p:sp>
        <p:nvSpPr>
          <p:cNvPr id="46" name="文本占位符 8"/>
          <p:cNvSpPr>
            <a:spLocks noGrp="1"/>
          </p:cNvSpPr>
          <p:nvPr>
            <p:ph type="body" sz="quarter" idx="15" hasCustomPrompt="1"/>
          </p:nvPr>
        </p:nvSpPr>
        <p:spPr>
          <a:xfrm>
            <a:off x="8634084" y="2612248"/>
            <a:ext cx="2681922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  <a:endParaRPr lang="zh-CN" altLang="en-US" dirty="0"/>
          </a:p>
        </p:txBody>
      </p:sp>
      <p:sp>
        <p:nvSpPr>
          <p:cNvPr id="47" name="文本占位符 11"/>
          <p:cNvSpPr>
            <a:spLocks noGrp="1"/>
          </p:cNvSpPr>
          <p:nvPr>
            <p:ph type="body" sz="quarter" idx="16" hasCustomPrompt="1"/>
          </p:nvPr>
        </p:nvSpPr>
        <p:spPr>
          <a:xfrm>
            <a:off x="8512665" y="3336053"/>
            <a:ext cx="2924760" cy="73927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  <a:endParaRPr lang="zh-CN" altLang="en-US" dirty="0"/>
          </a:p>
        </p:txBody>
      </p:sp>
      <p:sp>
        <p:nvSpPr>
          <p:cNvPr id="48" name="文本占位符 8"/>
          <p:cNvSpPr>
            <a:spLocks noGrp="1"/>
          </p:cNvSpPr>
          <p:nvPr>
            <p:ph type="body" sz="quarter" idx="17" hasCustomPrompt="1"/>
          </p:nvPr>
        </p:nvSpPr>
        <p:spPr>
          <a:xfrm>
            <a:off x="8634084" y="4499120"/>
            <a:ext cx="2681922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  <a:endParaRPr lang="zh-CN" altLang="en-US" dirty="0"/>
          </a:p>
        </p:txBody>
      </p:sp>
      <p:sp>
        <p:nvSpPr>
          <p:cNvPr id="49" name="文本占位符 11"/>
          <p:cNvSpPr>
            <a:spLocks noGrp="1"/>
          </p:cNvSpPr>
          <p:nvPr>
            <p:ph type="body" sz="quarter" idx="18" hasCustomPrompt="1"/>
          </p:nvPr>
        </p:nvSpPr>
        <p:spPr>
          <a:xfrm>
            <a:off x="8512665" y="5222925"/>
            <a:ext cx="2924760" cy="73927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  <a:endParaRPr lang="zh-CN" altLang="en-US" dirty="0"/>
          </a:p>
        </p:txBody>
      </p:sp>
      <p:sp>
        <p:nvSpPr>
          <p:cNvPr id="50" name="文本占位符 8"/>
          <p:cNvSpPr>
            <a:spLocks noGrp="1"/>
          </p:cNvSpPr>
          <p:nvPr>
            <p:ph type="body" sz="quarter" idx="19" hasCustomPrompt="1"/>
          </p:nvPr>
        </p:nvSpPr>
        <p:spPr>
          <a:xfrm>
            <a:off x="5398522" y="4499120"/>
            <a:ext cx="2681922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  <a:endParaRPr lang="zh-CN" altLang="en-US" dirty="0"/>
          </a:p>
        </p:txBody>
      </p:sp>
      <p:sp>
        <p:nvSpPr>
          <p:cNvPr id="51" name="文本占位符 11"/>
          <p:cNvSpPr>
            <a:spLocks noGrp="1"/>
          </p:cNvSpPr>
          <p:nvPr>
            <p:ph type="body" sz="quarter" idx="20" hasCustomPrompt="1"/>
          </p:nvPr>
        </p:nvSpPr>
        <p:spPr>
          <a:xfrm>
            <a:off x="5277103" y="5222925"/>
            <a:ext cx="2924760" cy="73927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  <a:endParaRPr lang="zh-CN" altLang="en-US" dirty="0"/>
          </a:p>
        </p:txBody>
      </p:sp>
      <p:sp>
        <p:nvSpPr>
          <p:cNvPr id="52" name="文本占位符 11"/>
          <p:cNvSpPr>
            <a:spLocks noGrp="1"/>
          </p:cNvSpPr>
          <p:nvPr>
            <p:ph type="body" sz="quarter" idx="21" hasCustomPrompt="1"/>
          </p:nvPr>
        </p:nvSpPr>
        <p:spPr>
          <a:xfrm>
            <a:off x="660400" y="1337587"/>
            <a:ext cx="10858500" cy="7355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  <a:endParaRPr lang="zh-CN" altLang="en-US" dirty="0"/>
          </a:p>
        </p:txBody>
      </p:sp>
      <p:grpSp>
        <p:nvGrpSpPr>
          <p:cNvPr id="32" name="组合 31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33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4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5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2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</a:fld>
            <a:endParaRPr lang="zh-CN" altLang="en-US" dirty="0"/>
          </a:p>
        </p:txBody>
      </p:sp>
      <p:cxnSp>
        <p:nvCxnSpPr>
          <p:cNvPr id="26" name="直接连接符 25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图片 2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（图文-4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图片占位符 13"/>
          <p:cNvSpPr>
            <a:spLocks noGrp="1"/>
          </p:cNvSpPr>
          <p:nvPr>
            <p:ph type="pic" sz="quarter" idx="12"/>
          </p:nvPr>
        </p:nvSpPr>
        <p:spPr>
          <a:xfrm>
            <a:off x="660402" y="1585023"/>
            <a:ext cx="5984238" cy="4554593"/>
          </a:xfrm>
          <a:custGeom>
            <a:avLst/>
            <a:gdLst>
              <a:gd name="connsiteX0" fmla="*/ 0 w 4420885"/>
              <a:gd name="connsiteY0" fmla="*/ 0 h 3686138"/>
              <a:gd name="connsiteX1" fmla="*/ 4420885 w 4420885"/>
              <a:gd name="connsiteY1" fmla="*/ 0 h 3686138"/>
              <a:gd name="connsiteX2" fmla="*/ 4420885 w 4420885"/>
              <a:gd name="connsiteY2" fmla="*/ 3686138 h 3686138"/>
              <a:gd name="connsiteX3" fmla="*/ 0 w 4420885"/>
              <a:gd name="connsiteY3" fmla="*/ 3686138 h 368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20885" h="3686138">
                <a:moveTo>
                  <a:pt x="0" y="0"/>
                </a:moveTo>
                <a:lnTo>
                  <a:pt x="4420885" y="0"/>
                </a:lnTo>
                <a:lnTo>
                  <a:pt x="4420885" y="3686138"/>
                </a:lnTo>
                <a:lnTo>
                  <a:pt x="0" y="368613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sp>
        <p:nvSpPr>
          <p:cNvPr id="25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  <a:endParaRPr lang="zh-CN" altLang="en-US" dirty="0"/>
          </a:p>
        </p:txBody>
      </p:sp>
      <p:sp>
        <p:nvSpPr>
          <p:cNvPr id="16" name="任意多边形: 形状 15"/>
          <p:cNvSpPr/>
          <p:nvPr userDrawn="1"/>
        </p:nvSpPr>
        <p:spPr>
          <a:xfrm>
            <a:off x="6644640" y="1585023"/>
            <a:ext cx="4874260" cy="4554589"/>
          </a:xfrm>
          <a:custGeom>
            <a:avLst/>
            <a:gdLst>
              <a:gd name="connsiteX0" fmla="*/ 0 w 3154730"/>
              <a:gd name="connsiteY0" fmla="*/ 0 h 1829349"/>
              <a:gd name="connsiteX1" fmla="*/ 3154730 w 3154730"/>
              <a:gd name="connsiteY1" fmla="*/ 0 h 1829349"/>
              <a:gd name="connsiteX2" fmla="*/ 3154730 w 3154730"/>
              <a:gd name="connsiteY2" fmla="*/ 1829349 h 1829349"/>
              <a:gd name="connsiteX3" fmla="*/ 0 w 3154730"/>
              <a:gd name="connsiteY3" fmla="*/ 1829349 h 1829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4730" h="1829349">
                <a:moveTo>
                  <a:pt x="0" y="0"/>
                </a:moveTo>
                <a:lnTo>
                  <a:pt x="3154730" y="0"/>
                </a:lnTo>
                <a:lnTo>
                  <a:pt x="3154730" y="1829349"/>
                </a:lnTo>
                <a:lnTo>
                  <a:pt x="0" y="18293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3" hasCustomPrompt="1"/>
          </p:nvPr>
        </p:nvSpPr>
        <p:spPr>
          <a:xfrm>
            <a:off x="7031469" y="1815023"/>
            <a:ext cx="2969058" cy="461665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4" hasCustomPrompt="1"/>
          </p:nvPr>
        </p:nvSpPr>
        <p:spPr>
          <a:xfrm>
            <a:off x="7454095" y="2864776"/>
            <a:ext cx="3773347" cy="859337"/>
          </a:xfrm>
          <a:prstGeom prst="rect">
            <a:avLst/>
          </a:prstGeom>
        </p:spPr>
        <p:txBody>
          <a:bodyPr lIns="0" tIns="0" rIns="90000" bIns="4680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800"/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dirty="0"/>
              <a:t>请输入你的内容</a:t>
            </a:r>
            <a:endParaRPr lang="zh-CN" altLang="en-US" dirty="0"/>
          </a:p>
        </p:txBody>
      </p:sp>
      <p:grpSp>
        <p:nvGrpSpPr>
          <p:cNvPr id="32" name="组合 31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33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4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5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2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矩形 1"/>
          <p:cNvSpPr/>
          <p:nvPr userDrawn="1"/>
        </p:nvSpPr>
        <p:spPr>
          <a:xfrm>
            <a:off x="7031469" y="2473505"/>
            <a:ext cx="864000" cy="9629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占位符 11"/>
          <p:cNvSpPr>
            <a:spLocks noGrp="1"/>
          </p:cNvSpPr>
          <p:nvPr>
            <p:ph type="body" sz="quarter" idx="25" hasCustomPrompt="1"/>
          </p:nvPr>
        </p:nvSpPr>
        <p:spPr>
          <a:xfrm>
            <a:off x="7454095" y="3924346"/>
            <a:ext cx="3773347" cy="859337"/>
          </a:xfrm>
          <a:prstGeom prst="rect">
            <a:avLst/>
          </a:prstGeom>
        </p:spPr>
        <p:txBody>
          <a:bodyPr lIns="0" tIns="0">
            <a:normAutofit/>
          </a:bodyPr>
          <a:lstStyle>
            <a:lvl1pPr marL="0" indent="0" algn="l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  <a:endParaRPr lang="zh-CN" altLang="en-US" dirty="0"/>
          </a:p>
        </p:txBody>
      </p:sp>
      <p:sp>
        <p:nvSpPr>
          <p:cNvPr id="36" name="文本占位符 11"/>
          <p:cNvSpPr>
            <a:spLocks noGrp="1"/>
          </p:cNvSpPr>
          <p:nvPr>
            <p:ph type="body" sz="quarter" idx="26" hasCustomPrompt="1"/>
          </p:nvPr>
        </p:nvSpPr>
        <p:spPr>
          <a:xfrm>
            <a:off x="7454095" y="4983916"/>
            <a:ext cx="3773347" cy="859337"/>
          </a:xfrm>
          <a:prstGeom prst="rect">
            <a:avLst/>
          </a:prstGeom>
        </p:spPr>
        <p:txBody>
          <a:bodyPr lIns="0" tIns="0">
            <a:normAutofit/>
          </a:bodyPr>
          <a:lstStyle>
            <a:lvl1pPr marL="0" indent="0" algn="l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  <a:endParaRPr lang="zh-CN" altLang="en-US" dirty="0"/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（图文-5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图片占位符 62"/>
          <p:cNvSpPr>
            <a:spLocks noGrp="1"/>
          </p:cNvSpPr>
          <p:nvPr>
            <p:ph type="pic" sz="quarter" idx="27"/>
          </p:nvPr>
        </p:nvSpPr>
        <p:spPr>
          <a:xfrm>
            <a:off x="660404" y="1585023"/>
            <a:ext cx="2947901" cy="2243642"/>
          </a:xfrm>
          <a:custGeom>
            <a:avLst/>
            <a:gdLst>
              <a:gd name="connsiteX0" fmla="*/ 0 w 2947901"/>
              <a:gd name="connsiteY0" fmla="*/ 0 h 2243642"/>
              <a:gd name="connsiteX1" fmla="*/ 2947901 w 2947901"/>
              <a:gd name="connsiteY1" fmla="*/ 0 h 2243642"/>
              <a:gd name="connsiteX2" fmla="*/ 2947901 w 2947901"/>
              <a:gd name="connsiteY2" fmla="*/ 2243642 h 2243642"/>
              <a:gd name="connsiteX3" fmla="*/ 0 w 2947901"/>
              <a:gd name="connsiteY3" fmla="*/ 2243642 h 2243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7901" h="2243642">
                <a:moveTo>
                  <a:pt x="0" y="0"/>
                </a:moveTo>
                <a:lnTo>
                  <a:pt x="2947901" y="0"/>
                </a:lnTo>
                <a:lnTo>
                  <a:pt x="2947901" y="2243642"/>
                </a:lnTo>
                <a:lnTo>
                  <a:pt x="0" y="224364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64" name="图片占位符 63"/>
          <p:cNvSpPr>
            <a:spLocks noGrp="1"/>
          </p:cNvSpPr>
          <p:nvPr>
            <p:ph type="pic" sz="quarter" idx="28"/>
          </p:nvPr>
        </p:nvSpPr>
        <p:spPr>
          <a:xfrm>
            <a:off x="3696741" y="1585023"/>
            <a:ext cx="2947901" cy="2243642"/>
          </a:xfrm>
          <a:custGeom>
            <a:avLst/>
            <a:gdLst>
              <a:gd name="connsiteX0" fmla="*/ 0 w 2947901"/>
              <a:gd name="connsiteY0" fmla="*/ 0 h 2243642"/>
              <a:gd name="connsiteX1" fmla="*/ 2947901 w 2947901"/>
              <a:gd name="connsiteY1" fmla="*/ 0 h 2243642"/>
              <a:gd name="connsiteX2" fmla="*/ 2947901 w 2947901"/>
              <a:gd name="connsiteY2" fmla="*/ 2243642 h 2243642"/>
              <a:gd name="connsiteX3" fmla="*/ 0 w 2947901"/>
              <a:gd name="connsiteY3" fmla="*/ 2243642 h 2243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7901" h="2243642">
                <a:moveTo>
                  <a:pt x="0" y="0"/>
                </a:moveTo>
                <a:lnTo>
                  <a:pt x="2947901" y="0"/>
                </a:lnTo>
                <a:lnTo>
                  <a:pt x="2947901" y="2243642"/>
                </a:lnTo>
                <a:lnTo>
                  <a:pt x="0" y="224364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65" name="图片占位符 64"/>
          <p:cNvSpPr>
            <a:spLocks noGrp="1"/>
          </p:cNvSpPr>
          <p:nvPr>
            <p:ph type="pic" sz="quarter" idx="29"/>
          </p:nvPr>
        </p:nvSpPr>
        <p:spPr>
          <a:xfrm>
            <a:off x="660404" y="3895974"/>
            <a:ext cx="2947901" cy="2243642"/>
          </a:xfrm>
          <a:custGeom>
            <a:avLst/>
            <a:gdLst>
              <a:gd name="connsiteX0" fmla="*/ 0 w 2947901"/>
              <a:gd name="connsiteY0" fmla="*/ 0 h 2243642"/>
              <a:gd name="connsiteX1" fmla="*/ 2947901 w 2947901"/>
              <a:gd name="connsiteY1" fmla="*/ 0 h 2243642"/>
              <a:gd name="connsiteX2" fmla="*/ 2947901 w 2947901"/>
              <a:gd name="connsiteY2" fmla="*/ 2243642 h 2243642"/>
              <a:gd name="connsiteX3" fmla="*/ 0 w 2947901"/>
              <a:gd name="connsiteY3" fmla="*/ 2243642 h 2243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7901" h="2243642">
                <a:moveTo>
                  <a:pt x="0" y="0"/>
                </a:moveTo>
                <a:lnTo>
                  <a:pt x="2947901" y="0"/>
                </a:lnTo>
                <a:lnTo>
                  <a:pt x="2947901" y="2243642"/>
                </a:lnTo>
                <a:lnTo>
                  <a:pt x="0" y="224364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66" name="图片占位符 65"/>
          <p:cNvSpPr>
            <a:spLocks noGrp="1"/>
          </p:cNvSpPr>
          <p:nvPr>
            <p:ph type="pic" sz="quarter" idx="30"/>
          </p:nvPr>
        </p:nvSpPr>
        <p:spPr>
          <a:xfrm>
            <a:off x="3696741" y="3895974"/>
            <a:ext cx="2947899" cy="2243642"/>
          </a:xfrm>
          <a:custGeom>
            <a:avLst/>
            <a:gdLst>
              <a:gd name="connsiteX0" fmla="*/ 0 w 2947901"/>
              <a:gd name="connsiteY0" fmla="*/ 0 h 2243642"/>
              <a:gd name="connsiteX1" fmla="*/ 2947901 w 2947901"/>
              <a:gd name="connsiteY1" fmla="*/ 0 h 2243642"/>
              <a:gd name="connsiteX2" fmla="*/ 2947901 w 2947901"/>
              <a:gd name="connsiteY2" fmla="*/ 2243642 h 2243642"/>
              <a:gd name="connsiteX3" fmla="*/ 0 w 2947901"/>
              <a:gd name="connsiteY3" fmla="*/ 2243642 h 2243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7901" h="2243642">
                <a:moveTo>
                  <a:pt x="0" y="0"/>
                </a:moveTo>
                <a:lnTo>
                  <a:pt x="2947901" y="0"/>
                </a:lnTo>
                <a:lnTo>
                  <a:pt x="2947901" y="2243642"/>
                </a:lnTo>
                <a:lnTo>
                  <a:pt x="0" y="224364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29" name="图片 28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  <a:endParaRPr lang="zh-CN" altLang="en-US" dirty="0"/>
          </a:p>
        </p:txBody>
      </p:sp>
      <p:sp>
        <p:nvSpPr>
          <p:cNvPr id="16" name="任意多边形: 形状 15"/>
          <p:cNvSpPr/>
          <p:nvPr userDrawn="1"/>
        </p:nvSpPr>
        <p:spPr>
          <a:xfrm>
            <a:off x="6644640" y="1585023"/>
            <a:ext cx="4874260" cy="4554589"/>
          </a:xfrm>
          <a:custGeom>
            <a:avLst/>
            <a:gdLst>
              <a:gd name="connsiteX0" fmla="*/ 0 w 3154730"/>
              <a:gd name="connsiteY0" fmla="*/ 0 h 1829349"/>
              <a:gd name="connsiteX1" fmla="*/ 3154730 w 3154730"/>
              <a:gd name="connsiteY1" fmla="*/ 0 h 1829349"/>
              <a:gd name="connsiteX2" fmla="*/ 3154730 w 3154730"/>
              <a:gd name="connsiteY2" fmla="*/ 1829349 h 1829349"/>
              <a:gd name="connsiteX3" fmla="*/ 0 w 3154730"/>
              <a:gd name="connsiteY3" fmla="*/ 1829349 h 1829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4730" h="1829349">
                <a:moveTo>
                  <a:pt x="0" y="0"/>
                </a:moveTo>
                <a:lnTo>
                  <a:pt x="3154730" y="0"/>
                </a:lnTo>
                <a:lnTo>
                  <a:pt x="3154730" y="1829349"/>
                </a:lnTo>
                <a:lnTo>
                  <a:pt x="0" y="18293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3" hasCustomPrompt="1"/>
          </p:nvPr>
        </p:nvSpPr>
        <p:spPr>
          <a:xfrm>
            <a:off x="7031469" y="1815023"/>
            <a:ext cx="2969058" cy="461665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4" hasCustomPrompt="1"/>
          </p:nvPr>
        </p:nvSpPr>
        <p:spPr>
          <a:xfrm>
            <a:off x="7454095" y="2864776"/>
            <a:ext cx="3773347" cy="859337"/>
          </a:xfrm>
          <a:prstGeom prst="rect">
            <a:avLst/>
          </a:prstGeom>
        </p:spPr>
        <p:txBody>
          <a:bodyPr lIns="0" tIns="0" rIns="90000" bIns="4680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800"/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dirty="0"/>
              <a:t>请输入你的内容</a:t>
            </a:r>
            <a:endParaRPr lang="zh-CN" altLang="en-US" dirty="0"/>
          </a:p>
        </p:txBody>
      </p:sp>
      <p:grpSp>
        <p:nvGrpSpPr>
          <p:cNvPr id="32" name="组合 31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33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4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5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2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矩形 1"/>
          <p:cNvSpPr/>
          <p:nvPr userDrawn="1"/>
        </p:nvSpPr>
        <p:spPr>
          <a:xfrm>
            <a:off x="7031469" y="2473505"/>
            <a:ext cx="864000" cy="9629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占位符 11"/>
          <p:cNvSpPr>
            <a:spLocks noGrp="1"/>
          </p:cNvSpPr>
          <p:nvPr>
            <p:ph type="body" sz="quarter" idx="25" hasCustomPrompt="1"/>
          </p:nvPr>
        </p:nvSpPr>
        <p:spPr>
          <a:xfrm>
            <a:off x="7454095" y="3924346"/>
            <a:ext cx="3773347" cy="859337"/>
          </a:xfrm>
          <a:prstGeom prst="rect">
            <a:avLst/>
          </a:prstGeom>
        </p:spPr>
        <p:txBody>
          <a:bodyPr lIns="0" tIns="0">
            <a:normAutofit/>
          </a:bodyPr>
          <a:lstStyle>
            <a:lvl1pPr marL="0" indent="0" algn="l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  <a:endParaRPr lang="zh-CN" altLang="en-US" dirty="0"/>
          </a:p>
        </p:txBody>
      </p:sp>
      <p:sp>
        <p:nvSpPr>
          <p:cNvPr id="36" name="文本占位符 11"/>
          <p:cNvSpPr>
            <a:spLocks noGrp="1"/>
          </p:cNvSpPr>
          <p:nvPr>
            <p:ph type="body" sz="quarter" idx="26" hasCustomPrompt="1"/>
          </p:nvPr>
        </p:nvSpPr>
        <p:spPr>
          <a:xfrm>
            <a:off x="7454095" y="4983916"/>
            <a:ext cx="3773347" cy="859337"/>
          </a:xfrm>
          <a:prstGeom prst="rect">
            <a:avLst/>
          </a:prstGeom>
        </p:spPr>
        <p:txBody>
          <a:bodyPr lIns="0" tIns="0">
            <a:normAutofit/>
          </a:bodyPr>
          <a:lstStyle>
            <a:lvl1pPr marL="0" indent="0" algn="l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  <a:endParaRPr lang="zh-CN" altLang="en-US" dirty="0"/>
          </a:p>
        </p:txBody>
      </p:sp>
      <p:cxnSp>
        <p:nvCxnSpPr>
          <p:cNvPr id="22" name="直接连接符 21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 descr="图片包含 树, 户外, 建筑物, 道路&#10;&#10;自动生成的说明"/>
          <p:cNvPicPr>
            <a:picLocks noChangeAspect="1"/>
          </p:cNvPicPr>
          <p:nvPr userDrawn="1"/>
        </p:nvPicPr>
        <p:blipFill rotWithShape="1"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r="35125" b="7878"/>
          <a:stretch>
            <a:fillRect/>
          </a:stretch>
        </p:blipFill>
        <p:spPr>
          <a:xfrm>
            <a:off x="4282440" y="0"/>
            <a:ext cx="7909560" cy="6858000"/>
          </a:xfrm>
          <a:prstGeom prst="rect">
            <a:avLst/>
          </a:prstGeom>
        </p:spPr>
      </p:pic>
      <p:sp>
        <p:nvSpPr>
          <p:cNvPr id="19" name="矩形 1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2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3" name="矩形 2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3">
              <a:alphaModFix amt="5000"/>
            </a:blip>
            <a:srcRect/>
            <a:tile tx="0" ty="0" sx="100000" sy="100000" flip="none" algn="tl"/>
          </a:blip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9" name="图片 48" descr="图片包含 树, 户外, 建筑物, 道路&#10;&#10;自动生成的说明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53" t="7878" r="35125" b="7878"/>
          <a:stretch>
            <a:fillRect/>
          </a:stretch>
        </p:blipFill>
        <p:spPr>
          <a:xfrm>
            <a:off x="5178924" y="0"/>
            <a:ext cx="7013076" cy="6858000"/>
          </a:xfrm>
          <a:custGeom>
            <a:avLst/>
            <a:gdLst>
              <a:gd name="connsiteX0" fmla="*/ 3877363 w 7013076"/>
              <a:gd name="connsiteY0" fmla="*/ 0 h 6858000"/>
              <a:gd name="connsiteX1" fmla="*/ 7013076 w 7013076"/>
              <a:gd name="connsiteY1" fmla="*/ 0 h 6858000"/>
              <a:gd name="connsiteX2" fmla="*/ 7013076 w 7013076"/>
              <a:gd name="connsiteY2" fmla="*/ 692654 h 6858000"/>
              <a:gd name="connsiteX3" fmla="*/ 3527325 w 7013076"/>
              <a:gd name="connsiteY3" fmla="*/ 6858000 h 6858000"/>
              <a:gd name="connsiteX4" fmla="*/ 0 w 701307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13076" h="6858000">
                <a:moveTo>
                  <a:pt x="3877363" y="0"/>
                </a:moveTo>
                <a:lnTo>
                  <a:pt x="7013076" y="0"/>
                </a:lnTo>
                <a:lnTo>
                  <a:pt x="7013076" y="692654"/>
                </a:lnTo>
                <a:lnTo>
                  <a:pt x="352732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52" name="任意多边形: 形状 51"/>
          <p:cNvSpPr/>
          <p:nvPr userDrawn="1"/>
        </p:nvSpPr>
        <p:spPr>
          <a:xfrm rot="1759603">
            <a:off x="5759550" y="3287609"/>
            <a:ext cx="326672" cy="3900322"/>
          </a:xfrm>
          <a:custGeom>
            <a:avLst/>
            <a:gdLst>
              <a:gd name="connsiteX0" fmla="*/ 0 w 326672"/>
              <a:gd name="connsiteY0" fmla="*/ 0 h 3900322"/>
              <a:gd name="connsiteX1" fmla="*/ 326672 w 326672"/>
              <a:gd name="connsiteY1" fmla="*/ 0 h 3900322"/>
              <a:gd name="connsiteX2" fmla="*/ 326672 w 326672"/>
              <a:gd name="connsiteY2" fmla="*/ 3716802 h 3900322"/>
              <a:gd name="connsiteX3" fmla="*/ 0 w 326672"/>
              <a:gd name="connsiteY3" fmla="*/ 3900322 h 3900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6672" h="3900322">
                <a:moveTo>
                  <a:pt x="0" y="0"/>
                </a:moveTo>
                <a:lnTo>
                  <a:pt x="326672" y="0"/>
                </a:lnTo>
                <a:lnTo>
                  <a:pt x="326672" y="3716802"/>
                </a:lnTo>
                <a:lnTo>
                  <a:pt x="0" y="390032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44" name="任意多边形: 形状 43"/>
          <p:cNvSpPr/>
          <p:nvPr userDrawn="1"/>
        </p:nvSpPr>
        <p:spPr>
          <a:xfrm rot="1759603">
            <a:off x="8280302" y="-201925"/>
            <a:ext cx="170609" cy="2499133"/>
          </a:xfrm>
          <a:custGeom>
            <a:avLst/>
            <a:gdLst>
              <a:gd name="connsiteX0" fmla="*/ 0 w 170609"/>
              <a:gd name="connsiteY0" fmla="*/ 95846 h 2499133"/>
              <a:gd name="connsiteX1" fmla="*/ 170609 w 170609"/>
              <a:gd name="connsiteY1" fmla="*/ 0 h 2499133"/>
              <a:gd name="connsiteX2" fmla="*/ 170609 w 170609"/>
              <a:gd name="connsiteY2" fmla="*/ 2499133 h 2499133"/>
              <a:gd name="connsiteX3" fmla="*/ 0 w 170609"/>
              <a:gd name="connsiteY3" fmla="*/ 2499133 h 2499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0609" h="2499133">
                <a:moveTo>
                  <a:pt x="0" y="95846"/>
                </a:moveTo>
                <a:lnTo>
                  <a:pt x="170609" y="0"/>
                </a:lnTo>
                <a:lnTo>
                  <a:pt x="170609" y="2499133"/>
                </a:lnTo>
                <a:lnTo>
                  <a:pt x="0" y="249913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22" name="任意多边形: 形状 21"/>
          <p:cNvSpPr/>
          <p:nvPr userDrawn="1"/>
        </p:nvSpPr>
        <p:spPr>
          <a:xfrm rot="1759603">
            <a:off x="11257062" y="-144084"/>
            <a:ext cx="326672" cy="3732241"/>
          </a:xfrm>
          <a:custGeom>
            <a:avLst/>
            <a:gdLst>
              <a:gd name="connsiteX0" fmla="*/ 0 w 326672"/>
              <a:gd name="connsiteY0" fmla="*/ 0 h 3732241"/>
              <a:gd name="connsiteX1" fmla="*/ 326672 w 326672"/>
              <a:gd name="connsiteY1" fmla="*/ 581488 h 3732241"/>
              <a:gd name="connsiteX2" fmla="*/ 326672 w 326672"/>
              <a:gd name="connsiteY2" fmla="*/ 3732241 h 3732241"/>
              <a:gd name="connsiteX3" fmla="*/ 0 w 326672"/>
              <a:gd name="connsiteY3" fmla="*/ 3732241 h 3732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6672" h="3732241">
                <a:moveTo>
                  <a:pt x="0" y="0"/>
                </a:moveTo>
                <a:lnTo>
                  <a:pt x="326672" y="581488"/>
                </a:lnTo>
                <a:lnTo>
                  <a:pt x="326672" y="3732241"/>
                </a:lnTo>
                <a:lnTo>
                  <a:pt x="0" y="373224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53" name="任意多边形: 形状 52"/>
          <p:cNvSpPr/>
          <p:nvPr userDrawn="1"/>
        </p:nvSpPr>
        <p:spPr>
          <a:xfrm rot="1759603">
            <a:off x="9271255" y="4019758"/>
            <a:ext cx="170609" cy="3077209"/>
          </a:xfrm>
          <a:custGeom>
            <a:avLst/>
            <a:gdLst>
              <a:gd name="connsiteX0" fmla="*/ 0 w 170609"/>
              <a:gd name="connsiteY0" fmla="*/ 0 h 3077209"/>
              <a:gd name="connsiteX1" fmla="*/ 170609 w 170609"/>
              <a:gd name="connsiteY1" fmla="*/ 0 h 3077209"/>
              <a:gd name="connsiteX2" fmla="*/ 170609 w 170609"/>
              <a:gd name="connsiteY2" fmla="*/ 2981364 h 3077209"/>
              <a:gd name="connsiteX3" fmla="*/ 0 w 170609"/>
              <a:gd name="connsiteY3" fmla="*/ 3077209 h 3077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0609" h="3077209">
                <a:moveTo>
                  <a:pt x="0" y="0"/>
                </a:moveTo>
                <a:lnTo>
                  <a:pt x="170609" y="0"/>
                </a:lnTo>
                <a:lnTo>
                  <a:pt x="170609" y="2981364"/>
                </a:lnTo>
                <a:lnTo>
                  <a:pt x="0" y="307720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37" name="文本占位符 25"/>
          <p:cNvSpPr>
            <a:spLocks noGrp="1"/>
          </p:cNvSpPr>
          <p:nvPr>
            <p:ph type="body" sz="quarter" idx="11" hasCustomPrompt="1"/>
          </p:nvPr>
        </p:nvSpPr>
        <p:spPr>
          <a:xfrm>
            <a:off x="667503" y="2749690"/>
            <a:ext cx="5798382" cy="8788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None/>
              <a:defRPr sz="5400" b="1" spc="100" baseline="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请输入你的大标题</a:t>
            </a:r>
            <a:endParaRPr lang="en-US" altLang="zh-CN" dirty="0"/>
          </a:p>
        </p:txBody>
      </p:sp>
      <p:sp>
        <p:nvSpPr>
          <p:cNvPr id="38" name="文本占位符 25"/>
          <p:cNvSpPr>
            <a:spLocks noGrp="1"/>
          </p:cNvSpPr>
          <p:nvPr>
            <p:ph type="body" sz="quarter" idx="12" hasCustomPrompt="1"/>
          </p:nvPr>
        </p:nvSpPr>
        <p:spPr>
          <a:xfrm>
            <a:off x="667503" y="1869834"/>
            <a:ext cx="5798382" cy="8788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None/>
              <a:defRPr sz="5400" b="0" spc="100" baseline="0"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请输入答辩类型</a:t>
            </a:r>
            <a:endParaRPr lang="en-US" altLang="zh-CN" dirty="0"/>
          </a:p>
        </p:txBody>
      </p:sp>
      <p:cxnSp>
        <p:nvCxnSpPr>
          <p:cNvPr id="39" name="直接连接符 38"/>
          <p:cNvCxnSpPr/>
          <p:nvPr userDrawn="1"/>
        </p:nvCxnSpPr>
        <p:spPr>
          <a:xfrm>
            <a:off x="667503" y="4839800"/>
            <a:ext cx="4932680" cy="0"/>
          </a:xfrm>
          <a:prstGeom prst="line">
            <a:avLst/>
          </a:prstGeom>
          <a:ln w="12700" cap="rnd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日期占位符 4"/>
          <p:cNvSpPr>
            <a:spLocks noGrp="1"/>
          </p:cNvSpPr>
          <p:nvPr>
            <p:ph type="dt" sz="half" idx="16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21" name="图片 20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312015"/>
            <a:ext cx="1375700" cy="437285"/>
          </a:xfrm>
          <a:prstGeom prst="rect">
            <a:avLst/>
          </a:prstGeom>
        </p:spPr>
      </p:pic>
      <p:sp>
        <p:nvSpPr>
          <p:cNvPr id="20" name="文本占位符 28"/>
          <p:cNvSpPr>
            <a:spLocks noGrp="1"/>
          </p:cNvSpPr>
          <p:nvPr>
            <p:ph type="body" sz="quarter" idx="17" hasCustomPrompt="1"/>
          </p:nvPr>
        </p:nvSpPr>
        <p:spPr>
          <a:xfrm>
            <a:off x="667503" y="3641672"/>
            <a:ext cx="5798382" cy="286232"/>
          </a:xfrm>
          <a:prstGeom prst="rect">
            <a:avLst/>
          </a:prstGeom>
        </p:spPr>
        <p:txBody>
          <a:bodyPr lIns="0">
            <a:spAutoFit/>
          </a:bodyPr>
          <a:lstStyle>
            <a:lvl1pPr marL="0" indent="0">
              <a:lnSpc>
                <a:spcPct val="100000"/>
              </a:lnSpc>
              <a:buNone/>
              <a:defRPr sz="1200" spc="550" baseline="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altLang="zh-CN" dirty="0"/>
              <a:t>Supporting Your Text Here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27993"/>
          <a:stretch>
            <a:fillRect/>
          </a:stretch>
        </p:blipFill>
        <p:spPr>
          <a:xfrm>
            <a:off x="1" y="-5557"/>
            <a:ext cx="12192000" cy="6863557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-3" y="2077796"/>
            <a:ext cx="12192000" cy="4780204"/>
          </a:xfrm>
          <a:prstGeom prst="rect">
            <a:avLst/>
          </a:prstGeom>
          <a:gradFill>
            <a:gsLst>
              <a:gs pos="0">
                <a:srgbClr val="010000">
                  <a:alpha val="0"/>
                </a:srgbClr>
              </a:gs>
              <a:gs pos="100000">
                <a:srgbClr val="010000">
                  <a:alpha val="89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5" name="矩形 4"/>
          <p:cNvSpPr/>
          <p:nvPr userDrawn="1"/>
        </p:nvSpPr>
        <p:spPr>
          <a:xfrm rot="10800000">
            <a:off x="-1" y="-5557"/>
            <a:ext cx="12191999" cy="3217764"/>
          </a:xfrm>
          <a:prstGeom prst="rect">
            <a:avLst/>
          </a:prstGeom>
          <a:gradFill>
            <a:gsLst>
              <a:gs pos="0">
                <a:srgbClr val="010000">
                  <a:alpha val="0"/>
                </a:srgbClr>
              </a:gs>
              <a:gs pos="100000">
                <a:srgbClr val="01000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-1" y="0"/>
            <a:ext cx="12192001" cy="6811864"/>
          </a:xfrm>
          <a:prstGeom prst="rect">
            <a:avLst/>
          </a:prstGeom>
          <a:solidFill>
            <a:srgbClr val="080304">
              <a:alpha val="6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4760680" y="564634"/>
            <a:ext cx="26706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dist">
              <a:defRPr sz="1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本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PPT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模板正参与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3602350" y="2482543"/>
            <a:ext cx="4987300" cy="400109"/>
          </a:xfrm>
          <a:prstGeom prst="rect">
            <a:avLst/>
          </a:prstGeom>
          <a:gradFill flip="none" rotWithShape="1">
            <a:gsLst>
              <a:gs pos="100000">
                <a:srgbClr val="CB9B53">
                  <a:alpha val="0"/>
                </a:srgbClr>
              </a:gs>
              <a:gs pos="0">
                <a:srgbClr val="CB9B53">
                  <a:alpha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0E5177"/>
              </a:solidFill>
              <a:effectLst/>
              <a:uLnTx/>
              <a:uFillTx/>
              <a:latin typeface="Segoe UI" panose="020B0502040204020203"/>
              <a:ea typeface="微软雅黑" panose="020B0503020204020204" charset="-122"/>
              <a:cs typeface="+mn-cs"/>
            </a:endParaRPr>
          </a:p>
        </p:txBody>
      </p:sp>
      <p:sp>
        <p:nvSpPr>
          <p:cNvPr id="9" name="文本框 8"/>
          <p:cNvSpPr txBox="1"/>
          <p:nvPr userDrawn="1"/>
        </p:nvSpPr>
        <p:spPr>
          <a:xfrm>
            <a:off x="4049486" y="2517885"/>
            <a:ext cx="40930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第一届高校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PPT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模板设计大赛 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6133678" y="4824918"/>
            <a:ext cx="2545865" cy="1061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dist">
              <a:defRPr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微信扫码</a:t>
            </a:r>
            <a:endParaRPr kumimoji="0" lang="en-US" altLang="zh-CN" sz="1800" b="0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来聆听模板作者</a:t>
            </a:r>
            <a:endParaRPr kumimoji="0" lang="en-US" altLang="zh-CN" sz="1800" b="0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设计灵感、制作思路</a:t>
            </a:r>
            <a:endParaRPr kumimoji="0" lang="en-US" sz="1800" b="0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615419" y="3771974"/>
            <a:ext cx="13817069" cy="3996426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683657" y="716939"/>
            <a:ext cx="8824686" cy="1844708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/>
        </p:nvSpPr>
        <p:spPr>
          <a:xfrm>
            <a:off x="3742050" y="2971888"/>
            <a:ext cx="19836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活动主办：秋叶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PPT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6079638" y="2971888"/>
            <a:ext cx="249294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技术支持：微软听听文档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3600610" y="3494767"/>
            <a:ext cx="2318400" cy="2318400"/>
          </a:xfrm>
          <a:prstGeom prst="rect">
            <a:avLst/>
          </a:prstGeom>
          <a:solidFill>
            <a:schemeClr val="bg1"/>
          </a:solidFill>
          <a:ln w="57150">
            <a:solidFill>
              <a:srgbClr val="CB9B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注页">
    <p:bg>
      <p:bgPr>
        <a:solidFill>
          <a:srgbClr val="E7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440603" y="759873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标注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572589" y="759873"/>
            <a:ext cx="1402001" cy="20251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使用说明 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声明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4153010" y="759873"/>
            <a:ext cx="7074345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本</a:t>
            </a: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PPT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模板为作者原创，著作权归作者所有。</a:t>
            </a: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您仅可以个人非商业用途使用本</a:t>
            </a: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PPT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模板，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n-cs"/>
              </a:rPr>
              <a:t>未经权利人书面明确授权，不可将信息内容的全部或部分用于出售，或以出租、出借、转让、分销、发布等其他任何方式供他人使用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，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n-cs"/>
              </a:rPr>
              <a:t>否则将承担法律责任。</a:t>
            </a: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OfficePLUS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尊重知识产权并注重保护用户享有的各项权利。</a:t>
            </a: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OfficePLUS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拥有对本</a:t>
            </a: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PPT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模板进行展示、报道、宣传及用于市场活动的权利，若在比赛或商业应用过程中发生版权纠纷，其法律责任由作者本人承担。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OfficePLUS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869" y="1"/>
            <a:ext cx="10849030" cy="749299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869" y="850901"/>
            <a:ext cx="10849031" cy="5283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5" name="日期占位符 3"/>
          <p:cNvSpPr>
            <a:spLocks noGrp="1"/>
          </p:cNvSpPr>
          <p:nvPr>
            <p:ph type="dt" sz="half" idx="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 i="1" spc="300" dirty="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6" name="页脚占位符 4"/>
          <p:cNvSpPr>
            <a:spLocks noGrp="1"/>
          </p:cNvSpPr>
          <p:nvPr>
            <p:ph type="ftr" sz="quarter" idx="3"/>
          </p:nvPr>
        </p:nvSpPr>
        <p:spPr>
          <a:xfrm>
            <a:off x="4622800" y="6235702"/>
            <a:ext cx="2946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i="0" spc="300" baseline="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8775700" y="6235702"/>
            <a:ext cx="2743200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4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C79ECAFE-A460-4E13-ABCB-32CAE6136244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hdr="0" ft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9.xml"/><Relationship Id="rId4" Type="http://schemas.openxmlformats.org/officeDocument/2006/relationships/image" Target="../media/image11.wmf"/><Relationship Id="rId3" Type="http://schemas.openxmlformats.org/officeDocument/2006/relationships/oleObject" Target="../embeddings/oleObject1.bin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9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9.xml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9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9.xml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/>
          <p:nvPr>
            <p:ph type="body" sz="quarter" idx="10"/>
          </p:nvPr>
        </p:nvSpPr>
        <p:spPr>
          <a:xfrm>
            <a:off x="667512" y="2749677"/>
            <a:ext cx="5798344" cy="878872"/>
          </a:xfrm>
          <a:prstGeom prst="rect">
            <a:avLst/>
          </a:prstGeom>
          <a:noFill/>
          <a:ln>
            <a:noFill/>
          </a:ln>
        </p:spPr>
        <p:txBody>
          <a:bodyPr wrap="none" lIns="0" tIns="45733" rIns="0" bIns="0" anchor="t" anchorCtr="0">
            <a:noAutofit/>
          </a:bodyPr>
          <a:lstStyle/>
          <a:p>
            <a:pPr algn="l"/>
            <a:r>
              <a:rPr lang="zh-CN" sz="5400" b="1" spc="100" dirty="0">
                <a:solidFill>
                  <a:srgbClr val="4454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渐近估计</a:t>
            </a:r>
            <a:endParaRPr lang="zh-CN" sz="5400" b="1" spc="100" dirty="0">
              <a:solidFill>
                <a:srgbClr val="4454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占位符 3"/>
          <p:cNvSpPr/>
          <p:nvPr>
            <p:ph type="body" sz="quarter" idx="11"/>
          </p:nvPr>
        </p:nvSpPr>
        <p:spPr>
          <a:xfrm>
            <a:off x="667512" y="1869853"/>
            <a:ext cx="5798344" cy="878872"/>
          </a:xfrm>
          <a:prstGeom prst="rect">
            <a:avLst/>
          </a:prstGeom>
          <a:noFill/>
          <a:ln>
            <a:noFill/>
          </a:ln>
        </p:spPr>
        <p:txBody>
          <a:bodyPr wrap="none" lIns="0" tIns="45701" rIns="0" bIns="0" anchor="t" anchorCtr="0">
            <a:noAutofit/>
          </a:bodyPr>
          <a:lstStyle/>
          <a:p>
            <a:pPr algn="l"/>
            <a:r>
              <a:rPr lang="zh-CN" sz="5400" spc="1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非线性递推数列</a:t>
            </a:r>
            <a:endParaRPr lang="zh-CN" sz="5400" spc="1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占位符 4"/>
          <p:cNvSpPr/>
          <p:nvPr>
            <p:ph type="body" sz="quarter" idx="12"/>
          </p:nvPr>
        </p:nvSpPr>
        <p:spPr>
          <a:xfrm>
            <a:off x="667512" y="3641693"/>
            <a:ext cx="5798344" cy="286226"/>
          </a:xfrm>
          <a:prstGeom prst="rect">
            <a:avLst/>
          </a:prstGeom>
          <a:noFill/>
          <a:ln>
            <a:noFill/>
          </a:ln>
        </p:spPr>
        <p:txBody>
          <a:bodyPr wrap="none" lIns="0" tIns="58399" rIns="0" bIns="0" anchor="t" anchorCtr="0">
            <a:noAutofit/>
          </a:bodyPr>
          <a:lstStyle/>
          <a:p>
            <a:pPr algn="l"/>
            <a:r>
              <a:rPr lang="en-US" sz="1090" spc="232" dirty="0">
                <a:solidFill>
                  <a:srgbClr val="BFBFB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NONLINEAR RECURRENCE · ASYMPTOTIC ESTIMATION</a:t>
            </a:r>
            <a:endParaRPr lang="en-US" sz="1090" spc="232" dirty="0">
              <a:solidFill>
                <a:srgbClr val="BFBFB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zh-CN" altLang="en-US" i="1" spc="300" dirty="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52939" y="4379595"/>
            <a:ext cx="2506790" cy="400145"/>
          </a:xfrm>
          <a:prstGeom prst="rect">
            <a:avLst/>
          </a:prstGeom>
          <a:noFill/>
          <a:ln>
            <a:noFill/>
          </a:ln>
        </p:spPr>
        <p:txBody>
          <a:bodyPr wrap="none" lIns="0" tIns="83867" rIns="0" bIns="0" anchor="t" anchorCtr="0">
            <a:noAutofit/>
          </a:bodyPr>
          <a:lstStyle/>
          <a:p>
            <a:pPr algn="l"/>
            <a:r>
              <a:rPr lang="zh-CN" sz="1650" dirty="0">
                <a:solidFill>
                  <a:srgbClr val="FFCC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报告人：</a:t>
            </a:r>
            <a:r>
              <a:rPr lang="zh-CN" sz="1650" dirty="0">
                <a:solidFill>
                  <a:srgbClr val="FFCC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方浩权</a:t>
            </a:r>
            <a:endParaRPr lang="zh-CN" sz="1650" dirty="0">
              <a:solidFill>
                <a:srgbClr val="FFCC0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67512" y="4899850"/>
            <a:ext cx="3680936" cy="400145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0" bIns="0" anchor="t" anchorCtr="0">
            <a:noAutofit/>
          </a:bodyPr>
          <a:lstStyle/>
          <a:p>
            <a:pPr algn="l"/>
            <a:r>
              <a:rPr lang="zh-CN" sz="2000" dirty="0">
                <a:solidFill>
                  <a:srgbClr val="4454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日期：2026/10/18</a:t>
            </a:r>
            <a:endParaRPr lang="zh-CN" sz="2000" dirty="0">
              <a:solidFill>
                <a:srgbClr val="4454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1209675" y="257175"/>
            <a:ext cx="8701088" cy="480568"/>
            <a:chOff x="1209675" y="257175"/>
            <a:chExt cx="8701088" cy="480568"/>
          </a:xfrm>
        </p:grpSpPr>
        <p:sp>
          <p:nvSpPr>
            <p:cNvPr id="2" name="Rectangle 2"/>
            <p:cNvSpPr/>
            <p:nvPr/>
          </p:nvSpPr>
          <p:spPr>
            <a:xfrm>
              <a:off x="1209675" y="257175"/>
              <a:ext cx="66675" cy="400050"/>
            </a:xfrm>
            <a:prstGeom prst="roundRect">
              <a:avLst>
                <a:gd name="adj" fmla="val 28571"/>
              </a:avLst>
            </a:prstGeom>
            <a:solidFill>
              <a:srgbClr val="FFCC00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399032" y="327025"/>
              <a:ext cx="20002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F3B2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题设与待证结论</a:t>
              </a:r>
              <a:endParaRPr lang="zh-CN" sz="2100" b="1" dirty="0">
                <a:solidFill>
                  <a:srgbClr val="2F3B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520265" y="438150"/>
              <a:ext cx="139049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b="1" spc="90" dirty="0">
                  <a:solidFill>
                    <a:srgbClr val="6F7A6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PROBLEM / 01 · 01</a:t>
              </a:r>
              <a:endParaRPr lang="en-US" sz="900" b="1" spc="90" dirty="0">
                <a:solidFill>
                  <a:srgbClr val="6F7A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0" name="condition-card"/>
          <p:cNvGrpSpPr/>
          <p:nvPr/>
        </p:nvGrpSpPr>
        <p:grpSpPr>
          <a:xfrm>
            <a:off x="666750" y="1123950"/>
            <a:ext cx="5286375" cy="2190750"/>
            <a:chOff x="666750" y="1123950"/>
            <a:chExt cx="5286375" cy="2190750"/>
          </a:xfrm>
        </p:grpSpPr>
        <p:sp>
          <p:nvSpPr>
            <p:cNvPr id="6" name="Rectangle 6"/>
            <p:cNvSpPr/>
            <p:nvPr/>
          </p:nvSpPr>
          <p:spPr>
            <a:xfrm>
              <a:off x="666750" y="1123950"/>
              <a:ext cx="5286375" cy="2190750"/>
            </a:xfrm>
            <a:prstGeom prst="roundRect">
              <a:avLst>
                <a:gd name="adj" fmla="val 6957"/>
              </a:avLst>
            </a:prstGeom>
            <a:solidFill>
              <a:srgbClr val="F5F6F0"/>
            </a:solidFill>
            <a:ln w="9525">
              <a:solidFill>
                <a:srgbClr val="D7DCCF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08685" y="1298575"/>
              <a:ext cx="3331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spc="150" dirty="0">
                  <a:solidFill>
                    <a:srgbClr val="6F7A6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已知</a:t>
              </a:r>
              <a:endParaRPr lang="zh-CN" sz="1120" b="1" spc="150" dirty="0">
                <a:solidFill>
                  <a:srgbClr val="6F7A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971550" y="1885950"/>
              <a:ext cx="4667250" cy="592847"/>
            </a:xfrm>
            <a:prstGeom prst="rect">
              <a:avLst/>
            </a:prstGeom>
          </p:spPr>
        </p:pic>
        <p:sp>
          <p:nvSpPr>
            <p:cNvPr id="9" name="TextBox 9"/>
            <p:cNvSpPr txBox="1"/>
            <p:nvPr/>
          </p:nvSpPr>
          <p:spPr>
            <a:xfrm>
              <a:off x="908304" y="2847975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F7A6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初始项为正；倒数项使增量随项变化。</a:t>
              </a:r>
              <a:endParaRPr lang="zh-CN" sz="1200" dirty="0">
                <a:solidFill>
                  <a:srgbClr val="6F7A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6" name="goal-card"/>
          <p:cNvGrpSpPr/>
          <p:nvPr/>
        </p:nvGrpSpPr>
        <p:grpSpPr>
          <a:xfrm>
            <a:off x="6238875" y="1123950"/>
            <a:ext cx="5286375" cy="2190750"/>
            <a:chOff x="6238875" y="1123950"/>
            <a:chExt cx="5286375" cy="2190750"/>
          </a:xfrm>
        </p:grpSpPr>
        <p:sp>
          <p:nvSpPr>
            <p:cNvPr id="11" name="Rectangle 11"/>
            <p:cNvSpPr/>
            <p:nvPr/>
          </p:nvSpPr>
          <p:spPr>
            <a:xfrm>
              <a:off x="6238875" y="1123950"/>
              <a:ext cx="5286375" cy="2190750"/>
            </a:xfrm>
            <a:prstGeom prst="roundRect">
              <a:avLst>
                <a:gd name="adj" fmla="val 6957"/>
              </a:avLst>
            </a:prstGeom>
            <a:solidFill>
              <a:srgbClr val="FFFFFF"/>
            </a:solidFill>
            <a:ln w="9525">
              <a:solidFill>
                <a:srgbClr val="D7DCCF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6238875" y="1123950"/>
              <a:ext cx="5286375" cy="66675"/>
            </a:xfrm>
            <a:prstGeom prst="roundRect">
              <a:avLst>
                <a:gd name="adj" fmla="val 50000"/>
              </a:avLst>
            </a:prstGeom>
            <a:solidFill>
              <a:srgbClr val="FFCC0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480810" y="1298575"/>
              <a:ext cx="3331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spc="150" dirty="0">
                  <a:solidFill>
                    <a:srgbClr val="6F7A6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待证</a:t>
              </a:r>
              <a:endParaRPr lang="zh-CN" sz="1120" b="1" spc="150" dirty="0">
                <a:solidFill>
                  <a:srgbClr val="6F7A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pic>
          <p:nvPicPr>
            <p:cNvPr id="14" name="Image 1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53300" y="1790700"/>
              <a:ext cx="3048000" cy="1045235"/>
            </a:xfrm>
            <a:prstGeom prst="rect">
              <a:avLst/>
            </a:prstGeom>
          </p:spPr>
        </p:pic>
        <p:sp>
          <p:nvSpPr>
            <p:cNvPr id="15" name="TextBox 15"/>
            <p:cNvSpPr txBox="1"/>
            <p:nvPr/>
          </p:nvSpPr>
          <p:spPr>
            <a:xfrm>
              <a:off x="6480429" y="2952750"/>
              <a:ext cx="4125595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F7A6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比较的不是通项，而是数列与根号下二倍下标</a:t>
              </a:r>
              <a:r>
                <a:rPr lang="en-US" altLang="zh-CN" sz="1200" dirty="0">
                  <a:solidFill>
                    <a:srgbClr val="6F7A6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     </a:t>
              </a:r>
              <a:r>
                <a:rPr lang="zh-CN" sz="1200" dirty="0">
                  <a:solidFill>
                    <a:srgbClr val="6F7A6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的同阶性。</a:t>
              </a:r>
              <a:endParaRPr lang="zh-CN" sz="1200" dirty="0">
                <a:solidFill>
                  <a:srgbClr val="6F7A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22" name="problem-insight"/>
          <p:cNvGrpSpPr/>
          <p:nvPr/>
        </p:nvGrpSpPr>
        <p:grpSpPr>
          <a:xfrm>
            <a:off x="666750" y="3638550"/>
            <a:ext cx="10858500" cy="781050"/>
            <a:chOff x="666750" y="3638550"/>
            <a:chExt cx="10858500" cy="781050"/>
          </a:xfrm>
        </p:grpSpPr>
        <p:sp>
          <p:nvSpPr>
            <p:cNvPr id="17" name="Rectangle 17"/>
            <p:cNvSpPr/>
            <p:nvPr/>
          </p:nvSpPr>
          <p:spPr>
            <a:xfrm>
              <a:off x="666750" y="3638550"/>
              <a:ext cx="10858500" cy="781050"/>
            </a:xfrm>
            <a:prstGeom prst="roundRect">
              <a:avLst>
                <a:gd name="adj" fmla="val 17073"/>
              </a:avLst>
            </a:prstGeom>
            <a:solidFill>
              <a:srgbClr val="2F3B28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666750" y="3638550"/>
              <a:ext cx="76200" cy="781050"/>
            </a:xfrm>
            <a:prstGeom prst="roundRect">
              <a:avLst>
                <a:gd name="adj" fmla="val 50000"/>
              </a:avLst>
            </a:prstGeom>
            <a:solidFill>
              <a:srgbClr val="FFCC0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27735" y="3841750"/>
              <a:ext cx="6751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spc="150" dirty="0">
                  <a:solidFill>
                    <a:srgbClr val="FFCC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关键观察</a:t>
              </a:r>
              <a:endParaRPr lang="zh-CN" sz="1120" b="1" spc="150" dirty="0">
                <a:solidFill>
                  <a:srgbClr val="FFC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868805" y="3803650"/>
              <a:ext cx="52856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递推式中没有可直接求和的通项，但有清晰的“增量结构”。</a:t>
              </a:r>
              <a:endParaRPr lang="zh-CN" sz="15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27354" y="4095750"/>
              <a:ext cx="45572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DE4D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证明路线：先保结构，再证无界，最后用 Stolz 捕捉增长速度。</a:t>
              </a:r>
              <a:endParaRPr lang="zh-CN" sz="1200" dirty="0">
                <a:solidFill>
                  <a:srgbClr val="DDE4D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32" name="problem-prompts"/>
          <p:cNvGrpSpPr/>
          <p:nvPr/>
        </p:nvGrpSpPr>
        <p:grpSpPr>
          <a:xfrm>
            <a:off x="666750" y="4667250"/>
            <a:ext cx="10858500" cy="609600"/>
            <a:chOff x="666750" y="4667250"/>
            <a:chExt cx="10858500" cy="609600"/>
          </a:xfrm>
        </p:grpSpPr>
        <p:sp>
          <p:nvSpPr>
            <p:cNvPr id="23" name="Rectangle 23"/>
            <p:cNvSpPr/>
            <p:nvPr/>
          </p:nvSpPr>
          <p:spPr>
            <a:xfrm>
              <a:off x="666750" y="4667250"/>
              <a:ext cx="3333750" cy="609600"/>
            </a:xfrm>
            <a:prstGeom prst="roundRect">
              <a:avLst>
                <a:gd name="adj" fmla="val 18750"/>
              </a:avLst>
            </a:prstGeom>
            <a:solidFill>
              <a:srgbClr val="F5F6F0"/>
            </a:solidFill>
            <a:ln w="9525">
              <a:solidFill>
                <a:srgbClr val="D7DCCF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88492" y="4759325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F3B2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不急于求通项</a:t>
              </a:r>
              <a:endParaRPr lang="zh-CN" sz="1350" b="1" dirty="0">
                <a:solidFill>
                  <a:srgbClr val="2F3B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90016" y="5026025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F7A6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先证明可除、可开方</a:t>
              </a:r>
              <a:endParaRPr lang="zh-CN" sz="1050" dirty="0">
                <a:solidFill>
                  <a:srgbClr val="6F7A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4429125" y="4667250"/>
              <a:ext cx="3333750" cy="609600"/>
            </a:xfrm>
            <a:prstGeom prst="roundRect">
              <a:avLst>
                <a:gd name="adj" fmla="val 18750"/>
              </a:avLst>
            </a:prstGeom>
            <a:solidFill>
              <a:srgbClr val="F5F6F0"/>
            </a:solidFill>
            <a:ln w="9525">
              <a:solidFill>
                <a:srgbClr val="D7DCCF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50867" y="4759325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F3B2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不平移、不硬算</a:t>
              </a:r>
              <a:endParaRPr lang="zh-CN" sz="1350" b="1" dirty="0">
                <a:solidFill>
                  <a:srgbClr val="2F3B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652391" y="5026025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F7A6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让定理条件逐个成立</a:t>
              </a:r>
              <a:endParaRPr lang="zh-CN" sz="1050" dirty="0">
                <a:solidFill>
                  <a:srgbClr val="6F7A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8191500" y="4667250"/>
              <a:ext cx="3333750" cy="609600"/>
            </a:xfrm>
            <a:prstGeom prst="roundRect">
              <a:avLst>
                <a:gd name="adj" fmla="val 18750"/>
              </a:avLst>
            </a:prstGeom>
            <a:solidFill>
              <a:srgbClr val="F5F6F0"/>
            </a:solidFill>
            <a:ln w="9525">
              <a:solidFill>
                <a:srgbClr val="D7DCCF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413242" y="4759325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F3B2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主项来自差分</a:t>
              </a:r>
              <a:endParaRPr lang="zh-CN" sz="1350" b="1" dirty="0">
                <a:solidFill>
                  <a:srgbClr val="2F3B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414766" y="5026025"/>
              <a:ext cx="14432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F7A6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平方后进入 Stolz 形式</a:t>
              </a:r>
              <a:endParaRPr lang="zh-CN" sz="1050" dirty="0">
                <a:solidFill>
                  <a:srgbClr val="6F7A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35" name="transition"/>
          <p:cNvGrpSpPr/>
          <p:nvPr/>
        </p:nvGrpSpPr>
        <p:grpSpPr>
          <a:xfrm>
            <a:off x="666750" y="5638800"/>
            <a:ext cx="3586124" cy="339471"/>
            <a:chOff x="666750" y="5638800"/>
            <a:chExt cx="3586124" cy="339471"/>
          </a:xfrm>
        </p:grpSpPr>
        <p:sp>
          <p:nvSpPr>
            <p:cNvPr id="33" name="Rectangle 33"/>
            <p:cNvSpPr/>
            <p:nvPr/>
          </p:nvSpPr>
          <p:spPr>
            <a:xfrm>
              <a:off x="666750" y="5638800"/>
              <a:ext cx="38100" cy="323850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32104" y="5743575"/>
              <a:ext cx="34207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F7A6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下一页先把“正项、单调”这两个基础条件补齐。</a:t>
              </a:r>
              <a:endParaRPr lang="zh-CN" sz="1200" dirty="0">
                <a:solidFill>
                  <a:srgbClr val="6F7A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39" name="footer"/>
          <p:cNvGrpSpPr/>
          <p:nvPr/>
        </p:nvGrpSpPr>
        <p:grpSpPr>
          <a:xfrm>
            <a:off x="657225" y="6324600"/>
            <a:ext cx="10858500" cy="306959"/>
            <a:chOff x="657225" y="6324600"/>
            <a:chExt cx="10858500" cy="306959"/>
          </a:xfrm>
        </p:grpSpPr>
        <p:sp>
          <p:nvSpPr>
            <p:cNvPr id="36" name="Line 36"/>
            <p:cNvSpPr/>
            <p:nvPr/>
          </p:nvSpPr>
          <p:spPr>
            <a:xfrm>
              <a:off x="657225" y="6324600"/>
              <a:ext cx="10858500" cy="9525"/>
            </a:xfrm>
            <a:custGeom>
              <a:avLst/>
              <a:gdLst/>
              <a:ahLst/>
              <a:cxnLst/>
              <a:rect l="l" t="t" r="r" b="b"/>
              <a:pathLst>
                <a:path w="10858500" h="9525">
                  <a:moveTo>
                    <a:pt x="0" y="0"/>
                  </a:moveTo>
                  <a:lnTo>
                    <a:pt x="10858500" y="0"/>
                  </a:lnTo>
                </a:path>
              </a:pathLst>
            </a:custGeom>
            <a:noFill/>
            <a:ln w="9525">
              <a:solidFill>
                <a:srgbClr val="D7DCCF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37616" y="6426200"/>
              <a:ext cx="6519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188" dirty="0">
                  <a:solidFill>
                    <a:srgbClr val="6F7A6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止于至善</a:t>
              </a:r>
              <a:endParaRPr lang="zh-CN" sz="1050" spc="188" dirty="0">
                <a:solidFill>
                  <a:srgbClr val="6F7A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010826" y="6438900"/>
              <a:ext cx="50032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spc="60" dirty="0">
                  <a:solidFill>
                    <a:srgbClr val="6F7A6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02 / 09</a:t>
              </a:r>
              <a:endParaRPr lang="zh-CN" sz="980" spc="60" dirty="0">
                <a:solidFill>
                  <a:srgbClr val="6F7A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aphicFrame>
        <p:nvGraphicFramePr>
          <p:cNvPr id="46" name="对象 45"/>
          <p:cNvGraphicFramePr/>
          <p:nvPr/>
        </p:nvGraphicFramePr>
        <p:xfrm>
          <a:off x="9517380" y="2952750"/>
          <a:ext cx="304800" cy="1866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" name="" r:id="rId3" imgW="330200" imgH="215900" progId="Equation.KSEE3">
                  <p:embed/>
                </p:oleObj>
              </mc:Choice>
              <mc:Fallback>
                <p:oleObj name="" r:id="rId3" imgW="330200" imgH="215900" progId="Equation.KSEE3">
                  <p:embed/>
                  <p:pic>
                    <p:nvPicPr>
                      <p:cNvPr id="0" name="图片 4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517380" y="2952750"/>
                        <a:ext cx="304800" cy="1866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1209675" y="257175"/>
            <a:ext cx="8701088" cy="480568"/>
            <a:chOff x="1209675" y="257175"/>
            <a:chExt cx="8701088" cy="480568"/>
          </a:xfrm>
        </p:grpSpPr>
        <p:sp>
          <p:nvSpPr>
            <p:cNvPr id="2" name="Rectangle 2"/>
            <p:cNvSpPr/>
            <p:nvPr/>
          </p:nvSpPr>
          <p:spPr>
            <a:xfrm>
              <a:off x="1209675" y="257175"/>
              <a:ext cx="66675" cy="400050"/>
            </a:xfrm>
            <a:prstGeom prst="roundRect">
              <a:avLst>
                <a:gd name="adj" fmla="val 28571"/>
              </a:avLst>
            </a:prstGeom>
            <a:solidFill>
              <a:srgbClr val="FFCC00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399032" y="327025"/>
              <a:ext cx="397916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F3B2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核心思路：让两个定理各司其职</a:t>
              </a:r>
              <a:endParaRPr lang="zh-CN" sz="2100" b="1" dirty="0">
                <a:solidFill>
                  <a:srgbClr val="2F3B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487301" y="438150"/>
              <a:ext cx="1423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b="1" spc="90" dirty="0">
                  <a:solidFill>
                    <a:srgbClr val="6F7A6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STRATEGY / 02 · 02</a:t>
              </a:r>
              <a:endParaRPr lang="en-US" sz="900" b="1" spc="90" dirty="0">
                <a:solidFill>
                  <a:srgbClr val="6F7A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7" name="strategy-intro"/>
          <p:cNvGrpSpPr/>
          <p:nvPr/>
        </p:nvGrpSpPr>
        <p:grpSpPr>
          <a:xfrm>
            <a:off x="660273" y="923925"/>
            <a:ext cx="4320794" cy="250317"/>
            <a:chOff x="660273" y="923925"/>
            <a:chExt cx="4320794" cy="250317"/>
          </a:xfrm>
        </p:grpSpPr>
        <p:sp>
          <p:nvSpPr>
            <p:cNvPr id="6" name="TextBox 6"/>
            <p:cNvSpPr txBox="1"/>
            <p:nvPr/>
          </p:nvSpPr>
          <p:spPr>
            <a:xfrm>
              <a:off x="660273" y="923925"/>
              <a:ext cx="432079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F7A6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先建立可用的数列结构，再把极限问题转化为差分问题。</a:t>
              </a:r>
              <a:endParaRPr lang="zh-CN" sz="1280" dirty="0">
                <a:solidFill>
                  <a:srgbClr val="6F7A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8" name="strategy-card-01"/>
          <p:cNvGrpSpPr/>
          <p:nvPr/>
        </p:nvGrpSpPr>
        <p:grpSpPr>
          <a:xfrm>
            <a:off x="666750" y="1381125"/>
            <a:ext cx="2714205" cy="3105150"/>
            <a:chOff x="666750" y="1381125"/>
            <a:chExt cx="2714205" cy="3105150"/>
          </a:xfrm>
        </p:grpSpPr>
        <p:sp>
          <p:nvSpPr>
            <p:cNvPr id="8" name="Rectangle 8"/>
            <p:cNvSpPr/>
            <p:nvPr/>
          </p:nvSpPr>
          <p:spPr>
            <a:xfrm>
              <a:off x="666750" y="1381125"/>
              <a:ext cx="2419350" cy="3105150"/>
            </a:xfrm>
            <a:prstGeom prst="roundRect">
              <a:avLst>
                <a:gd name="adj" fmla="val 6299"/>
              </a:avLst>
            </a:prstGeom>
            <a:solidFill>
              <a:srgbClr val="445437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809625" y="1619250"/>
              <a:ext cx="400050" cy="400050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16863" y="1746250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3B2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01</a:t>
              </a:r>
              <a:endParaRPr lang="zh-CN" sz="1120" b="1" dirty="0">
                <a:solidFill>
                  <a:srgbClr val="2F3B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86968" y="2206625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正项与单调</a:t>
              </a:r>
              <a:endParaRPr lang="zh-CN" sz="165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88873" y="2628900"/>
              <a:ext cx="2080717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由递推式直接得到保号性与</a:t>
              </a:r>
              <a:endParaRPr lang="zh-CN" sz="128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88873" y="2895600"/>
              <a:ext cx="87452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严格递增。</a:t>
              </a:r>
              <a:endParaRPr lang="zh-CN" sz="128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4" name="Line 14"/>
            <p:cNvSpPr/>
            <p:nvPr/>
          </p:nvSpPr>
          <p:spPr>
            <a:xfrm>
              <a:off x="895350" y="3448050"/>
              <a:ext cx="1962150" cy="9525"/>
            </a:xfrm>
            <a:custGeom>
              <a:avLst/>
              <a:gdLst/>
              <a:ahLst/>
              <a:cxnLst/>
              <a:rect l="l" t="t" r="r" b="b"/>
              <a:pathLst>
                <a:path w="1962150" h="9525">
                  <a:moveTo>
                    <a:pt x="0" y="0"/>
                  </a:moveTo>
                  <a:lnTo>
                    <a:pt x="1962150" y="0"/>
                  </a:lnTo>
                </a:path>
              </a:pathLst>
            </a:custGeom>
            <a:noFill/>
            <a:ln w="9525">
              <a:solidFill>
                <a:srgbClr val="D4D9CD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90016" y="3673475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保号后可除、可开方</a:t>
              </a:r>
              <a:endParaRPr lang="zh-CN" sz="105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90397" y="3962400"/>
              <a:ext cx="93339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DDE4D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严格递增已证明</a:t>
              </a:r>
              <a:endParaRPr lang="zh-CN" sz="980" dirty="0">
                <a:solidFill>
                  <a:srgbClr val="DDE4D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209544" y="2759075"/>
              <a:ext cx="1714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6F7A6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→</a:t>
              </a:r>
              <a:endParaRPr lang="zh-CN" sz="1950" b="1" dirty="0">
                <a:solidFill>
                  <a:srgbClr val="6F7A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29" name="strategy-card-02"/>
          <p:cNvGrpSpPr/>
          <p:nvPr/>
        </p:nvGrpSpPr>
        <p:grpSpPr>
          <a:xfrm>
            <a:off x="3390900" y="1381125"/>
            <a:ext cx="2714205" cy="3105150"/>
            <a:chOff x="3390900" y="1381125"/>
            <a:chExt cx="2714205" cy="3105150"/>
          </a:xfrm>
        </p:grpSpPr>
        <p:sp>
          <p:nvSpPr>
            <p:cNvPr id="19" name="Rectangle 19"/>
            <p:cNvSpPr/>
            <p:nvPr/>
          </p:nvSpPr>
          <p:spPr>
            <a:xfrm>
              <a:off x="3390900" y="1381125"/>
              <a:ext cx="2419350" cy="3105150"/>
            </a:xfrm>
            <a:prstGeom prst="roundRect">
              <a:avLst>
                <a:gd name="adj" fmla="val 6299"/>
              </a:avLst>
            </a:prstGeom>
            <a:solidFill>
              <a:srgbClr val="F5F6F0"/>
            </a:solidFill>
            <a:ln w="9525">
              <a:solidFill>
                <a:srgbClr val="D7DCCF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3533775" y="1619250"/>
              <a:ext cx="400050" cy="4000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641013" y="1746250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3B2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02</a:t>
              </a:r>
              <a:endParaRPr lang="zh-CN" sz="1120" b="1" dirty="0">
                <a:solidFill>
                  <a:srgbClr val="2F3B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611118" y="2206625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F3B2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证明无界</a:t>
              </a:r>
              <a:endParaRPr lang="zh-CN" sz="1650" b="1" dirty="0">
                <a:solidFill>
                  <a:srgbClr val="2F3B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613023" y="2628900"/>
              <a:ext cx="2080717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F7A6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若单调有界，则收敛；代入</a:t>
              </a:r>
              <a:endParaRPr lang="zh-CN" sz="1280" dirty="0">
                <a:solidFill>
                  <a:srgbClr val="6F7A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613023" y="2895600"/>
              <a:ext cx="121914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F7A6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递推式必矛盾。</a:t>
              </a:r>
              <a:endParaRPr lang="zh-CN" sz="1280" dirty="0">
                <a:solidFill>
                  <a:srgbClr val="6F7A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5" name="Line 25"/>
            <p:cNvSpPr/>
            <p:nvPr/>
          </p:nvSpPr>
          <p:spPr>
            <a:xfrm>
              <a:off x="3619500" y="3448050"/>
              <a:ext cx="1962150" cy="9525"/>
            </a:xfrm>
            <a:custGeom>
              <a:avLst/>
              <a:gdLst/>
              <a:ahLst/>
              <a:cxnLst/>
              <a:rect l="l" t="t" r="r" b="b"/>
              <a:pathLst>
                <a:path w="1962150" h="9525">
                  <a:moveTo>
                    <a:pt x="0" y="0"/>
                  </a:moveTo>
                  <a:lnTo>
                    <a:pt x="1962150" y="0"/>
                  </a:lnTo>
                </a:path>
              </a:pathLst>
            </a:custGeom>
            <a:noFill/>
            <a:ln w="9525">
              <a:solidFill>
                <a:srgbClr val="D7DCCF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614166" y="3673475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F3B2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有界则收敛</a:t>
              </a:r>
              <a:endParaRPr lang="zh-CN" sz="1050" b="1" dirty="0">
                <a:solidFill>
                  <a:srgbClr val="2F3B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614547" y="3962400"/>
              <a:ext cx="119725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F7A6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代入递推式导出矛盾</a:t>
              </a:r>
              <a:endParaRPr lang="zh-CN" sz="980" dirty="0">
                <a:solidFill>
                  <a:srgbClr val="6F7A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933694" y="2759075"/>
              <a:ext cx="1714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6F7A6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→</a:t>
              </a:r>
              <a:endParaRPr lang="zh-CN" sz="1950" b="1" dirty="0">
                <a:solidFill>
                  <a:srgbClr val="6F7A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40" name="strategy-card-03"/>
          <p:cNvGrpSpPr/>
          <p:nvPr/>
        </p:nvGrpSpPr>
        <p:grpSpPr>
          <a:xfrm>
            <a:off x="6115050" y="1381125"/>
            <a:ext cx="2714205" cy="3105150"/>
            <a:chOff x="6115050" y="1381125"/>
            <a:chExt cx="2714205" cy="3105150"/>
          </a:xfrm>
        </p:grpSpPr>
        <p:sp>
          <p:nvSpPr>
            <p:cNvPr id="30" name="Rectangle 30"/>
            <p:cNvSpPr/>
            <p:nvPr/>
          </p:nvSpPr>
          <p:spPr>
            <a:xfrm>
              <a:off x="6115050" y="1381125"/>
              <a:ext cx="2419350" cy="3105150"/>
            </a:xfrm>
            <a:prstGeom prst="roundRect">
              <a:avLst>
                <a:gd name="adj" fmla="val 6299"/>
              </a:avLst>
            </a:prstGeom>
            <a:solidFill>
              <a:srgbClr val="445437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6257925" y="1619250"/>
              <a:ext cx="400050" cy="400050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65163" y="1746250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3B2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03</a:t>
              </a:r>
              <a:endParaRPr lang="zh-CN" sz="1120" b="1" dirty="0">
                <a:solidFill>
                  <a:srgbClr val="2F3B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335268" y="2206625"/>
              <a:ext cx="154405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归一化 + Stolz</a:t>
              </a:r>
              <a:endParaRPr lang="zh-CN" sz="165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337173" y="2628900"/>
              <a:ext cx="2080717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选取归一化量，让相邻差收</a:t>
              </a:r>
              <a:endParaRPr lang="zh-CN" sz="128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337173" y="2895600"/>
              <a:ext cx="121914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敛到非零常数。</a:t>
              </a:r>
              <a:endParaRPr lang="zh-CN" sz="128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6" name="Line 36"/>
            <p:cNvSpPr/>
            <p:nvPr/>
          </p:nvSpPr>
          <p:spPr>
            <a:xfrm>
              <a:off x="6343650" y="3448050"/>
              <a:ext cx="1962150" cy="9525"/>
            </a:xfrm>
            <a:custGeom>
              <a:avLst/>
              <a:gdLst/>
              <a:ahLst/>
              <a:cxnLst/>
              <a:rect l="l" t="t" r="r" b="b"/>
              <a:pathLst>
                <a:path w="1962150" h="9525">
                  <a:moveTo>
                    <a:pt x="0" y="0"/>
                  </a:moveTo>
                  <a:lnTo>
                    <a:pt x="1962150" y="0"/>
                  </a:lnTo>
                </a:path>
              </a:pathLst>
            </a:custGeom>
            <a:noFill/>
            <a:ln w="9525">
              <a:solidFill>
                <a:srgbClr val="D4D9CD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338316" y="3673475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先归一化，再求差分</a:t>
              </a:r>
              <a:endParaRPr lang="zh-CN" sz="105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338697" y="3962400"/>
              <a:ext cx="106532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DDE4D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让相邻差趋于常值</a:t>
              </a:r>
              <a:endParaRPr lang="zh-CN" sz="980" dirty="0">
                <a:solidFill>
                  <a:srgbClr val="DDE4D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657844" y="2759075"/>
              <a:ext cx="1714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6F7A6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→</a:t>
              </a:r>
              <a:endParaRPr lang="zh-CN" sz="1950" b="1" dirty="0">
                <a:solidFill>
                  <a:srgbClr val="6F7A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50" name="strategy-card-04"/>
          <p:cNvGrpSpPr/>
          <p:nvPr/>
        </p:nvGrpSpPr>
        <p:grpSpPr>
          <a:xfrm>
            <a:off x="8839200" y="1381125"/>
            <a:ext cx="2419350" cy="3105150"/>
            <a:chOff x="8839200" y="1381125"/>
            <a:chExt cx="2419350" cy="3105150"/>
          </a:xfrm>
        </p:grpSpPr>
        <p:sp>
          <p:nvSpPr>
            <p:cNvPr id="41" name="Rectangle 41"/>
            <p:cNvSpPr/>
            <p:nvPr/>
          </p:nvSpPr>
          <p:spPr>
            <a:xfrm>
              <a:off x="8839200" y="1381125"/>
              <a:ext cx="2419350" cy="3105150"/>
            </a:xfrm>
            <a:prstGeom prst="roundRect">
              <a:avLst>
                <a:gd name="adj" fmla="val 6299"/>
              </a:avLst>
            </a:prstGeom>
            <a:solidFill>
              <a:srgbClr val="F5F6F0"/>
            </a:solidFill>
            <a:ln w="9525">
              <a:solidFill>
                <a:srgbClr val="D7DCCF"/>
              </a:solidFill>
            </a:ln>
          </p:spPr>
        </p:sp>
        <p:sp>
          <p:nvSpPr>
            <p:cNvPr id="42" name="Ellipse 42"/>
            <p:cNvSpPr/>
            <p:nvPr/>
          </p:nvSpPr>
          <p:spPr>
            <a:xfrm>
              <a:off x="8982075" y="1619250"/>
              <a:ext cx="400050" cy="4000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089313" y="1746250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3B2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04</a:t>
              </a:r>
              <a:endParaRPr lang="zh-CN" sz="1120" b="1" dirty="0">
                <a:solidFill>
                  <a:srgbClr val="2F3B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059418" y="2206625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F3B2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连续传递</a:t>
              </a:r>
              <a:endParaRPr lang="zh-CN" sz="1650" b="1" dirty="0">
                <a:solidFill>
                  <a:srgbClr val="2F3B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061323" y="2628900"/>
              <a:ext cx="2080717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F7A6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用根号函数的连续性还原原</a:t>
              </a:r>
              <a:endParaRPr lang="zh-CN" sz="1280" dirty="0">
                <a:solidFill>
                  <a:srgbClr val="6F7A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061323" y="2895600"/>
              <a:ext cx="52989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F7A6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极限。</a:t>
              </a:r>
              <a:endParaRPr lang="zh-CN" sz="1280" dirty="0">
                <a:solidFill>
                  <a:srgbClr val="6F7A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7" name="Line 47"/>
            <p:cNvSpPr/>
            <p:nvPr/>
          </p:nvSpPr>
          <p:spPr>
            <a:xfrm>
              <a:off x="9067800" y="3448050"/>
              <a:ext cx="1962150" cy="9525"/>
            </a:xfrm>
            <a:custGeom>
              <a:avLst/>
              <a:gdLst/>
              <a:ahLst/>
              <a:cxnLst/>
              <a:rect l="l" t="t" r="r" b="b"/>
              <a:pathLst>
                <a:path w="1962150" h="9525">
                  <a:moveTo>
                    <a:pt x="0" y="0"/>
                  </a:moveTo>
                  <a:lnTo>
                    <a:pt x="1962150" y="0"/>
                  </a:lnTo>
                </a:path>
              </a:pathLst>
            </a:custGeom>
            <a:noFill/>
            <a:ln w="9525">
              <a:solidFill>
                <a:srgbClr val="D7DCCF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062466" y="3673475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F3B2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先求比值极限</a:t>
              </a:r>
              <a:endParaRPr lang="zh-CN" sz="1050" b="1" dirty="0">
                <a:solidFill>
                  <a:srgbClr val="2F3B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062847" y="3962400"/>
              <a:ext cx="106532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F7A6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再用连续函数还原</a:t>
              </a:r>
              <a:endParaRPr lang="zh-CN" sz="980" dirty="0">
                <a:solidFill>
                  <a:srgbClr val="6F7A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54" name="strategy-key"/>
          <p:cNvGrpSpPr/>
          <p:nvPr/>
        </p:nvGrpSpPr>
        <p:grpSpPr>
          <a:xfrm>
            <a:off x="666750" y="4857750"/>
            <a:ext cx="10858500" cy="590550"/>
            <a:chOff x="666750" y="4857750"/>
            <a:chExt cx="10858500" cy="590550"/>
          </a:xfrm>
        </p:grpSpPr>
        <p:sp>
          <p:nvSpPr>
            <p:cNvPr id="51" name="Rectangle 51"/>
            <p:cNvSpPr/>
            <p:nvPr/>
          </p:nvSpPr>
          <p:spPr>
            <a:xfrm>
              <a:off x="666750" y="4857750"/>
              <a:ext cx="10858500" cy="590550"/>
            </a:xfrm>
            <a:prstGeom prst="roundRect">
              <a:avLst>
                <a:gd name="adj" fmla="val 19355"/>
              </a:avLst>
            </a:prstGeom>
            <a:solidFill>
              <a:srgbClr val="FFF5C8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08685" y="5070475"/>
              <a:ext cx="6597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spc="112" dirty="0">
                  <a:solidFill>
                    <a:srgbClr val="6F7A6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统一目标</a:t>
              </a:r>
              <a:endParaRPr lang="zh-CN" sz="1120" b="1" spc="112" dirty="0">
                <a:solidFill>
                  <a:srgbClr val="6F7A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821561" y="5032375"/>
              <a:ext cx="383768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2F3B2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选择归一化量，使主项与根号中的常数对齐。</a:t>
              </a:r>
              <a:endParaRPr lang="zh-CN" sz="1420" b="1" dirty="0">
                <a:solidFill>
                  <a:srgbClr val="2F3B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57" name="transition"/>
          <p:cNvGrpSpPr/>
          <p:nvPr/>
        </p:nvGrpSpPr>
        <p:grpSpPr>
          <a:xfrm>
            <a:off x="666750" y="5638800"/>
            <a:ext cx="4700778" cy="339471"/>
            <a:chOff x="666750" y="5638800"/>
            <a:chExt cx="4700778" cy="339471"/>
          </a:xfrm>
        </p:grpSpPr>
        <p:sp>
          <p:nvSpPr>
            <p:cNvPr id="55" name="Rectangle 55"/>
            <p:cNvSpPr/>
            <p:nvPr/>
          </p:nvSpPr>
          <p:spPr>
            <a:xfrm>
              <a:off x="666750" y="5638800"/>
              <a:ext cx="38100" cy="323850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32104" y="5743575"/>
              <a:ext cx="45354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F7A6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从最基础的一步开始：为什么数列始终有定义，而且不会回头？</a:t>
              </a:r>
              <a:endParaRPr lang="zh-CN" sz="1200" dirty="0">
                <a:solidFill>
                  <a:srgbClr val="6F7A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657225" y="6324600"/>
            <a:ext cx="10858500" cy="306959"/>
            <a:chOff x="657225" y="6324600"/>
            <a:chExt cx="10858500" cy="306959"/>
          </a:xfrm>
        </p:grpSpPr>
        <p:sp>
          <p:nvSpPr>
            <p:cNvPr id="58" name="Line 58"/>
            <p:cNvSpPr/>
            <p:nvPr/>
          </p:nvSpPr>
          <p:spPr>
            <a:xfrm>
              <a:off x="657225" y="6324600"/>
              <a:ext cx="10858500" cy="9525"/>
            </a:xfrm>
            <a:custGeom>
              <a:avLst/>
              <a:gdLst/>
              <a:ahLst/>
              <a:cxnLst/>
              <a:rect l="l" t="t" r="r" b="b"/>
              <a:pathLst>
                <a:path w="10858500" h="9525">
                  <a:moveTo>
                    <a:pt x="0" y="0"/>
                  </a:moveTo>
                  <a:lnTo>
                    <a:pt x="10858500" y="0"/>
                  </a:lnTo>
                </a:path>
              </a:pathLst>
            </a:custGeom>
            <a:noFill/>
            <a:ln w="9525">
              <a:solidFill>
                <a:srgbClr val="D7DCCF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37616" y="6426200"/>
              <a:ext cx="6519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188" dirty="0">
                  <a:solidFill>
                    <a:srgbClr val="6F7A6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止于至善</a:t>
              </a:r>
              <a:endParaRPr lang="zh-CN" sz="1050" spc="188" dirty="0">
                <a:solidFill>
                  <a:srgbClr val="6F7A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010826" y="6438900"/>
              <a:ext cx="50032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spc="60" dirty="0">
                  <a:solidFill>
                    <a:srgbClr val="6F7A6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03 / 09</a:t>
              </a:r>
              <a:endParaRPr lang="zh-CN" sz="980" spc="60" dirty="0">
                <a:solidFill>
                  <a:srgbClr val="6F7A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1209675" y="257175"/>
            <a:ext cx="8701087" cy="480568"/>
            <a:chOff x="1209675" y="257175"/>
            <a:chExt cx="8701087" cy="480568"/>
          </a:xfrm>
        </p:grpSpPr>
        <p:sp>
          <p:nvSpPr>
            <p:cNvPr id="2" name="Rectangle 2"/>
            <p:cNvSpPr/>
            <p:nvPr/>
          </p:nvSpPr>
          <p:spPr>
            <a:xfrm>
              <a:off x="1209675" y="257175"/>
              <a:ext cx="66675" cy="400050"/>
            </a:xfrm>
            <a:prstGeom prst="roundRect">
              <a:avLst>
                <a:gd name="adj" fmla="val 28571"/>
              </a:avLst>
            </a:prstGeom>
            <a:solidFill>
              <a:srgbClr val="FFCC00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399032" y="327025"/>
              <a:ext cx="397916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F3B2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第一步｜正项性与严格单调递增</a:t>
              </a:r>
              <a:endParaRPr lang="zh-CN" sz="2100" b="1" dirty="0">
                <a:solidFill>
                  <a:srgbClr val="2F3B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380407" y="438150"/>
              <a:ext cx="153035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b="1" spc="90" dirty="0">
                  <a:solidFill>
                    <a:srgbClr val="6F7A6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PROOF / STEP 1 · 03</a:t>
              </a:r>
              <a:endParaRPr lang="en-US" sz="900" b="1" spc="90" dirty="0">
                <a:solidFill>
                  <a:srgbClr val="6F7A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6" name="step1-main"/>
          <p:cNvGrpSpPr/>
          <p:nvPr/>
        </p:nvGrpSpPr>
        <p:grpSpPr>
          <a:xfrm>
            <a:off x="666750" y="1143000"/>
            <a:ext cx="7239000" cy="4238625"/>
            <a:chOff x="666750" y="1143000"/>
            <a:chExt cx="7239000" cy="4238625"/>
          </a:xfrm>
        </p:grpSpPr>
        <p:sp>
          <p:nvSpPr>
            <p:cNvPr id="6" name="Rectangle 6"/>
            <p:cNvSpPr/>
            <p:nvPr/>
          </p:nvSpPr>
          <p:spPr>
            <a:xfrm>
              <a:off x="666750" y="1143000"/>
              <a:ext cx="7239000" cy="4238625"/>
            </a:xfrm>
            <a:prstGeom prst="roundRect">
              <a:avLst>
                <a:gd name="adj" fmla="val 3596"/>
              </a:avLst>
            </a:prstGeom>
            <a:solidFill>
              <a:srgbClr val="FFFFFF"/>
            </a:solidFill>
            <a:ln w="9525">
              <a:solidFill>
                <a:srgbClr val="D7DCCF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08304" y="1352550"/>
              <a:ext cx="7791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12" dirty="0">
                  <a:solidFill>
                    <a:srgbClr val="6F7A6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A  正项性</a:t>
              </a:r>
              <a:endParaRPr lang="zh-CN" sz="1200" b="1" spc="112" dirty="0">
                <a:solidFill>
                  <a:srgbClr val="6F7A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06780" y="1651000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E2A2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已知首项为正。若当前项为正，则</a:t>
              </a:r>
              <a:endParaRPr lang="zh-CN" sz="1500" dirty="0">
                <a:solidFill>
                  <a:srgbClr val="1E2A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857500" y="2000250"/>
              <a:ext cx="2857500" cy="706393"/>
            </a:xfrm>
            <a:prstGeom prst="rect">
              <a:avLst/>
            </a:prstGeom>
          </p:spPr>
        </p:pic>
        <p:sp>
          <p:nvSpPr>
            <p:cNvPr id="10" name="TextBox 10"/>
            <p:cNvSpPr txBox="1"/>
            <p:nvPr/>
          </p:nvSpPr>
          <p:spPr>
            <a:xfrm>
              <a:off x="907542" y="2711450"/>
              <a:ext cx="51023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E2A2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右侧仍为正，故下一项仍为正；由数学归纳法，所有项均为正。</a:t>
              </a:r>
              <a:endParaRPr lang="zh-CN" sz="1350" dirty="0">
                <a:solidFill>
                  <a:srgbClr val="1E2A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1" name="Line 11"/>
            <p:cNvSpPr/>
            <p:nvPr/>
          </p:nvSpPr>
          <p:spPr>
            <a:xfrm>
              <a:off x="914400" y="3143250"/>
              <a:ext cx="6743700" cy="9525"/>
            </a:xfrm>
            <a:custGeom>
              <a:avLst/>
              <a:gdLst/>
              <a:ahLst/>
              <a:cxnLst/>
              <a:rect l="l" t="t" r="r" b="b"/>
              <a:pathLst>
                <a:path w="6743700" h="9525">
                  <a:moveTo>
                    <a:pt x="0" y="0"/>
                  </a:moveTo>
                  <a:lnTo>
                    <a:pt x="6743700" y="0"/>
                  </a:lnTo>
                </a:path>
              </a:pathLst>
            </a:custGeom>
            <a:noFill/>
            <a:ln w="9525">
              <a:solidFill>
                <a:srgbClr val="D7DCCF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08304" y="3314700"/>
              <a:ext cx="9557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12" dirty="0">
                  <a:solidFill>
                    <a:srgbClr val="6F7A6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B  严格单调</a:t>
              </a:r>
              <a:endParaRPr lang="zh-CN" sz="1200" b="1" spc="112" dirty="0">
                <a:solidFill>
                  <a:srgbClr val="6F7A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07161" y="3603625"/>
              <a:ext cx="32642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E2A2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由同一等式，相邻两项之差为正，因此</a:t>
              </a:r>
              <a:endParaRPr lang="zh-CN" sz="1420" dirty="0">
                <a:solidFill>
                  <a:srgbClr val="1E2A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pic>
          <p:nvPicPr>
            <p:cNvPr id="14" name="Image 1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71625" y="3981450"/>
              <a:ext cx="5429250" cy="358409"/>
            </a:xfrm>
            <a:prstGeom prst="rect">
              <a:avLst/>
            </a:prstGeom>
          </p:spPr>
        </p:pic>
        <p:sp>
          <p:nvSpPr>
            <p:cNvPr id="15" name="TextBox 15"/>
            <p:cNvSpPr txBox="1"/>
            <p:nvPr/>
          </p:nvSpPr>
          <p:spPr>
            <a:xfrm>
              <a:off x="907542" y="4730750"/>
              <a:ext cx="56475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F3B2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这一步同时保证：可作除法、可开平方，且后续能使用单调有界原理。</a:t>
              </a:r>
              <a:endParaRPr lang="zh-CN" sz="1350" b="1" dirty="0">
                <a:solidFill>
                  <a:srgbClr val="2F3B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34" name="step1-check"/>
          <p:cNvGrpSpPr/>
          <p:nvPr/>
        </p:nvGrpSpPr>
        <p:grpSpPr>
          <a:xfrm>
            <a:off x="8172450" y="1143000"/>
            <a:ext cx="3352800" cy="4238625"/>
            <a:chOff x="8172450" y="1143000"/>
            <a:chExt cx="3352800" cy="4238625"/>
          </a:xfrm>
        </p:grpSpPr>
        <p:sp>
          <p:nvSpPr>
            <p:cNvPr id="17" name="Rectangle 17"/>
            <p:cNvSpPr/>
            <p:nvPr/>
          </p:nvSpPr>
          <p:spPr>
            <a:xfrm>
              <a:off x="8172450" y="1143000"/>
              <a:ext cx="3352800" cy="4238625"/>
            </a:xfrm>
            <a:prstGeom prst="roundRect">
              <a:avLst>
                <a:gd name="adj" fmla="val 4545"/>
              </a:avLst>
            </a:prstGeom>
            <a:solidFill>
              <a:srgbClr val="F5F6F0"/>
            </a:solidFill>
            <a:ln w="9525">
              <a:solidFill>
                <a:srgbClr val="D7DCCF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414004" y="1352550"/>
              <a:ext cx="7036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12" dirty="0">
                  <a:solidFill>
                    <a:srgbClr val="6F7A6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条件清单</a:t>
              </a:r>
              <a:endParaRPr lang="zh-CN" sz="1200" b="1" spc="112" dirty="0">
                <a:solidFill>
                  <a:srgbClr val="6F7A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9" name="Ellipse 19"/>
            <p:cNvSpPr/>
            <p:nvPr/>
          </p:nvSpPr>
          <p:spPr>
            <a:xfrm>
              <a:off x="8467725" y="1895475"/>
              <a:ext cx="209550" cy="209550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526351" y="192087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3B2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endParaRPr lang="zh-CN" sz="1050" b="1" dirty="0">
                <a:solidFill>
                  <a:srgbClr val="2F3B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82050" y="1895475"/>
              <a:ext cx="1047750" cy="300766"/>
            </a:xfrm>
            <a:prstGeom prst="rect">
              <a:avLst/>
            </a:prstGeom>
          </p:spPr>
        </p:pic>
        <p:sp>
          <p:nvSpPr>
            <p:cNvPr id="22" name="TextBox 22"/>
            <p:cNvSpPr txBox="1"/>
            <p:nvPr/>
          </p:nvSpPr>
          <p:spPr>
            <a:xfrm>
              <a:off x="8776335" y="2155825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F7A6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倒数、根号均有意义</a:t>
              </a:r>
              <a:endParaRPr lang="zh-CN" sz="1120" dirty="0">
                <a:solidFill>
                  <a:srgbClr val="6F7A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3" name="Ellipse 23"/>
            <p:cNvSpPr/>
            <p:nvPr/>
          </p:nvSpPr>
          <p:spPr>
            <a:xfrm>
              <a:off x="8467725" y="2705100"/>
              <a:ext cx="209550" cy="209550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526351" y="273050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3B2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</a:t>
              </a:r>
              <a:endParaRPr lang="zh-CN" sz="1050" b="1" dirty="0">
                <a:solidFill>
                  <a:srgbClr val="2F3B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pic>
          <p:nvPicPr>
            <p:cNvPr id="25" name="Image 2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782050" y="2686050"/>
              <a:ext cx="1428750" cy="247969"/>
            </a:xfrm>
            <a:prstGeom prst="rect">
              <a:avLst/>
            </a:prstGeom>
          </p:spPr>
        </p:pic>
        <p:sp>
          <p:nvSpPr>
            <p:cNvPr id="26" name="TextBox 26"/>
            <p:cNvSpPr txBox="1"/>
            <p:nvPr/>
          </p:nvSpPr>
          <p:spPr>
            <a:xfrm>
              <a:off x="8776335" y="2965450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F7A6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数列严格递增</a:t>
              </a:r>
              <a:endParaRPr lang="zh-CN" sz="1120" dirty="0">
                <a:solidFill>
                  <a:srgbClr val="6F7A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7" name="Ellipse 27"/>
            <p:cNvSpPr/>
            <p:nvPr/>
          </p:nvSpPr>
          <p:spPr>
            <a:xfrm>
              <a:off x="8467725" y="3514725"/>
              <a:ext cx="209550" cy="209550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526351" y="354012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3B2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3</a:t>
              </a:r>
              <a:endParaRPr lang="zh-CN" sz="1050" b="1" dirty="0">
                <a:solidFill>
                  <a:srgbClr val="2F3B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782050" y="3495675"/>
              <a:ext cx="1571625" cy="250478"/>
            </a:xfrm>
            <a:prstGeom prst="rect">
              <a:avLst/>
            </a:prstGeom>
          </p:spPr>
        </p:pic>
        <p:sp>
          <p:nvSpPr>
            <p:cNvPr id="30" name="TextBox 30"/>
            <p:cNvSpPr txBox="1"/>
            <p:nvPr/>
          </p:nvSpPr>
          <p:spPr>
            <a:xfrm>
              <a:off x="8776335" y="3775075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F7A6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为有界性反证做准备</a:t>
              </a:r>
              <a:endParaRPr lang="zh-CN" sz="1120" dirty="0">
                <a:solidFill>
                  <a:srgbClr val="6F7A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420100" y="4448175"/>
              <a:ext cx="2857500" cy="590550"/>
            </a:xfrm>
            <a:prstGeom prst="roundRect">
              <a:avLst>
                <a:gd name="adj" fmla="val 16129"/>
              </a:avLst>
            </a:prstGeom>
            <a:solidFill>
              <a:srgbClr val="2F3B2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696107" y="4568825"/>
              <a:ext cx="3054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spc="90" dirty="0">
                  <a:solidFill>
                    <a:srgbClr val="FFCC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得到</a:t>
              </a:r>
              <a:endParaRPr lang="zh-CN" sz="1050" b="1" spc="90" dirty="0">
                <a:solidFill>
                  <a:srgbClr val="FFC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438894" y="476250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结构已就绪</a:t>
              </a:r>
              <a:endParaRPr lang="zh-CN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37" name="transition"/>
          <p:cNvGrpSpPr/>
          <p:nvPr/>
        </p:nvGrpSpPr>
        <p:grpSpPr>
          <a:xfrm>
            <a:off x="666750" y="5638800"/>
            <a:ext cx="4377690" cy="339471"/>
            <a:chOff x="666750" y="5638800"/>
            <a:chExt cx="4377690" cy="339471"/>
          </a:xfrm>
        </p:grpSpPr>
        <p:sp>
          <p:nvSpPr>
            <p:cNvPr id="35" name="Rectangle 35"/>
            <p:cNvSpPr/>
            <p:nvPr/>
          </p:nvSpPr>
          <p:spPr>
            <a:xfrm>
              <a:off x="666750" y="5638800"/>
              <a:ext cx="38100" cy="323850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32104" y="5743575"/>
              <a:ext cx="42123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F7A6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还差关键一句：这个递增数列会不会停在某个有限值附近？</a:t>
              </a:r>
              <a:endParaRPr lang="zh-CN" sz="1200" dirty="0">
                <a:solidFill>
                  <a:srgbClr val="6F7A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41" name="footer"/>
          <p:cNvGrpSpPr/>
          <p:nvPr/>
        </p:nvGrpSpPr>
        <p:grpSpPr>
          <a:xfrm>
            <a:off x="657225" y="6324600"/>
            <a:ext cx="10858500" cy="306959"/>
            <a:chOff x="657225" y="6324600"/>
            <a:chExt cx="10858500" cy="306959"/>
          </a:xfrm>
        </p:grpSpPr>
        <p:sp>
          <p:nvSpPr>
            <p:cNvPr id="38" name="Line 38"/>
            <p:cNvSpPr/>
            <p:nvPr/>
          </p:nvSpPr>
          <p:spPr>
            <a:xfrm>
              <a:off x="657225" y="6324600"/>
              <a:ext cx="10858500" cy="9525"/>
            </a:xfrm>
            <a:custGeom>
              <a:avLst/>
              <a:gdLst/>
              <a:ahLst/>
              <a:cxnLst/>
              <a:rect l="l" t="t" r="r" b="b"/>
              <a:pathLst>
                <a:path w="10858500" h="9525">
                  <a:moveTo>
                    <a:pt x="0" y="0"/>
                  </a:moveTo>
                  <a:lnTo>
                    <a:pt x="10858500" y="0"/>
                  </a:lnTo>
                </a:path>
              </a:pathLst>
            </a:custGeom>
            <a:noFill/>
            <a:ln w="9525">
              <a:solidFill>
                <a:srgbClr val="D7DCCF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37616" y="6426200"/>
              <a:ext cx="6519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188" dirty="0">
                  <a:solidFill>
                    <a:srgbClr val="6F7A6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止于至善</a:t>
              </a:r>
              <a:endParaRPr lang="zh-CN" sz="1050" spc="188" dirty="0">
                <a:solidFill>
                  <a:srgbClr val="6F7A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010826" y="6438900"/>
              <a:ext cx="50032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spc="60" dirty="0">
                  <a:solidFill>
                    <a:srgbClr val="6F7A6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04 / 09</a:t>
              </a:r>
              <a:endParaRPr lang="zh-CN" sz="980" spc="60" dirty="0">
                <a:solidFill>
                  <a:srgbClr val="6F7A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1209675" y="257175"/>
            <a:ext cx="8701087" cy="480568"/>
            <a:chOff x="1209675" y="257175"/>
            <a:chExt cx="8701087" cy="480568"/>
          </a:xfrm>
        </p:grpSpPr>
        <p:sp>
          <p:nvSpPr>
            <p:cNvPr id="2" name="Rectangle 2"/>
            <p:cNvSpPr/>
            <p:nvPr/>
          </p:nvSpPr>
          <p:spPr>
            <a:xfrm>
              <a:off x="1209675" y="257175"/>
              <a:ext cx="66675" cy="400050"/>
            </a:xfrm>
            <a:prstGeom prst="roundRect">
              <a:avLst>
                <a:gd name="adj" fmla="val 28571"/>
              </a:avLst>
            </a:prstGeom>
            <a:solidFill>
              <a:srgbClr val="FFCC00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399032" y="327025"/>
              <a:ext cx="454456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F3B2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第二步｜单调有界原理导出无界发散</a:t>
              </a:r>
              <a:endParaRPr lang="zh-CN" sz="2100" b="1" dirty="0">
                <a:solidFill>
                  <a:srgbClr val="2F3B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380407" y="438150"/>
              <a:ext cx="153035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b="1" spc="90" dirty="0">
                  <a:solidFill>
                    <a:srgbClr val="6F7A6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PROOF / STEP 2 · 04</a:t>
              </a:r>
              <a:endParaRPr lang="en-US" sz="900" b="1" spc="90" dirty="0">
                <a:solidFill>
                  <a:srgbClr val="6F7A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8" name="step2-assumption"/>
          <p:cNvGrpSpPr/>
          <p:nvPr/>
        </p:nvGrpSpPr>
        <p:grpSpPr>
          <a:xfrm>
            <a:off x="666750" y="1143000"/>
            <a:ext cx="5219700" cy="4114800"/>
            <a:chOff x="666750" y="1143000"/>
            <a:chExt cx="5219700" cy="4114800"/>
          </a:xfrm>
        </p:grpSpPr>
        <p:sp>
          <p:nvSpPr>
            <p:cNvPr id="6" name="Rectangle 6"/>
            <p:cNvSpPr/>
            <p:nvPr/>
          </p:nvSpPr>
          <p:spPr>
            <a:xfrm>
              <a:off x="666750" y="1143000"/>
              <a:ext cx="5219700" cy="4114800"/>
            </a:xfrm>
            <a:prstGeom prst="roundRect">
              <a:avLst>
                <a:gd name="adj" fmla="val 3704"/>
              </a:avLst>
            </a:prstGeom>
            <a:solidFill>
              <a:srgbClr val="FFFFFF"/>
            </a:solidFill>
            <a:ln w="9525">
              <a:solidFill>
                <a:srgbClr val="D7DCCF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05256" y="128905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F3B2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反设：数列有上界</a:t>
              </a:r>
              <a:endParaRPr lang="zh-CN" sz="1800" b="1" dirty="0">
                <a:solidFill>
                  <a:srgbClr val="2F3B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07542" y="1730375"/>
              <a:ext cx="3086100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E2A2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由第一步，数列单调递增。若它有上界，</a:t>
              </a:r>
              <a:endParaRPr lang="zh-CN" sz="1350" dirty="0">
                <a:solidFill>
                  <a:srgbClr val="1E2A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07542" y="2035175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E2A2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则满足单调有界原理的两个条件：</a:t>
              </a:r>
              <a:endParaRPr lang="zh-CN" sz="1350" dirty="0">
                <a:solidFill>
                  <a:srgbClr val="1E2A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914400" y="2457450"/>
              <a:ext cx="4724400" cy="990600"/>
            </a:xfrm>
            <a:prstGeom prst="roundRect">
              <a:avLst>
                <a:gd name="adj" fmla="val 11538"/>
              </a:avLst>
            </a:prstGeom>
            <a:solidFill>
              <a:srgbClr val="F5F6F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126617" y="2587625"/>
              <a:ext cx="9028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F3B2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① 单调递增</a:t>
              </a:r>
              <a:endParaRPr lang="zh-CN" sz="1350" b="1" dirty="0">
                <a:solidFill>
                  <a:srgbClr val="2F3B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26617" y="2892425"/>
              <a:ext cx="7211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F3B2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② 有上界</a:t>
              </a:r>
              <a:endParaRPr lang="zh-CN" sz="1350" b="1" dirty="0">
                <a:solidFill>
                  <a:srgbClr val="2F3B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995041" y="262572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F7A6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已证</a:t>
              </a:r>
              <a:endParaRPr lang="zh-CN" sz="1050" b="1" dirty="0">
                <a:solidFill>
                  <a:srgbClr val="6F7A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995041" y="293052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F7A6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反设</a:t>
              </a:r>
              <a:endParaRPr lang="zh-CN" sz="1050" b="1" dirty="0">
                <a:solidFill>
                  <a:srgbClr val="6F7A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55167" y="3548380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E2A2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于是由单调有界原理，数列收敛到某个有限极限。</a:t>
              </a:r>
              <a:endParaRPr lang="zh-CN" sz="1350" dirty="0">
                <a:solidFill>
                  <a:srgbClr val="1E2A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pic>
          <p:nvPicPr>
            <p:cNvPr id="16" name="Image 1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905510" y="4149725"/>
              <a:ext cx="4476750" cy="316868"/>
            </a:xfrm>
            <a:prstGeom prst="rect">
              <a:avLst/>
            </a:prstGeom>
          </p:spPr>
        </p:pic>
        <p:sp>
          <p:nvSpPr>
            <p:cNvPr id="17" name="TextBox 17"/>
            <p:cNvSpPr txBox="1"/>
            <p:nvPr/>
          </p:nvSpPr>
          <p:spPr>
            <a:xfrm>
              <a:off x="908685" y="4756150"/>
              <a:ext cx="2876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F7A6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注意：该极限不会等于零，因为首项为正。</a:t>
              </a:r>
              <a:endParaRPr lang="zh-CN" sz="1120" dirty="0">
                <a:solidFill>
                  <a:srgbClr val="6F7A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29" name="step2-contradiction"/>
          <p:cNvGrpSpPr/>
          <p:nvPr/>
        </p:nvGrpSpPr>
        <p:grpSpPr>
          <a:xfrm>
            <a:off x="6153150" y="1143000"/>
            <a:ext cx="5372100" cy="4114800"/>
            <a:chOff x="6153150" y="1143000"/>
            <a:chExt cx="5372100" cy="4114800"/>
          </a:xfrm>
        </p:grpSpPr>
        <p:sp>
          <p:nvSpPr>
            <p:cNvPr id="19" name="Rectangle 19"/>
            <p:cNvSpPr/>
            <p:nvPr/>
          </p:nvSpPr>
          <p:spPr>
            <a:xfrm>
              <a:off x="6153150" y="1143000"/>
              <a:ext cx="5372100" cy="4114800"/>
            </a:xfrm>
            <a:prstGeom prst="roundRect">
              <a:avLst>
                <a:gd name="adj" fmla="val 3704"/>
              </a:avLst>
            </a:prstGeom>
            <a:solidFill>
              <a:srgbClr val="F5F6F0"/>
            </a:solidFill>
            <a:ln w="9525">
              <a:solidFill>
                <a:srgbClr val="D7DCCF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91656" y="128905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F3B2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对递推式取极限</a:t>
              </a:r>
              <a:endParaRPr lang="zh-CN" sz="1800" b="1" dirty="0">
                <a:solidFill>
                  <a:srgbClr val="2F3B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393942" y="1730375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E2A2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对递推式两侧同时取极限，倒数项仍有意义。</a:t>
              </a:r>
              <a:endParaRPr lang="zh-CN" sz="1350" dirty="0">
                <a:solidFill>
                  <a:srgbClr val="1E2A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2" name="Line 22"/>
            <p:cNvSpPr/>
            <p:nvPr/>
          </p:nvSpPr>
          <p:spPr>
            <a:xfrm>
              <a:off x="6400800" y="2143125"/>
              <a:ext cx="4876800" cy="9525"/>
            </a:xfrm>
            <a:custGeom>
              <a:avLst/>
              <a:gdLst/>
              <a:ahLst/>
              <a:cxnLst/>
              <a:rect l="l" t="t" r="r" b="b"/>
              <a:pathLst>
                <a:path w="4876800" h="9525">
                  <a:moveTo>
                    <a:pt x="0" y="0"/>
                  </a:moveTo>
                  <a:lnTo>
                    <a:pt x="4876800" y="0"/>
                  </a:lnTo>
                </a:path>
              </a:pathLst>
            </a:custGeom>
            <a:noFill/>
            <a:ln w="9525">
              <a:solidFill>
                <a:srgbClr val="D7DCCF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93942" y="2387600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E2A2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左侧趋于极限，右侧多出一个正量，因此</a:t>
              </a:r>
              <a:endParaRPr lang="zh-CN" sz="1350" dirty="0">
                <a:solidFill>
                  <a:srgbClr val="1E2A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pic>
          <p:nvPicPr>
            <p:cNvPr id="24" name="Image 2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96075" y="2762250"/>
              <a:ext cx="4286250" cy="563091"/>
            </a:xfrm>
            <a:prstGeom prst="rect">
              <a:avLst/>
            </a:prstGeom>
          </p:spPr>
        </p:pic>
        <p:sp>
          <p:nvSpPr>
            <p:cNvPr id="25" name="TextBox 25"/>
            <p:cNvSpPr txBox="1"/>
            <p:nvPr/>
          </p:nvSpPr>
          <p:spPr>
            <a:xfrm>
              <a:off x="6393942" y="3540125"/>
              <a:ext cx="40301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E2A2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这与极限为正矛盾，所以“有上界”的假设不成立。</a:t>
              </a:r>
              <a:endParaRPr lang="zh-CN" sz="1350" dirty="0">
                <a:solidFill>
                  <a:srgbClr val="1E2A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400800" y="4000500"/>
              <a:ext cx="4876800" cy="895350"/>
            </a:xfrm>
            <a:prstGeom prst="roundRect">
              <a:avLst>
                <a:gd name="adj" fmla="val 12766"/>
              </a:avLst>
            </a:prstGeom>
            <a:solidFill>
              <a:srgbClr val="2F3B2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700266" y="4149725"/>
              <a:ext cx="3084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12" dirty="0">
                  <a:solidFill>
                    <a:srgbClr val="FFCC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结论</a:t>
              </a:r>
              <a:endParaRPr lang="zh-CN" sz="1050" b="1" spc="112" dirty="0">
                <a:solidFill>
                  <a:srgbClr val="FFC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67700" y="4419600"/>
              <a:ext cx="2095500" cy="355242"/>
            </a:xfrm>
            <a:prstGeom prst="rect">
              <a:avLst/>
            </a:prstGeom>
          </p:spPr>
        </p:pic>
      </p:grpSp>
      <p:grpSp>
        <p:nvGrpSpPr>
          <p:cNvPr id="32" name="transition"/>
          <p:cNvGrpSpPr/>
          <p:nvPr/>
        </p:nvGrpSpPr>
        <p:grpSpPr>
          <a:xfrm>
            <a:off x="666750" y="5638800"/>
            <a:ext cx="5158222" cy="339471"/>
            <a:chOff x="666750" y="5638800"/>
            <a:chExt cx="5158222" cy="339471"/>
          </a:xfrm>
        </p:grpSpPr>
        <p:sp>
          <p:nvSpPr>
            <p:cNvPr id="30" name="Rectangle 30"/>
            <p:cNvSpPr/>
            <p:nvPr/>
          </p:nvSpPr>
          <p:spPr>
            <a:xfrm>
              <a:off x="666750" y="5638800"/>
              <a:ext cx="38100" cy="323850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32104" y="5743575"/>
              <a:ext cx="49928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F7A6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现在平方后的数列也是无界的；下一步把它归一化，准备使用 Stolz。</a:t>
              </a:r>
              <a:endParaRPr lang="zh-CN" sz="1200" dirty="0">
                <a:solidFill>
                  <a:srgbClr val="6F7A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36" name="footer"/>
          <p:cNvGrpSpPr/>
          <p:nvPr/>
        </p:nvGrpSpPr>
        <p:grpSpPr>
          <a:xfrm>
            <a:off x="657225" y="6324600"/>
            <a:ext cx="10858500" cy="306959"/>
            <a:chOff x="657225" y="6324600"/>
            <a:chExt cx="10858500" cy="306959"/>
          </a:xfrm>
        </p:grpSpPr>
        <p:sp>
          <p:nvSpPr>
            <p:cNvPr id="33" name="Line 33"/>
            <p:cNvSpPr/>
            <p:nvPr/>
          </p:nvSpPr>
          <p:spPr>
            <a:xfrm>
              <a:off x="657225" y="6324600"/>
              <a:ext cx="10858500" cy="9525"/>
            </a:xfrm>
            <a:custGeom>
              <a:avLst/>
              <a:gdLst/>
              <a:ahLst/>
              <a:cxnLst/>
              <a:rect l="l" t="t" r="r" b="b"/>
              <a:pathLst>
                <a:path w="10858500" h="9525">
                  <a:moveTo>
                    <a:pt x="0" y="0"/>
                  </a:moveTo>
                  <a:lnTo>
                    <a:pt x="10858500" y="0"/>
                  </a:lnTo>
                </a:path>
              </a:pathLst>
            </a:custGeom>
            <a:noFill/>
            <a:ln w="9525">
              <a:solidFill>
                <a:srgbClr val="D7DCCF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37616" y="6426200"/>
              <a:ext cx="6519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188" dirty="0">
                  <a:solidFill>
                    <a:srgbClr val="6F7A6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止于至善</a:t>
              </a:r>
              <a:endParaRPr lang="zh-CN" sz="1050" spc="188" dirty="0">
                <a:solidFill>
                  <a:srgbClr val="6F7A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010826" y="6438900"/>
              <a:ext cx="50032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spc="60" dirty="0">
                  <a:solidFill>
                    <a:srgbClr val="6F7A6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05 / 09</a:t>
              </a:r>
              <a:endParaRPr lang="zh-CN" sz="980" spc="60" dirty="0">
                <a:solidFill>
                  <a:srgbClr val="6F7A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1209675" y="257175"/>
            <a:ext cx="8701087" cy="480568"/>
            <a:chOff x="1209675" y="257175"/>
            <a:chExt cx="8701087" cy="480568"/>
          </a:xfrm>
        </p:grpSpPr>
        <p:sp>
          <p:nvSpPr>
            <p:cNvPr id="2" name="Rectangle 2"/>
            <p:cNvSpPr/>
            <p:nvPr/>
          </p:nvSpPr>
          <p:spPr>
            <a:xfrm>
              <a:off x="1209675" y="257175"/>
              <a:ext cx="66675" cy="400050"/>
            </a:xfrm>
            <a:prstGeom prst="roundRect">
              <a:avLst>
                <a:gd name="adj" fmla="val 28571"/>
              </a:avLst>
            </a:prstGeom>
            <a:solidFill>
              <a:srgbClr val="FFCC00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399032" y="327025"/>
              <a:ext cx="434437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F3B2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第三步｜归一化后用 Stolz 求主项</a:t>
              </a:r>
              <a:endParaRPr lang="zh-CN" sz="2100" b="1" dirty="0">
                <a:solidFill>
                  <a:srgbClr val="2F3B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380407" y="438150"/>
              <a:ext cx="153035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b="1" spc="90" dirty="0">
                  <a:solidFill>
                    <a:srgbClr val="6F7A6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PROOF / STEP 3 · 05</a:t>
              </a:r>
              <a:endParaRPr lang="en-US" sz="900" b="1" spc="90" dirty="0">
                <a:solidFill>
                  <a:srgbClr val="6F7A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5" name="step3-normalization"/>
          <p:cNvGrpSpPr/>
          <p:nvPr/>
        </p:nvGrpSpPr>
        <p:grpSpPr>
          <a:xfrm>
            <a:off x="666750" y="1143000"/>
            <a:ext cx="6819900" cy="4171950"/>
            <a:chOff x="666750" y="1143000"/>
            <a:chExt cx="6819900" cy="4171950"/>
          </a:xfrm>
        </p:grpSpPr>
        <p:sp>
          <p:nvSpPr>
            <p:cNvPr id="6" name="Rectangle 6"/>
            <p:cNvSpPr/>
            <p:nvPr/>
          </p:nvSpPr>
          <p:spPr>
            <a:xfrm>
              <a:off x="666750" y="1143000"/>
              <a:ext cx="6819900" cy="4171950"/>
            </a:xfrm>
            <a:prstGeom prst="roundRect">
              <a:avLst>
                <a:gd name="adj" fmla="val 3653"/>
              </a:avLst>
            </a:prstGeom>
            <a:solidFill>
              <a:srgbClr val="FFFFFF"/>
            </a:solidFill>
            <a:ln w="9525">
              <a:solidFill>
                <a:srgbClr val="D7DCCF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05256" y="128905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F3B2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选取与目标同尺度的量</a:t>
              </a:r>
              <a:endParaRPr lang="zh-CN" sz="1800" b="1" dirty="0">
                <a:solidFill>
                  <a:srgbClr val="2F3B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790700" y="1685925"/>
              <a:ext cx="1143000" cy="681859"/>
            </a:xfrm>
            <a:prstGeom prst="rect">
              <a:avLst/>
            </a:prstGeom>
          </p:spPr>
        </p:pic>
        <p:sp>
          <p:nvSpPr>
            <p:cNvPr id="9" name="TextBox 9"/>
            <p:cNvSpPr txBox="1"/>
            <p:nvPr/>
          </p:nvSpPr>
          <p:spPr>
            <a:xfrm>
              <a:off x="3136773" y="1924050"/>
              <a:ext cx="242534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E2A2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选取与目标同尺度的归一化量。</a:t>
              </a:r>
              <a:endParaRPr lang="zh-CN" sz="1280" dirty="0">
                <a:solidFill>
                  <a:srgbClr val="1E2A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07542" y="2435225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E2A2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由递推式平方，展开中间项：</a:t>
              </a:r>
              <a:endParaRPr lang="zh-CN" sz="1350" dirty="0">
                <a:solidFill>
                  <a:srgbClr val="1E2A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pic>
          <p:nvPicPr>
            <p:cNvPr id="11" name="Image 1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38325" y="2800350"/>
              <a:ext cx="4476750" cy="825740"/>
            </a:xfrm>
            <a:prstGeom prst="rect">
              <a:avLst/>
            </a:prstGeom>
          </p:spPr>
        </p:pic>
        <p:sp>
          <p:nvSpPr>
            <p:cNvPr id="12" name="TextBox 12"/>
            <p:cNvSpPr txBox="1"/>
            <p:nvPr/>
          </p:nvSpPr>
          <p:spPr>
            <a:xfrm>
              <a:off x="907542" y="3749675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E2A2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于是相邻差为</a:t>
              </a:r>
              <a:endParaRPr lang="zh-CN" sz="1350" dirty="0">
                <a:solidFill>
                  <a:srgbClr val="1E2A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33575" y="4086225"/>
              <a:ext cx="4286250" cy="846934"/>
            </a:xfrm>
            <a:prstGeom prst="rect">
              <a:avLst/>
            </a:prstGeom>
          </p:spPr>
        </p:pic>
        <p:sp>
          <p:nvSpPr>
            <p:cNvPr id="14" name="TextBox 14"/>
            <p:cNvSpPr txBox="1"/>
            <p:nvPr/>
          </p:nvSpPr>
          <p:spPr>
            <a:xfrm>
              <a:off x="908685" y="5051425"/>
              <a:ext cx="39315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2F3B2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由第二步的发散性，最后一项趋于零，因此差分极限为一。</a:t>
              </a:r>
              <a:endParaRPr lang="zh-CN" sz="1120" b="1" dirty="0">
                <a:solidFill>
                  <a:srgbClr val="2F3B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24" name="step3-stolz"/>
          <p:cNvGrpSpPr/>
          <p:nvPr/>
        </p:nvGrpSpPr>
        <p:grpSpPr>
          <a:xfrm>
            <a:off x="7753350" y="1143000"/>
            <a:ext cx="3771900" cy="4171950"/>
            <a:chOff x="7753350" y="1143000"/>
            <a:chExt cx="3771900" cy="4171950"/>
          </a:xfrm>
        </p:grpSpPr>
        <p:sp>
          <p:nvSpPr>
            <p:cNvPr id="16" name="Rectangle 16"/>
            <p:cNvSpPr/>
            <p:nvPr/>
          </p:nvSpPr>
          <p:spPr>
            <a:xfrm>
              <a:off x="7753350" y="1143000"/>
              <a:ext cx="3771900" cy="4171950"/>
            </a:xfrm>
            <a:prstGeom prst="roundRect">
              <a:avLst>
                <a:gd name="adj" fmla="val 4040"/>
              </a:avLst>
            </a:prstGeom>
            <a:solidFill>
              <a:srgbClr val="F5F6F0"/>
            </a:solidFill>
            <a:ln w="9525">
              <a:solidFill>
                <a:srgbClr val="D7DCCF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992618" y="1301750"/>
              <a:ext cx="156569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F3B2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Stolz 前置条件</a:t>
              </a:r>
              <a:endParaRPr lang="zh-CN" sz="1650" b="1" dirty="0">
                <a:solidFill>
                  <a:srgbClr val="2F3B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994523" y="1714500"/>
              <a:ext cx="156377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E2A2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考察无穷比无穷型。</a:t>
              </a:r>
              <a:endParaRPr lang="zh-CN" sz="1280" dirty="0">
                <a:solidFill>
                  <a:srgbClr val="1E2A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8001000" y="2095500"/>
              <a:ext cx="3276600" cy="1352550"/>
            </a:xfrm>
            <a:prstGeom prst="roundRect">
              <a:avLst>
                <a:gd name="adj" fmla="val 8451"/>
              </a:avLst>
            </a:prstGeom>
            <a:solidFill>
              <a:srgbClr val="FFFFFF"/>
            </a:solidFill>
            <a:ln w="9525">
              <a:solidFill>
                <a:srgbClr val="D7DCCF"/>
              </a:solidFill>
            </a:ln>
          </p:spPr>
        </p:sp>
        <p:pic>
          <p:nvPicPr>
            <p:cNvPr id="20" name="Image 2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686800" y="2076450"/>
              <a:ext cx="1905000" cy="1325585"/>
            </a:xfrm>
            <a:prstGeom prst="rect">
              <a:avLst/>
            </a:prstGeom>
          </p:spPr>
        </p:pic>
        <p:sp>
          <p:nvSpPr>
            <p:cNvPr id="21" name="TextBox 21"/>
            <p:cNvSpPr txBox="1"/>
            <p:nvPr/>
          </p:nvSpPr>
          <p:spPr>
            <a:xfrm>
              <a:off x="8204835" y="3508375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F7A6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三条均成立</a:t>
              </a:r>
              <a:endParaRPr lang="zh-CN" sz="1120" dirty="0">
                <a:solidFill>
                  <a:srgbClr val="6F7A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994523" y="3733800"/>
              <a:ext cx="279325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E2A2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满足 Stolz 公式，且差分极限存在：</a:t>
              </a:r>
              <a:endParaRPr lang="zh-CN" sz="1280" dirty="0">
                <a:solidFill>
                  <a:srgbClr val="1E2A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pic>
          <p:nvPicPr>
            <p:cNvPr id="23" name="Image 2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067675" y="4095750"/>
              <a:ext cx="3143250" cy="496141"/>
            </a:xfrm>
            <a:prstGeom prst="rect">
              <a:avLst/>
            </a:prstGeom>
          </p:spPr>
        </p:pic>
      </p:grpSp>
      <p:grpSp>
        <p:nvGrpSpPr>
          <p:cNvPr id="27" name="transition"/>
          <p:cNvGrpSpPr/>
          <p:nvPr/>
        </p:nvGrpSpPr>
        <p:grpSpPr>
          <a:xfrm>
            <a:off x="666750" y="5638800"/>
            <a:ext cx="4216146" cy="339471"/>
            <a:chOff x="666750" y="5638800"/>
            <a:chExt cx="4216146" cy="339471"/>
          </a:xfrm>
        </p:grpSpPr>
        <p:sp>
          <p:nvSpPr>
            <p:cNvPr id="25" name="Rectangle 25"/>
            <p:cNvSpPr/>
            <p:nvPr/>
          </p:nvSpPr>
          <p:spPr>
            <a:xfrm>
              <a:off x="666750" y="5638800"/>
              <a:ext cx="38100" cy="323850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32104" y="5743575"/>
              <a:ext cx="40507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F7A6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主项已经锁定。最后一页只需还原原题中的根号表达式。</a:t>
              </a:r>
              <a:endParaRPr lang="zh-CN" sz="1200" dirty="0">
                <a:solidFill>
                  <a:srgbClr val="6F7A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31" name="footer"/>
          <p:cNvGrpSpPr/>
          <p:nvPr/>
        </p:nvGrpSpPr>
        <p:grpSpPr>
          <a:xfrm>
            <a:off x="657225" y="6324600"/>
            <a:ext cx="10858500" cy="306959"/>
            <a:chOff x="657225" y="6324600"/>
            <a:chExt cx="10858500" cy="306959"/>
          </a:xfrm>
        </p:grpSpPr>
        <p:sp>
          <p:nvSpPr>
            <p:cNvPr id="28" name="Line 28"/>
            <p:cNvSpPr/>
            <p:nvPr/>
          </p:nvSpPr>
          <p:spPr>
            <a:xfrm>
              <a:off x="657225" y="6324600"/>
              <a:ext cx="10858500" cy="9525"/>
            </a:xfrm>
            <a:custGeom>
              <a:avLst/>
              <a:gdLst/>
              <a:ahLst/>
              <a:cxnLst/>
              <a:rect l="l" t="t" r="r" b="b"/>
              <a:pathLst>
                <a:path w="10858500" h="9525">
                  <a:moveTo>
                    <a:pt x="0" y="0"/>
                  </a:moveTo>
                  <a:lnTo>
                    <a:pt x="10858500" y="0"/>
                  </a:lnTo>
                </a:path>
              </a:pathLst>
            </a:custGeom>
            <a:noFill/>
            <a:ln w="9525">
              <a:solidFill>
                <a:srgbClr val="D7DCCF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37616" y="6426200"/>
              <a:ext cx="6519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188" dirty="0">
                  <a:solidFill>
                    <a:srgbClr val="6F7A6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止于至善</a:t>
              </a:r>
              <a:endParaRPr lang="zh-CN" sz="1050" spc="188" dirty="0">
                <a:solidFill>
                  <a:srgbClr val="6F7A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010826" y="6438900"/>
              <a:ext cx="50032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spc="60" dirty="0">
                  <a:solidFill>
                    <a:srgbClr val="6F7A6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06 / 09</a:t>
              </a:r>
              <a:endParaRPr lang="zh-CN" sz="980" spc="60" dirty="0">
                <a:solidFill>
                  <a:srgbClr val="6F7A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1209675" y="257175"/>
            <a:ext cx="8701087" cy="480568"/>
            <a:chOff x="1209675" y="257175"/>
            <a:chExt cx="8701087" cy="480568"/>
          </a:xfrm>
        </p:grpSpPr>
        <p:sp>
          <p:nvSpPr>
            <p:cNvPr id="2" name="Rectangle 2"/>
            <p:cNvSpPr/>
            <p:nvPr/>
          </p:nvSpPr>
          <p:spPr>
            <a:xfrm>
              <a:off x="1209675" y="257175"/>
              <a:ext cx="66675" cy="400050"/>
            </a:xfrm>
            <a:prstGeom prst="roundRect">
              <a:avLst>
                <a:gd name="adj" fmla="val 28571"/>
              </a:avLst>
            </a:prstGeom>
            <a:solidFill>
              <a:srgbClr val="FFCC00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399032" y="327025"/>
              <a:ext cx="482727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F3B2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第四步｜连续函数传递极限，完成证明</a:t>
              </a:r>
              <a:endParaRPr lang="zh-CN" sz="2100" b="1" dirty="0">
                <a:solidFill>
                  <a:srgbClr val="2F3B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380407" y="438150"/>
              <a:ext cx="153035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b="1" spc="90" dirty="0">
                  <a:solidFill>
                    <a:srgbClr val="6F7A6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PROOF / STEP 4 · 06</a:t>
              </a:r>
              <a:endParaRPr lang="en-US" sz="900" b="1" spc="90" dirty="0">
                <a:solidFill>
                  <a:srgbClr val="6F7A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6" name="step4-bridge"/>
          <p:cNvGrpSpPr/>
          <p:nvPr/>
        </p:nvGrpSpPr>
        <p:grpSpPr>
          <a:xfrm>
            <a:off x="666750" y="1143000"/>
            <a:ext cx="6667500" cy="4152900"/>
            <a:chOff x="666750" y="1143000"/>
            <a:chExt cx="6667500" cy="4152900"/>
          </a:xfrm>
        </p:grpSpPr>
        <p:sp>
          <p:nvSpPr>
            <p:cNvPr id="6" name="Rectangle 6"/>
            <p:cNvSpPr/>
            <p:nvPr/>
          </p:nvSpPr>
          <p:spPr>
            <a:xfrm>
              <a:off x="666750" y="1143000"/>
              <a:ext cx="6667500" cy="4152900"/>
            </a:xfrm>
            <a:prstGeom prst="roundRect">
              <a:avLst>
                <a:gd name="adj" fmla="val 3670"/>
              </a:avLst>
            </a:prstGeom>
            <a:solidFill>
              <a:srgbClr val="FFFFFF"/>
            </a:solidFill>
            <a:ln w="9525">
              <a:solidFill>
                <a:srgbClr val="D7DCCF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05256" y="128905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F3B2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原题的根号可以精确改写</a:t>
              </a:r>
              <a:endParaRPr lang="zh-CN" sz="1800" b="1" dirty="0">
                <a:solidFill>
                  <a:srgbClr val="2F3B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000375" y="1790700"/>
              <a:ext cx="2000250" cy="892451"/>
            </a:xfrm>
            <a:prstGeom prst="rect">
              <a:avLst/>
            </a:prstGeom>
          </p:spPr>
        </p:pic>
        <p:sp>
          <p:nvSpPr>
            <p:cNvPr id="9" name="TextBox 9"/>
            <p:cNvSpPr txBox="1"/>
            <p:nvPr/>
          </p:nvSpPr>
          <p:spPr>
            <a:xfrm>
              <a:off x="907542" y="2711450"/>
              <a:ext cx="4215130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E2A2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由第三步的极限，归一化比值为</a:t>
              </a:r>
              <a:r>
                <a:rPr lang="en-US" altLang="zh-CN" sz="1350" dirty="0">
                  <a:solidFill>
                    <a:srgbClr val="1E2A2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sz="1350" dirty="0">
                  <a:solidFill>
                    <a:srgbClr val="1E2A2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；根号内外均有意义。</a:t>
              </a:r>
              <a:endParaRPr lang="zh-CN" sz="1350" dirty="0">
                <a:solidFill>
                  <a:srgbClr val="1E2A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0" name="Line 10"/>
            <p:cNvSpPr/>
            <p:nvPr/>
          </p:nvSpPr>
          <p:spPr>
            <a:xfrm>
              <a:off x="914400" y="3143250"/>
              <a:ext cx="6172200" cy="9525"/>
            </a:xfrm>
            <a:custGeom>
              <a:avLst/>
              <a:gdLst/>
              <a:ahLst/>
              <a:cxnLst/>
              <a:rect l="l" t="t" r="r" b="b"/>
              <a:pathLst>
                <a:path w="6172200" h="9525">
                  <a:moveTo>
                    <a:pt x="0" y="0"/>
                  </a:moveTo>
                  <a:lnTo>
                    <a:pt x="6172200" y="0"/>
                  </a:lnTo>
                </a:path>
              </a:pathLst>
            </a:custGeom>
            <a:noFill/>
            <a:ln w="9525">
              <a:solidFill>
                <a:srgbClr val="D7DCC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7542" y="3321050"/>
              <a:ext cx="2200275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E2A2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根号函数在</a:t>
              </a:r>
              <a:r>
                <a:rPr lang="en-US" altLang="zh-CN" sz="1350" dirty="0">
                  <a:solidFill>
                    <a:srgbClr val="1E2A2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x=1</a:t>
              </a:r>
              <a:r>
                <a:rPr lang="zh-CN" sz="1350" dirty="0">
                  <a:solidFill>
                    <a:srgbClr val="1E2A2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处连续，所以</a:t>
              </a:r>
              <a:endParaRPr lang="zh-CN" sz="1350" dirty="0">
                <a:solidFill>
                  <a:srgbClr val="1E2A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pic>
          <p:nvPicPr>
            <p:cNvPr id="12" name="Image 1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28875" y="3619500"/>
              <a:ext cx="3143250" cy="399584"/>
            </a:xfrm>
            <a:prstGeom prst="rect">
              <a:avLst/>
            </a:prstGeom>
          </p:spPr>
        </p:pic>
        <p:sp>
          <p:nvSpPr>
            <p:cNvPr id="13" name="TextBox 13"/>
            <p:cNvSpPr txBox="1"/>
            <p:nvPr/>
          </p:nvSpPr>
          <p:spPr>
            <a:xfrm>
              <a:off x="907542" y="4083050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F7A6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极限运算可以与连续函数交换次序。</a:t>
              </a:r>
              <a:endParaRPr lang="zh-CN" sz="1350" dirty="0">
                <a:solidFill>
                  <a:srgbClr val="6F7A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914400" y="4819650"/>
              <a:ext cx="6172200" cy="266700"/>
            </a:xfrm>
            <a:prstGeom prst="roundRect">
              <a:avLst>
                <a:gd name="adj" fmla="val 28571"/>
              </a:avLst>
            </a:prstGeom>
            <a:solidFill>
              <a:srgbClr val="FFF5C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249194" y="4870450"/>
              <a:ext cx="35026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3B2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这一步不是“显然”，连续性是极限传递的关键依据。</a:t>
              </a:r>
              <a:endParaRPr lang="zh-CN" sz="1120" b="1" dirty="0">
                <a:solidFill>
                  <a:srgbClr val="2F3B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28" name="step4-result"/>
          <p:cNvGrpSpPr/>
          <p:nvPr/>
        </p:nvGrpSpPr>
        <p:grpSpPr>
          <a:xfrm>
            <a:off x="7600950" y="1143000"/>
            <a:ext cx="3924300" cy="4152900"/>
            <a:chOff x="7600950" y="1143000"/>
            <a:chExt cx="3924300" cy="4152900"/>
          </a:xfrm>
        </p:grpSpPr>
        <p:sp>
          <p:nvSpPr>
            <p:cNvPr id="17" name="Rectangle 17"/>
            <p:cNvSpPr/>
            <p:nvPr/>
          </p:nvSpPr>
          <p:spPr>
            <a:xfrm>
              <a:off x="7600950" y="1143000"/>
              <a:ext cx="3924300" cy="4152900"/>
            </a:xfrm>
            <a:prstGeom prst="roundRect">
              <a:avLst>
                <a:gd name="adj" fmla="val 3883"/>
              </a:avLst>
            </a:prstGeom>
            <a:solidFill>
              <a:srgbClr val="2F3B2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842885" y="1365250"/>
              <a:ext cx="6751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spc="150" dirty="0">
                  <a:solidFill>
                    <a:srgbClr val="FFCC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最终结论</a:t>
              </a:r>
              <a:endParaRPr lang="zh-CN" sz="1120" b="1" spc="150" dirty="0">
                <a:solidFill>
                  <a:srgbClr val="FFC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pic>
          <p:nvPicPr>
            <p:cNvPr id="19" name="Image 1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991475" y="1885950"/>
              <a:ext cx="3143250" cy="753181"/>
            </a:xfrm>
            <a:prstGeom prst="rect">
              <a:avLst/>
            </a:prstGeom>
          </p:spPr>
        </p:pic>
        <p:sp>
          <p:nvSpPr>
            <p:cNvPr id="20" name="Line 20"/>
            <p:cNvSpPr/>
            <p:nvPr/>
          </p:nvSpPr>
          <p:spPr>
            <a:xfrm>
              <a:off x="7848600" y="3143250"/>
              <a:ext cx="3429000" cy="9525"/>
            </a:xfrm>
            <a:custGeom>
              <a:avLst/>
              <a:gdLst/>
              <a:ahLst/>
              <a:cxnLst/>
              <a:rect l="l" t="t" r="r" b="b"/>
              <a:pathLst>
                <a:path w="3429000" h="9525">
                  <a:moveTo>
                    <a:pt x="0" y="0"/>
                  </a:moveTo>
                  <a:lnTo>
                    <a:pt x="3429000" y="0"/>
                  </a:lnTo>
                </a:path>
              </a:pathLst>
            </a:custGeom>
            <a:noFill/>
            <a:ln w="9525">
              <a:solidFill>
                <a:srgbClr val="72806A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842504" y="337185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CC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条件核验</a:t>
              </a:r>
              <a:endParaRPr lang="zh-CN" sz="1200" b="1" dirty="0">
                <a:solidFill>
                  <a:srgbClr val="FFC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842504" y="3676650"/>
              <a:ext cx="17245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✓  正项性：所有项为正</a:t>
              </a:r>
              <a:endParaRPr lang="zh-CN" sz="12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2504" y="3981450"/>
              <a:ext cx="18861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✓  单调性：数列严格递增</a:t>
              </a:r>
              <a:endParaRPr lang="zh-CN" sz="12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2504" y="4286250"/>
              <a:ext cx="18861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✓  无界性：发散到正无穷</a:t>
              </a:r>
              <a:endParaRPr lang="zh-CN" sz="12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2504" y="4591050"/>
              <a:ext cx="17002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✓  Stolz 条件全部满足</a:t>
              </a:r>
              <a:endParaRPr lang="zh-CN" sz="12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7848600" y="4933950"/>
              <a:ext cx="3429000" cy="266700"/>
            </a:xfrm>
            <a:prstGeom prst="roundRect">
              <a:avLst>
                <a:gd name="adj" fmla="val 28571"/>
              </a:avLst>
            </a:prstGeom>
            <a:solidFill>
              <a:srgbClr val="FFCC00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225547" y="4984750"/>
              <a:ext cx="6751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spc="150" dirty="0">
                  <a:solidFill>
                    <a:srgbClr val="2F3B2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证明完成</a:t>
              </a:r>
              <a:endParaRPr lang="zh-CN" sz="1120" b="1" spc="150" dirty="0">
                <a:solidFill>
                  <a:srgbClr val="2F3B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31" name="transition"/>
          <p:cNvGrpSpPr/>
          <p:nvPr/>
        </p:nvGrpSpPr>
        <p:grpSpPr>
          <a:xfrm>
            <a:off x="666750" y="5638800"/>
            <a:ext cx="4216146" cy="339471"/>
            <a:chOff x="666750" y="5638800"/>
            <a:chExt cx="4216146" cy="339471"/>
          </a:xfrm>
        </p:grpSpPr>
        <p:sp>
          <p:nvSpPr>
            <p:cNvPr id="29" name="Rectangle 29"/>
            <p:cNvSpPr/>
            <p:nvPr/>
          </p:nvSpPr>
          <p:spPr>
            <a:xfrm>
              <a:off x="666750" y="5638800"/>
              <a:ext cx="38100" cy="323850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32104" y="5743575"/>
              <a:ext cx="40507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F7A6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结论已经闭合。最后一页把这道题抽象成可复用的方法。</a:t>
              </a:r>
              <a:endParaRPr lang="zh-CN" sz="1200" dirty="0">
                <a:solidFill>
                  <a:srgbClr val="6F7A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35" name="footer"/>
          <p:cNvGrpSpPr/>
          <p:nvPr/>
        </p:nvGrpSpPr>
        <p:grpSpPr>
          <a:xfrm>
            <a:off x="657225" y="6324600"/>
            <a:ext cx="10858500" cy="306959"/>
            <a:chOff x="657225" y="6324600"/>
            <a:chExt cx="10858500" cy="306959"/>
          </a:xfrm>
        </p:grpSpPr>
        <p:sp>
          <p:nvSpPr>
            <p:cNvPr id="32" name="Line 32"/>
            <p:cNvSpPr/>
            <p:nvPr/>
          </p:nvSpPr>
          <p:spPr>
            <a:xfrm>
              <a:off x="657225" y="6324600"/>
              <a:ext cx="10858500" cy="9525"/>
            </a:xfrm>
            <a:custGeom>
              <a:avLst/>
              <a:gdLst/>
              <a:ahLst/>
              <a:cxnLst/>
              <a:rect l="l" t="t" r="r" b="b"/>
              <a:pathLst>
                <a:path w="10858500" h="9525">
                  <a:moveTo>
                    <a:pt x="0" y="0"/>
                  </a:moveTo>
                  <a:lnTo>
                    <a:pt x="10858500" y="0"/>
                  </a:lnTo>
                </a:path>
              </a:pathLst>
            </a:custGeom>
            <a:noFill/>
            <a:ln w="9525">
              <a:solidFill>
                <a:srgbClr val="D7DCCF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37616" y="6426200"/>
              <a:ext cx="6519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188" dirty="0">
                  <a:solidFill>
                    <a:srgbClr val="6F7A6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止于至善</a:t>
              </a:r>
              <a:endParaRPr lang="zh-CN" sz="1050" spc="188" dirty="0">
                <a:solidFill>
                  <a:srgbClr val="6F7A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010826" y="6438900"/>
              <a:ext cx="50032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spc="60" dirty="0">
                  <a:solidFill>
                    <a:srgbClr val="6F7A6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07 / 09</a:t>
              </a:r>
              <a:endParaRPr lang="zh-CN" sz="980" spc="60" dirty="0">
                <a:solidFill>
                  <a:srgbClr val="6F7A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1209675" y="257175"/>
            <a:ext cx="8701088" cy="480568"/>
            <a:chOff x="1209675" y="257175"/>
            <a:chExt cx="8701088" cy="480568"/>
          </a:xfrm>
        </p:grpSpPr>
        <p:sp>
          <p:nvSpPr>
            <p:cNvPr id="2" name="Rectangle 2"/>
            <p:cNvSpPr/>
            <p:nvPr/>
          </p:nvSpPr>
          <p:spPr>
            <a:xfrm>
              <a:off x="1209675" y="257175"/>
              <a:ext cx="66675" cy="400050"/>
            </a:xfrm>
            <a:prstGeom prst="roundRect">
              <a:avLst>
                <a:gd name="adj" fmla="val 28571"/>
              </a:avLst>
            </a:prstGeom>
            <a:solidFill>
              <a:srgbClr val="FFCC00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399032" y="327025"/>
              <a:ext cx="482727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F3B2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总结反思｜非线性递推渐近估计的通法</a:t>
              </a:r>
              <a:endParaRPr lang="zh-CN" sz="2100" b="1" dirty="0">
                <a:solidFill>
                  <a:srgbClr val="2F3B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520265" y="438150"/>
              <a:ext cx="139049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b="1" spc="90" dirty="0">
                  <a:solidFill>
                    <a:srgbClr val="6F7A6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SUMMARY / 07 · 07</a:t>
              </a:r>
              <a:endParaRPr lang="en-US" sz="900" b="1" spc="90" dirty="0">
                <a:solidFill>
                  <a:srgbClr val="6F7A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7" name="summary-intro"/>
          <p:cNvGrpSpPr/>
          <p:nvPr/>
        </p:nvGrpSpPr>
        <p:grpSpPr>
          <a:xfrm>
            <a:off x="660273" y="914400"/>
            <a:ext cx="4808734" cy="250317"/>
            <a:chOff x="660273" y="914400"/>
            <a:chExt cx="4808734" cy="250317"/>
          </a:xfrm>
        </p:grpSpPr>
        <p:sp>
          <p:nvSpPr>
            <p:cNvPr id="6" name="TextBox 6"/>
            <p:cNvSpPr txBox="1"/>
            <p:nvPr/>
          </p:nvSpPr>
          <p:spPr>
            <a:xfrm>
              <a:off x="660273" y="914400"/>
              <a:ext cx="480873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F7A6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不要一上来就套 Stolz；先确认数列结构，再选择归一化尺度。</a:t>
              </a:r>
              <a:endParaRPr lang="zh-CN" sz="1280" dirty="0">
                <a:solidFill>
                  <a:srgbClr val="6F7A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4" name="summary-card-01"/>
          <p:cNvGrpSpPr/>
          <p:nvPr/>
        </p:nvGrpSpPr>
        <p:grpSpPr>
          <a:xfrm>
            <a:off x="666750" y="1285875"/>
            <a:ext cx="2419350" cy="2781300"/>
            <a:chOff x="666750" y="1285875"/>
            <a:chExt cx="2419350" cy="2781300"/>
          </a:xfrm>
        </p:grpSpPr>
        <p:sp>
          <p:nvSpPr>
            <p:cNvPr id="8" name="Rectangle 8"/>
            <p:cNvSpPr/>
            <p:nvPr/>
          </p:nvSpPr>
          <p:spPr>
            <a:xfrm>
              <a:off x="666750" y="1285875"/>
              <a:ext cx="2419350" cy="2781300"/>
            </a:xfrm>
            <a:prstGeom prst="roundRect">
              <a:avLst>
                <a:gd name="adj" fmla="val 6299"/>
              </a:avLst>
            </a:prstGeom>
            <a:solidFill>
              <a:srgbClr val="44543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89635" y="1546225"/>
              <a:ext cx="2006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spc="112" dirty="0">
                  <a:solidFill>
                    <a:srgbClr val="FFCC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01</a:t>
              </a:r>
              <a:endParaRPr lang="zh-CN" sz="1120" b="1" spc="112" dirty="0">
                <a:solidFill>
                  <a:srgbClr val="FFC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86968" y="1911350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先保结构</a:t>
              </a:r>
              <a:endParaRPr lang="zh-CN" sz="165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89254" y="238125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DE4D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证明正项与单调性，</a:t>
              </a:r>
              <a:endParaRPr lang="zh-CN" sz="1200" dirty="0">
                <a:solidFill>
                  <a:srgbClr val="DDE4D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89254" y="264795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DE4D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确保除法、根号及</a:t>
              </a:r>
              <a:endParaRPr lang="zh-CN" sz="1200" dirty="0">
                <a:solidFill>
                  <a:srgbClr val="DDE4D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89254" y="291465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DE4D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定理条件全部可用。</a:t>
              </a:r>
              <a:endParaRPr lang="zh-CN" sz="1200" dirty="0">
                <a:solidFill>
                  <a:srgbClr val="DDE4D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21" name="summary-card-02"/>
          <p:cNvGrpSpPr/>
          <p:nvPr/>
        </p:nvGrpSpPr>
        <p:grpSpPr>
          <a:xfrm>
            <a:off x="3390900" y="1285875"/>
            <a:ext cx="2419350" cy="2781300"/>
            <a:chOff x="3390900" y="1285875"/>
            <a:chExt cx="2419350" cy="2781300"/>
          </a:xfrm>
        </p:grpSpPr>
        <p:sp>
          <p:nvSpPr>
            <p:cNvPr id="15" name="Rectangle 15"/>
            <p:cNvSpPr/>
            <p:nvPr/>
          </p:nvSpPr>
          <p:spPr>
            <a:xfrm>
              <a:off x="3390900" y="1285875"/>
              <a:ext cx="2419350" cy="2781300"/>
            </a:xfrm>
            <a:prstGeom prst="roundRect">
              <a:avLst>
                <a:gd name="adj" fmla="val 6299"/>
              </a:avLst>
            </a:prstGeom>
            <a:solidFill>
              <a:srgbClr val="F5F6F0"/>
            </a:solidFill>
            <a:ln w="9525">
              <a:solidFill>
                <a:srgbClr val="D7DCCF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613785" y="1546225"/>
              <a:ext cx="2006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spc="112" dirty="0">
                  <a:solidFill>
                    <a:srgbClr val="6F7A6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02</a:t>
              </a:r>
              <a:endParaRPr lang="zh-CN" sz="1120" b="1" spc="112" dirty="0">
                <a:solidFill>
                  <a:srgbClr val="6F7A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611118" y="1911350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F3B2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先证无界</a:t>
              </a:r>
              <a:endParaRPr lang="zh-CN" sz="1650" b="1" dirty="0">
                <a:solidFill>
                  <a:srgbClr val="2F3B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613404" y="238125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F7A6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反设有界，用单调</a:t>
              </a:r>
              <a:endParaRPr lang="zh-CN" sz="1200" dirty="0">
                <a:solidFill>
                  <a:srgbClr val="6F7A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613404" y="264795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F7A6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有界原理推出收敛，</a:t>
              </a:r>
              <a:endParaRPr lang="zh-CN" sz="1200" dirty="0">
                <a:solidFill>
                  <a:srgbClr val="6F7A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613404" y="291465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F7A6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再由递推式制造矛盾。</a:t>
              </a:r>
              <a:endParaRPr lang="zh-CN" sz="1200" dirty="0">
                <a:solidFill>
                  <a:srgbClr val="6F7A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28" name="summary-card-03"/>
          <p:cNvGrpSpPr/>
          <p:nvPr/>
        </p:nvGrpSpPr>
        <p:grpSpPr>
          <a:xfrm>
            <a:off x="6115050" y="1285875"/>
            <a:ext cx="2419350" cy="2781300"/>
            <a:chOff x="6115050" y="1285875"/>
            <a:chExt cx="2419350" cy="2781300"/>
          </a:xfrm>
        </p:grpSpPr>
        <p:sp>
          <p:nvSpPr>
            <p:cNvPr id="22" name="Rectangle 22"/>
            <p:cNvSpPr/>
            <p:nvPr/>
          </p:nvSpPr>
          <p:spPr>
            <a:xfrm>
              <a:off x="6115050" y="1285875"/>
              <a:ext cx="2419350" cy="2781300"/>
            </a:xfrm>
            <a:prstGeom prst="roundRect">
              <a:avLst>
                <a:gd name="adj" fmla="val 6299"/>
              </a:avLst>
            </a:prstGeom>
            <a:solidFill>
              <a:srgbClr val="445437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37935" y="1546225"/>
              <a:ext cx="2006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spc="112" dirty="0">
                  <a:solidFill>
                    <a:srgbClr val="FFCC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03</a:t>
              </a:r>
              <a:endParaRPr lang="zh-CN" sz="1120" b="1" spc="112" dirty="0">
                <a:solidFill>
                  <a:srgbClr val="FFC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335268" y="1911350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选对归一量</a:t>
              </a:r>
              <a:endParaRPr lang="zh-CN" sz="165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337554" y="238125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DE4D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把目标中的常数</a:t>
              </a:r>
              <a:endParaRPr lang="zh-CN" sz="1200" dirty="0">
                <a:solidFill>
                  <a:srgbClr val="DDE4D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337554" y="264795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DE4D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吸收到归一化量中，</a:t>
              </a:r>
              <a:endParaRPr lang="zh-CN" sz="1200" dirty="0">
                <a:solidFill>
                  <a:srgbClr val="DDE4D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337554" y="2914650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DE4D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让相邻差收敛为非零常数。</a:t>
              </a:r>
              <a:endParaRPr lang="zh-CN" sz="1200" dirty="0">
                <a:solidFill>
                  <a:srgbClr val="DDE4D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35" name="summary-card-04"/>
          <p:cNvGrpSpPr/>
          <p:nvPr/>
        </p:nvGrpSpPr>
        <p:grpSpPr>
          <a:xfrm>
            <a:off x="8839200" y="1285875"/>
            <a:ext cx="2419350" cy="2781300"/>
            <a:chOff x="8839200" y="1285875"/>
            <a:chExt cx="2419350" cy="2781300"/>
          </a:xfrm>
        </p:grpSpPr>
        <p:sp>
          <p:nvSpPr>
            <p:cNvPr id="29" name="Rectangle 29"/>
            <p:cNvSpPr/>
            <p:nvPr/>
          </p:nvSpPr>
          <p:spPr>
            <a:xfrm>
              <a:off x="8839200" y="1285875"/>
              <a:ext cx="2419350" cy="2781300"/>
            </a:xfrm>
            <a:prstGeom prst="roundRect">
              <a:avLst>
                <a:gd name="adj" fmla="val 6299"/>
              </a:avLst>
            </a:prstGeom>
            <a:solidFill>
              <a:srgbClr val="F5F6F0"/>
            </a:solidFill>
            <a:ln w="9525">
              <a:solidFill>
                <a:srgbClr val="D7DCCF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062085" y="1546225"/>
              <a:ext cx="2006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spc="112" dirty="0">
                  <a:solidFill>
                    <a:srgbClr val="6F7A6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04</a:t>
              </a:r>
              <a:endParaRPr lang="zh-CN" sz="1120" b="1" spc="112" dirty="0">
                <a:solidFill>
                  <a:srgbClr val="6F7A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059418" y="1911350"/>
              <a:ext cx="132193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F3B2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Stolz + 连续</a:t>
              </a:r>
              <a:endParaRPr lang="zh-CN" sz="1650" b="1" dirty="0">
                <a:solidFill>
                  <a:srgbClr val="2F3B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061704" y="238125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F7A6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先求归一化比值，</a:t>
              </a:r>
              <a:endParaRPr lang="zh-CN" sz="1200" dirty="0">
                <a:solidFill>
                  <a:srgbClr val="6F7A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061704" y="264795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F7A6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再用连续函数把极限</a:t>
              </a:r>
              <a:endParaRPr lang="zh-CN" sz="1200" dirty="0">
                <a:solidFill>
                  <a:srgbClr val="6F7A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61704" y="291465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F7A6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传回原表达式。</a:t>
              </a:r>
              <a:endParaRPr lang="zh-CN" sz="1200" dirty="0">
                <a:solidFill>
                  <a:srgbClr val="6F7A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39" name="method-chain"/>
          <p:cNvGrpSpPr/>
          <p:nvPr/>
        </p:nvGrpSpPr>
        <p:grpSpPr>
          <a:xfrm>
            <a:off x="666750" y="4400550"/>
            <a:ext cx="10858500" cy="581025"/>
            <a:chOff x="666750" y="4400550"/>
            <a:chExt cx="10858500" cy="581025"/>
          </a:xfrm>
        </p:grpSpPr>
        <p:sp>
          <p:nvSpPr>
            <p:cNvPr id="36" name="Rectangle 36"/>
            <p:cNvSpPr/>
            <p:nvPr/>
          </p:nvSpPr>
          <p:spPr>
            <a:xfrm>
              <a:off x="666750" y="4400550"/>
              <a:ext cx="10858500" cy="581025"/>
            </a:xfrm>
            <a:prstGeom prst="roundRect">
              <a:avLst>
                <a:gd name="adj" fmla="val 19672"/>
              </a:avLst>
            </a:prstGeom>
            <a:solidFill>
              <a:srgbClr val="FFF5C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08685" y="4613275"/>
              <a:ext cx="6597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spc="112" dirty="0">
                  <a:solidFill>
                    <a:srgbClr val="6F7A6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通法链条</a:t>
              </a:r>
              <a:endParaRPr lang="zh-CN" sz="1120" b="1" spc="112" dirty="0">
                <a:solidFill>
                  <a:srgbClr val="6F7A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869186" y="4575175"/>
              <a:ext cx="52415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2F3B2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保结构  →  证无界  →  选归一量  →  Stolz 求主项  →  连续传递</a:t>
              </a:r>
              <a:endParaRPr lang="zh-CN" sz="1420" b="1" dirty="0">
                <a:solidFill>
                  <a:srgbClr val="2F3B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42" name="reflection"/>
          <p:cNvGrpSpPr/>
          <p:nvPr/>
        </p:nvGrpSpPr>
        <p:grpSpPr>
          <a:xfrm>
            <a:off x="752475" y="5257800"/>
            <a:ext cx="6496309" cy="234696"/>
            <a:chOff x="752475" y="5257800"/>
            <a:chExt cx="6496309" cy="234696"/>
          </a:xfrm>
        </p:grpSpPr>
        <p:sp>
          <p:nvSpPr>
            <p:cNvPr id="40" name="Ellipse 40"/>
            <p:cNvSpPr/>
            <p:nvPr/>
          </p:nvSpPr>
          <p:spPr>
            <a:xfrm>
              <a:off x="752475" y="5295900"/>
              <a:ext cx="95250" cy="95250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46404" y="5257800"/>
              <a:ext cx="63023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E2A2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易错点：只写“由 Stolz”而不核验无穷比无穷、单调递增与分母发散，会造成逻辑缺口。</a:t>
              </a:r>
              <a:endParaRPr lang="zh-CN" sz="1200" dirty="0">
                <a:solidFill>
                  <a:srgbClr val="1E2A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45" name="transition"/>
          <p:cNvGrpSpPr/>
          <p:nvPr/>
        </p:nvGrpSpPr>
        <p:grpSpPr>
          <a:xfrm>
            <a:off x="666750" y="5638800"/>
            <a:ext cx="3246882" cy="339471"/>
            <a:chOff x="666750" y="5638800"/>
            <a:chExt cx="3246882" cy="339471"/>
          </a:xfrm>
        </p:grpSpPr>
        <p:sp>
          <p:nvSpPr>
            <p:cNvPr id="43" name="Rectangle 43"/>
            <p:cNvSpPr/>
            <p:nvPr/>
          </p:nvSpPr>
          <p:spPr>
            <a:xfrm>
              <a:off x="666750" y="5638800"/>
              <a:ext cx="38100" cy="323850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32104" y="5743575"/>
              <a:ext cx="30815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F7A6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方法总结完毕。下面用一页收束整个证明。</a:t>
              </a:r>
              <a:endParaRPr lang="zh-CN" sz="1200" dirty="0">
                <a:solidFill>
                  <a:srgbClr val="6F7A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49" name="footer"/>
          <p:cNvGrpSpPr/>
          <p:nvPr/>
        </p:nvGrpSpPr>
        <p:grpSpPr>
          <a:xfrm>
            <a:off x="657225" y="6324600"/>
            <a:ext cx="10858500" cy="306959"/>
            <a:chOff x="657225" y="6324600"/>
            <a:chExt cx="10858500" cy="306959"/>
          </a:xfrm>
        </p:grpSpPr>
        <p:sp>
          <p:nvSpPr>
            <p:cNvPr id="46" name="Line 46"/>
            <p:cNvSpPr/>
            <p:nvPr/>
          </p:nvSpPr>
          <p:spPr>
            <a:xfrm>
              <a:off x="657225" y="6324600"/>
              <a:ext cx="10858500" cy="9525"/>
            </a:xfrm>
            <a:custGeom>
              <a:avLst/>
              <a:gdLst/>
              <a:ahLst/>
              <a:cxnLst/>
              <a:rect l="l" t="t" r="r" b="b"/>
              <a:pathLst>
                <a:path w="10858500" h="9525">
                  <a:moveTo>
                    <a:pt x="0" y="0"/>
                  </a:moveTo>
                  <a:lnTo>
                    <a:pt x="10858500" y="0"/>
                  </a:lnTo>
                </a:path>
              </a:pathLst>
            </a:custGeom>
            <a:noFill/>
            <a:ln w="9525">
              <a:solidFill>
                <a:srgbClr val="D7DCCF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37616" y="6426200"/>
              <a:ext cx="6519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188" dirty="0">
                  <a:solidFill>
                    <a:srgbClr val="6F7A6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止于至善</a:t>
              </a:r>
              <a:endParaRPr lang="zh-CN" sz="1050" spc="188" dirty="0">
                <a:solidFill>
                  <a:srgbClr val="6F7A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010826" y="6438900"/>
              <a:ext cx="50032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spc="60" dirty="0">
                  <a:solidFill>
                    <a:srgbClr val="6F7A6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08 / 09</a:t>
              </a:r>
              <a:endParaRPr lang="zh-CN" sz="980" spc="60" dirty="0">
                <a:solidFill>
                  <a:srgbClr val="6F7A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/>
          <p:nvPr>
            <p:ph type="body" sz="quarter" idx="11"/>
          </p:nvPr>
        </p:nvSpPr>
        <p:spPr>
          <a:xfrm>
            <a:off x="667512" y="2749677"/>
            <a:ext cx="5798344" cy="878872"/>
          </a:xfrm>
          <a:prstGeom prst="rect">
            <a:avLst/>
          </a:prstGeom>
          <a:noFill/>
          <a:ln>
            <a:noFill/>
          </a:ln>
        </p:spPr>
        <p:txBody>
          <a:bodyPr wrap="none" lIns="0" tIns="45733" rIns="0" bIns="0" anchor="t" anchorCtr="0">
            <a:noAutofit/>
          </a:bodyPr>
          <a:lstStyle/>
          <a:p>
            <a:pPr algn="l"/>
            <a:r>
              <a:rPr lang="zh-CN" sz="5400" b="1" spc="100" dirty="0">
                <a:solidFill>
                  <a:srgbClr val="4454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谢 谢 聆 听</a:t>
            </a:r>
            <a:endParaRPr lang="zh-CN" sz="5400" b="1" spc="100" dirty="0">
              <a:solidFill>
                <a:srgbClr val="4454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占位符 2"/>
          <p:cNvSpPr/>
          <p:nvPr>
            <p:ph type="body" sz="quarter" idx="12"/>
          </p:nvPr>
        </p:nvSpPr>
        <p:spPr>
          <a:xfrm>
            <a:off x="667512" y="1869853"/>
            <a:ext cx="5798344" cy="878872"/>
          </a:xfrm>
          <a:prstGeom prst="rect">
            <a:avLst/>
          </a:prstGeom>
          <a:noFill/>
          <a:ln>
            <a:noFill/>
          </a:ln>
        </p:spPr>
        <p:txBody>
          <a:bodyPr wrap="none" lIns="0" tIns="45701" rIns="0" bIns="0" anchor="t" anchorCtr="0">
            <a:noAutofit/>
          </a:bodyPr>
          <a:lstStyle/>
          <a:p>
            <a:pPr algn="l"/>
            <a:r>
              <a:rPr lang="zh-CN" sz="5400" spc="1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证明完成</a:t>
            </a:r>
            <a:endParaRPr lang="zh-CN" sz="5400" spc="1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文本占位符 4"/>
          <p:cNvSpPr/>
          <p:nvPr>
            <p:ph type="body" sz="quarter" idx="17"/>
          </p:nvPr>
        </p:nvSpPr>
        <p:spPr>
          <a:xfrm>
            <a:off x="667512" y="3641693"/>
            <a:ext cx="5798344" cy="286226"/>
          </a:xfrm>
          <a:prstGeom prst="rect">
            <a:avLst/>
          </a:prstGeom>
          <a:noFill/>
          <a:ln>
            <a:noFill/>
          </a:ln>
        </p:spPr>
        <p:txBody>
          <a:bodyPr wrap="none" lIns="0" tIns="45699" rIns="0" bIns="0" anchor="t" anchorCtr="0">
            <a:noAutofit/>
          </a:bodyPr>
          <a:lstStyle/>
          <a:p>
            <a:pPr algn="l"/>
            <a:r>
              <a:rPr lang="en-US" sz="1200" spc="450" dirty="0">
                <a:solidFill>
                  <a:srgbClr val="BFBFB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THE PROOF IS COMPLETE</a:t>
            </a:r>
            <a:endParaRPr lang="en-US" sz="1200" spc="450" dirty="0">
              <a:solidFill>
                <a:srgbClr val="BFBFB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67512" y="4899850"/>
            <a:ext cx="3680936" cy="400145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0" bIns="0" anchor="t" anchorCtr="0">
            <a:noAutofit/>
          </a:bodyPr>
          <a:lstStyle/>
          <a:p>
            <a:pPr algn="l"/>
            <a:r>
              <a:rPr lang="zh-CN" sz="2000" dirty="0">
                <a:solidFill>
                  <a:srgbClr val="4454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2026 / </a:t>
            </a:r>
            <a:r>
              <a:rPr lang="zh-CN" sz="2000" dirty="0">
                <a:solidFill>
                  <a:srgbClr val="4454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工科数学分析</a:t>
            </a:r>
            <a:endParaRPr lang="zh-CN" sz="2000" dirty="0">
              <a:solidFill>
                <a:srgbClr val="4454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ISLIDE.GUIDESSETTING" val="{&quot;Id&quot;:null,&quot;Name&quot;:&quot;正常&quot;,&quot;HeaderHeight&quot;:15.0,&quot;FooterHeight&quot;:9.0,&quot;SideMargin&quot;:5.5,&quot;TopMargin&quot;:0.0,&quot;BottomMargin&quot;:0.0,&quot;IntervalMargin&quot;:1.5,&quot;SettingType&quot;:&quot;System&quot;}"/>
</p:tagLst>
</file>

<file path=ppt/theme/theme1.xml><?xml version="1.0" encoding="utf-8"?>
<a:theme xmlns:a="http://schemas.openxmlformats.org/drawingml/2006/main" name="Office 主题​​">
  <a:themeElements>
    <a:clrScheme name="SEU">
      <a:dk1>
        <a:sysClr val="windowText" lastClr="000000"/>
      </a:dk1>
      <a:lt1>
        <a:sysClr val="window" lastClr="FFFFFF"/>
      </a:lt1>
      <a:dk2>
        <a:srgbClr val="44546A"/>
      </a:dk2>
      <a:lt2>
        <a:srgbClr val="E3E1DD"/>
      </a:lt2>
      <a:accent1>
        <a:srgbClr val="445437"/>
      </a:accent1>
      <a:accent2>
        <a:srgbClr val="FFCC00"/>
      </a:accent2>
      <a:accent3>
        <a:srgbClr val="2872A1"/>
      </a:accent3>
      <a:accent4>
        <a:srgbClr val="FCB322"/>
      </a:accent4>
      <a:accent5>
        <a:srgbClr val="EA6C00"/>
      </a:accent5>
      <a:accent6>
        <a:srgbClr val="70AD47"/>
      </a:accent6>
      <a:hlink>
        <a:srgbClr val="0563C1"/>
      </a:hlink>
      <a:folHlink>
        <a:srgbClr val="954F72"/>
      </a:folHlink>
    </a:clrScheme>
    <a:fontScheme name="htvr4vcz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12700">
          <a:noFill/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12700">
          <a:solidFill>
            <a:schemeClr val="bg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PLUS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1832</Words>
  <Application>WPS 演示</Application>
  <PresentationFormat>宽屏</PresentationFormat>
  <Paragraphs>326</Paragraphs>
  <Slides>9</Slides>
  <Notes>78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3" baseType="lpstr">
      <vt:lpstr>Arial</vt:lpstr>
      <vt:lpstr>宋体</vt:lpstr>
      <vt:lpstr>Wingdings</vt:lpstr>
      <vt:lpstr>Arial</vt:lpstr>
      <vt:lpstr>微软雅黑</vt:lpstr>
      <vt:lpstr>Calibri</vt:lpstr>
      <vt:lpstr>等线</vt:lpstr>
      <vt:lpstr>Segoe UI</vt:lpstr>
      <vt:lpstr>Segoe UI Light</vt:lpstr>
      <vt:lpstr>Arial Unicode MS</vt:lpstr>
      <vt:lpstr>Cambria Math</vt:lpstr>
      <vt:lpstr>Office 主题​​</vt:lpstr>
      <vt:lpstr>2_OfficePLUS</vt:lpstr>
      <vt:lpstr>Equation.KSEE3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GTD0402</dc:creator>
  <cp:lastModifiedBy>fhq</cp:lastModifiedBy>
  <cp:revision>38</cp:revision>
  <dcterms:created xsi:type="dcterms:W3CDTF">2019-03-11T14:11:00Z</dcterms:created>
  <dcterms:modified xsi:type="dcterms:W3CDTF">2026-10-18T05:36:10Z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iteId">
    <vt:lpwstr>72f988bf-86f1-41af-91ab-2d7cd011db47</vt:lpwstr>
  </property>
  <property fmtid="{D5CDD505-2E9C-101B-9397-08002B2CF9AE}" pid="4" name="MSIP_Label_f42aa342-8706-4288-bd11-ebb85995028c_Owner">
    <vt:lpwstr>v-yunxl@microsoft.com</vt:lpwstr>
  </property>
  <property fmtid="{D5CDD505-2E9C-101B-9397-08002B2CF9AE}" pid="5" name="MSIP_Label_f42aa342-8706-4288-bd11-ebb85995028c_SetDate">
    <vt:lpwstr>2019-04-12T02:41:52.0160681Z</vt:lpwstr>
  </property>
  <property fmtid="{D5CDD505-2E9C-101B-9397-08002B2CF9AE}" pid="6" name="MSIP_Label_f42aa342-8706-4288-bd11-ebb85995028c_Name">
    <vt:lpwstr>General</vt:lpwstr>
  </property>
  <property fmtid="{D5CDD505-2E9C-101B-9397-08002B2CF9AE}" pid="7" name="MSIP_Label_f42aa342-8706-4288-bd11-ebb85995028c_Application">
    <vt:lpwstr>Microsoft Azure Information Protection</vt:lpwstr>
  </property>
  <property fmtid="{D5CDD505-2E9C-101B-9397-08002B2CF9AE}" pid="8" name="MSIP_Label_f42aa342-8706-4288-bd11-ebb85995028c_ActionId">
    <vt:lpwstr>69373f4c-3b11-4ae9-a932-ee563e5098c6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  <property fmtid="{D5CDD505-2E9C-101B-9397-08002B2CF9AE}" pid="11" name="KSOProductBuildVer">
    <vt:lpwstr>2052-12.1.0.19302</vt:lpwstr>
  </property>
  <property fmtid="{D5CDD505-2E9C-101B-9397-08002B2CF9AE}" pid="12" name="ICV">
    <vt:lpwstr>D1017ACAC3664E3C8A4EEA763ADFA7D7_12</vt:lpwstr>
  </property>
</Properties>
</file>