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5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"/>
        <c:varyColors val="0"/>
        <c:ser>
          <c:idx val="0"/>
          <c:order val="0"/>
          <c:tx>
            <c:strRef>
              <c:f>f(x)</c:f>
              <c:strCache>
                <c:ptCount val="1"/>
                <c:pt idx="0">
                  <c:v>f(x)</c:v>
                </c:pt>
              </c:strCache>
            </c:strRef>
          </c:tx>
          <c:spPr>
            <a:ln w="28575" cap="rnd">
              <a:solidFill>
                <a:srgbClr val="445437"/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xVal>
            <c:numRef>
              <c:f>'Chart Data'!$A$2:$A$122</c:f>
              <c:numCache>
                <c:formatCode>General</c:formatCode>
                <c:ptCount val="121"/>
                <c:pt idx="0">
                  <c:v>0</c:v>
                </c:pt>
                <c:pt idx="1">
                  <c:v>0.0065449847</c:v>
                </c:pt>
                <c:pt idx="2">
                  <c:v>0.0130899694</c:v>
                </c:pt>
                <c:pt idx="3">
                  <c:v>0.0196349541</c:v>
                </c:pt>
                <c:pt idx="4">
                  <c:v>0.0261799388</c:v>
                </c:pt>
                <c:pt idx="5">
                  <c:v>0.0327249235</c:v>
                </c:pt>
                <c:pt idx="6">
                  <c:v>0.0392699082</c:v>
                </c:pt>
                <c:pt idx="7">
                  <c:v>0.0458148929</c:v>
                </c:pt>
                <c:pt idx="8">
                  <c:v>0.0523598776</c:v>
                </c:pt>
                <c:pt idx="9">
                  <c:v>0.0589048623</c:v>
                </c:pt>
                <c:pt idx="10">
                  <c:v>0.0654498469</c:v>
                </c:pt>
                <c:pt idx="11">
                  <c:v>0.0719948316</c:v>
                </c:pt>
                <c:pt idx="12">
                  <c:v>0.0785398163</c:v>
                </c:pt>
                <c:pt idx="13">
                  <c:v>0.085084801</c:v>
                </c:pt>
                <c:pt idx="14">
                  <c:v>0.0916297857</c:v>
                </c:pt>
                <c:pt idx="15">
                  <c:v>0.0981747704</c:v>
                </c:pt>
                <c:pt idx="16">
                  <c:v>0.1047197551</c:v>
                </c:pt>
                <c:pt idx="17">
                  <c:v>0.1112647398</c:v>
                </c:pt>
                <c:pt idx="18">
                  <c:v>0.1178097245</c:v>
                </c:pt>
                <c:pt idx="19">
                  <c:v>0.1243547092</c:v>
                </c:pt>
                <c:pt idx="20">
                  <c:v>0.1308996939</c:v>
                </c:pt>
                <c:pt idx="21">
                  <c:v>0.1374446786</c:v>
                </c:pt>
                <c:pt idx="22">
                  <c:v>0.1439896633</c:v>
                </c:pt>
                <c:pt idx="23">
                  <c:v>0.150534648</c:v>
                </c:pt>
                <c:pt idx="24">
                  <c:v>0.1570796327</c:v>
                </c:pt>
                <c:pt idx="25">
                  <c:v>0.1636246174</c:v>
                </c:pt>
                <c:pt idx="26">
                  <c:v>0.1701696021</c:v>
                </c:pt>
                <c:pt idx="27">
                  <c:v>0.1767145868</c:v>
                </c:pt>
                <c:pt idx="28">
                  <c:v>0.1832595715</c:v>
                </c:pt>
                <c:pt idx="29">
                  <c:v>0.1898045562</c:v>
                </c:pt>
                <c:pt idx="30">
                  <c:v>0.1963495408</c:v>
                </c:pt>
                <c:pt idx="31">
                  <c:v>0.2028945255</c:v>
                </c:pt>
                <c:pt idx="32">
                  <c:v>0.2094395102</c:v>
                </c:pt>
                <c:pt idx="33">
                  <c:v>0.2159844949</c:v>
                </c:pt>
                <c:pt idx="34">
                  <c:v>0.2225294796</c:v>
                </c:pt>
                <c:pt idx="35">
                  <c:v>0.2290744643</c:v>
                </c:pt>
                <c:pt idx="36">
                  <c:v>0.235619449</c:v>
                </c:pt>
                <c:pt idx="37">
                  <c:v>0.2421644337</c:v>
                </c:pt>
                <c:pt idx="38">
                  <c:v>0.2487094184</c:v>
                </c:pt>
                <c:pt idx="39">
                  <c:v>0.2552544031</c:v>
                </c:pt>
                <c:pt idx="40">
                  <c:v>0.2617993878</c:v>
                </c:pt>
                <c:pt idx="41">
                  <c:v>0.2683443725</c:v>
                </c:pt>
                <c:pt idx="42">
                  <c:v>0.2748893572</c:v>
                </c:pt>
                <c:pt idx="43">
                  <c:v>0.2814343419</c:v>
                </c:pt>
                <c:pt idx="44">
                  <c:v>0.2879793266</c:v>
                </c:pt>
                <c:pt idx="45">
                  <c:v>0.2945243113</c:v>
                </c:pt>
                <c:pt idx="46">
                  <c:v>0.301069296</c:v>
                </c:pt>
                <c:pt idx="47">
                  <c:v>0.3076142807</c:v>
                </c:pt>
                <c:pt idx="48">
                  <c:v>0.3141592654</c:v>
                </c:pt>
                <c:pt idx="49">
                  <c:v>0.3207042501</c:v>
                </c:pt>
                <c:pt idx="50">
                  <c:v>0.3272492347</c:v>
                </c:pt>
                <c:pt idx="51">
                  <c:v>0.3337942194</c:v>
                </c:pt>
                <c:pt idx="52">
                  <c:v>0.3403392041</c:v>
                </c:pt>
                <c:pt idx="53">
                  <c:v>0.3468841888</c:v>
                </c:pt>
                <c:pt idx="54">
                  <c:v>0.3534291735</c:v>
                </c:pt>
                <c:pt idx="55">
                  <c:v>0.3599741582</c:v>
                </c:pt>
                <c:pt idx="56">
                  <c:v>0.3665191429</c:v>
                </c:pt>
                <c:pt idx="57">
                  <c:v>0.3730641276</c:v>
                </c:pt>
                <c:pt idx="58">
                  <c:v>0.3796091123</c:v>
                </c:pt>
                <c:pt idx="59">
                  <c:v>0.386154097</c:v>
                </c:pt>
                <c:pt idx="60">
                  <c:v>0.3926990817</c:v>
                </c:pt>
                <c:pt idx="61">
                  <c:v>0.3992440664</c:v>
                </c:pt>
                <c:pt idx="62">
                  <c:v>0.4057890511</c:v>
                </c:pt>
                <c:pt idx="63">
                  <c:v>0.4123340358</c:v>
                </c:pt>
                <c:pt idx="64">
                  <c:v>0.4188790205</c:v>
                </c:pt>
                <c:pt idx="65">
                  <c:v>0.4254240052</c:v>
                </c:pt>
                <c:pt idx="66">
                  <c:v>0.4319689899</c:v>
                </c:pt>
                <c:pt idx="67">
                  <c:v>0.4385139746</c:v>
                </c:pt>
                <c:pt idx="68">
                  <c:v>0.4450589593</c:v>
                </c:pt>
                <c:pt idx="69">
                  <c:v>0.451603944</c:v>
                </c:pt>
                <c:pt idx="70">
                  <c:v>0.4581489286</c:v>
                </c:pt>
                <c:pt idx="71">
                  <c:v>0.4646939133</c:v>
                </c:pt>
                <c:pt idx="72">
                  <c:v>0.471238898</c:v>
                </c:pt>
                <c:pt idx="73">
                  <c:v>0.4777838827</c:v>
                </c:pt>
                <c:pt idx="74">
                  <c:v>0.4843288674</c:v>
                </c:pt>
                <c:pt idx="75">
                  <c:v>0.4908738521</c:v>
                </c:pt>
                <c:pt idx="76">
                  <c:v>0.4974188368</c:v>
                </c:pt>
                <c:pt idx="77">
                  <c:v>0.5039638215</c:v>
                </c:pt>
                <c:pt idx="78">
                  <c:v>0.5105088062</c:v>
                </c:pt>
                <c:pt idx="79">
                  <c:v>0.5170537909</c:v>
                </c:pt>
                <c:pt idx="80">
                  <c:v>0.5235987756</c:v>
                </c:pt>
                <c:pt idx="81">
                  <c:v>0.5301437603</c:v>
                </c:pt>
                <c:pt idx="82">
                  <c:v>0.536688745</c:v>
                </c:pt>
                <c:pt idx="83">
                  <c:v>0.5432337297</c:v>
                </c:pt>
                <c:pt idx="84">
                  <c:v>0.5497787144</c:v>
                </c:pt>
                <c:pt idx="85">
                  <c:v>0.5563236991</c:v>
                </c:pt>
                <c:pt idx="86">
                  <c:v>0.5628686838</c:v>
                </c:pt>
                <c:pt idx="87">
                  <c:v>0.5694136685</c:v>
                </c:pt>
                <c:pt idx="88">
                  <c:v>0.5759586532</c:v>
                </c:pt>
                <c:pt idx="89">
                  <c:v>0.5825036379</c:v>
                </c:pt>
                <c:pt idx="90">
                  <c:v>0.5890486225</c:v>
                </c:pt>
                <c:pt idx="91">
                  <c:v>0.5955936072</c:v>
                </c:pt>
                <c:pt idx="92">
                  <c:v>0.6021385919</c:v>
                </c:pt>
                <c:pt idx="93">
                  <c:v>0.6086835766</c:v>
                </c:pt>
                <c:pt idx="94">
                  <c:v>0.6152285613</c:v>
                </c:pt>
                <c:pt idx="95">
                  <c:v>0.621773546</c:v>
                </c:pt>
                <c:pt idx="96">
                  <c:v>0.6283185307</c:v>
                </c:pt>
                <c:pt idx="97">
                  <c:v>0.6348635154</c:v>
                </c:pt>
                <c:pt idx="98">
                  <c:v>0.6414085001</c:v>
                </c:pt>
                <c:pt idx="99">
                  <c:v>0.6479534848</c:v>
                </c:pt>
                <c:pt idx="100">
                  <c:v>0.6544984695</c:v>
                </c:pt>
                <c:pt idx="101">
                  <c:v>0.6610434542</c:v>
                </c:pt>
                <c:pt idx="102">
                  <c:v>0.6675884389</c:v>
                </c:pt>
                <c:pt idx="103">
                  <c:v>0.6741334236</c:v>
                </c:pt>
                <c:pt idx="104">
                  <c:v>0.6806784083</c:v>
                </c:pt>
                <c:pt idx="105">
                  <c:v>0.687223393</c:v>
                </c:pt>
                <c:pt idx="106">
                  <c:v>0.6937683777</c:v>
                </c:pt>
                <c:pt idx="107">
                  <c:v>0.7003133624</c:v>
                </c:pt>
                <c:pt idx="108">
                  <c:v>0.7068583471</c:v>
                </c:pt>
                <c:pt idx="109">
                  <c:v>0.7134033318</c:v>
                </c:pt>
                <c:pt idx="110">
                  <c:v>0.7199483164</c:v>
                </c:pt>
                <c:pt idx="111">
                  <c:v>0.7264933011</c:v>
                </c:pt>
                <c:pt idx="112">
                  <c:v>0.7330382858</c:v>
                </c:pt>
                <c:pt idx="113">
                  <c:v>0.7395832705</c:v>
                </c:pt>
                <c:pt idx="114">
                  <c:v>0.7461282552</c:v>
                </c:pt>
                <c:pt idx="115">
                  <c:v>0.7526732399</c:v>
                </c:pt>
                <c:pt idx="116">
                  <c:v>0.7592182246</c:v>
                </c:pt>
                <c:pt idx="117">
                  <c:v>0.7657632093</c:v>
                </c:pt>
                <c:pt idx="118">
                  <c:v>0.772308194</c:v>
                </c:pt>
                <c:pt idx="119">
                  <c:v>0.7788531787</c:v>
                </c:pt>
                <c:pt idx="120">
                  <c:v>0.7853981634</c:v>
                </c:pt>
              </c:numCache>
            </c:numRef>
          </c:xVal>
          <c:yVal>
            <c:numRef>
              <c:f>'Chart Data'!$B$2:$B$122</c:f>
              <c:numCache>
                <c:formatCode>0.0</c:formatCode>
                <c:ptCount val="121"/>
                <c:pt idx="0">
                  <c:v>4</c:v>
                </c:pt>
                <c:pt idx="1">
                  <c:v>4.0004283208</c:v>
                </c:pt>
                <c:pt idx="2">
                  <c:v>4.0017127146</c:v>
                </c:pt>
                <c:pt idx="3">
                  <c:v>4.0038514757</c:v>
                </c:pt>
                <c:pt idx="4">
                  <c:v>4.0068417635</c:v>
                </c:pt>
                <c:pt idx="5">
                  <c:v>4.0106796053</c:v>
                </c:pt>
                <c:pt idx="6">
                  <c:v>4.0153599008</c:v>
                </c:pt>
                <c:pt idx="7">
                  <c:v>4.0208764275</c:v>
                </c:pt>
                <c:pt idx="8">
                  <c:v>4.0272218475</c:v>
                </c:pt>
                <c:pt idx="9">
                  <c:v>4.0343877152</c:v>
                </c:pt>
                <c:pt idx="10">
                  <c:v>4.0423644867</c:v>
                </c:pt>
                <c:pt idx="11">
                  <c:v>4.0511415299</c:v>
                </c:pt>
                <c:pt idx="12">
                  <c:v>4.0607071362</c:v>
                </c:pt>
                <c:pt idx="13">
                  <c:v>4.0710485326</c:v>
                </c:pt>
                <c:pt idx="14">
                  <c:v>4.0821518963</c:v>
                </c:pt>
                <c:pt idx="15">
                  <c:v>4.094002369</c:v>
                </c:pt>
                <c:pt idx="16">
                  <c:v>4.1065840731</c:v>
                </c:pt>
                <c:pt idx="17">
                  <c:v>4.1198801288</c:v>
                </c:pt>
                <c:pt idx="18">
                  <c:v>4.1338726725</c:v>
                </c:pt>
                <c:pt idx="19">
                  <c:v>4.1485428759</c:v>
                </c:pt>
                <c:pt idx="20">
                  <c:v>4.1638709666</c:v>
                </c:pt>
                <c:pt idx="21">
                  <c:v>4.1798362489</c:v>
                </c:pt>
                <c:pt idx="22">
                  <c:v>4.1964171266</c:v>
                </c:pt>
                <c:pt idx="23">
                  <c:v>4.2135911264</c:v>
                </c:pt>
                <c:pt idx="24">
                  <c:v>4.2313349218</c:v>
                </c:pt>
                <c:pt idx="25">
                  <c:v>4.2496243584</c:v>
                </c:pt>
                <c:pt idx="26">
                  <c:v>4.2684344802</c:v>
                </c:pt>
                <c:pt idx="27">
                  <c:v>4.2877395563</c:v>
                </c:pt>
                <c:pt idx="28">
                  <c:v>4.3075131088</c:v>
                </c:pt>
                <c:pt idx="29">
                  <c:v>4.3277279415</c:v>
                </c:pt>
                <c:pt idx="30">
                  <c:v>4.348356169</c:v>
                </c:pt>
                <c:pt idx="31">
                  <c:v>4.3693692471</c:v>
                </c:pt>
                <c:pt idx="32">
                  <c:v>4.3907380037</c:v>
                </c:pt>
                <c:pt idx="33">
                  <c:v>4.4124326698</c:v>
                </c:pt>
                <c:pt idx="34">
                  <c:v>4.4344229123</c:v>
                </c:pt>
                <c:pt idx="35">
                  <c:v>4.4566778666</c:v>
                </c:pt>
                <c:pt idx="36">
                  <c:v>4.4791661696</c:v>
                </c:pt>
                <c:pt idx="37">
                  <c:v>4.5018559942</c:v>
                </c:pt>
                <c:pt idx="38">
                  <c:v>4.5247150832</c:v>
                </c:pt>
                <c:pt idx="39">
                  <c:v>4.5477107845</c:v>
                </c:pt>
                <c:pt idx="40">
                  <c:v>4.5708100863</c:v>
                </c:pt>
                <c:pt idx="41">
                  <c:v>4.5939796528</c:v>
                </c:pt>
                <c:pt idx="42">
                  <c:v>4.6171858603</c:v>
                </c:pt>
                <c:pt idx="43">
                  <c:v>4.6403948334</c:v>
                </c:pt>
                <c:pt idx="44">
                  <c:v>4.6635724821</c:v>
                </c:pt>
                <c:pt idx="45">
                  <c:v>4.6866845383</c:v>
                </c:pt>
                <c:pt idx="46">
                  <c:v>4.7096965931</c:v>
                </c:pt>
                <c:pt idx="47">
                  <c:v>4.7325741337</c:v>
                </c:pt>
                <c:pt idx="48">
                  <c:v>4.7552825815</c:v>
                </c:pt>
                <c:pt idx="49">
                  <c:v>4.7777873288</c:v>
                </c:pt>
                <c:pt idx="50">
                  <c:v>4.8000537767</c:v>
                </c:pt>
                <c:pt idx="51">
                  <c:v>4.8220473727</c:v>
                </c:pt>
                <c:pt idx="52">
                  <c:v>4.8437336477</c:v>
                </c:pt>
                <c:pt idx="53">
                  <c:v>4.8650782539</c:v>
                </c:pt>
                <c:pt idx="54">
                  <c:v>4.8860470016</c:v>
                </c:pt>
                <c:pt idx="55">
                  <c:v>4.9066058968</c:v>
                </c:pt>
                <c:pt idx="56">
                  <c:v>4.9267211776</c:v>
                </c:pt>
                <c:pt idx="57">
                  <c:v>4.946359351</c:v>
                </c:pt>
                <c:pt idx="58">
                  <c:v>4.9654872297</c:v>
                </c:pt>
                <c:pt idx="59">
                  <c:v>4.9840719673</c:v>
                </c:pt>
                <c:pt idx="60">
                  <c:v>5.0020810949</c:v>
                </c:pt>
                <c:pt idx="61">
                  <c:v>5.0194825559</c:v>
                </c:pt>
                <c:pt idx="62">
                  <c:v>5.036244741</c:v>
                </c:pt>
                <c:pt idx="63">
                  <c:v>5.0523365224</c:v>
                </c:pt>
                <c:pt idx="64">
                  <c:v>5.0677272882</c:v>
                </c:pt>
                <c:pt idx="65">
                  <c:v>5.0823869753</c:v>
                </c:pt>
                <c:pt idx="66">
                  <c:v>5.0962861021</c:v>
                </c:pt>
                <c:pt idx="67">
                  <c:v>5.1093958014</c:v>
                </c:pt>
                <c:pt idx="68">
                  <c:v>5.1216878508</c:v>
                </c:pt>
                <c:pt idx="69">
                  <c:v>5.1331347044</c:v>
                </c:pt>
                <c:pt idx="70">
                  <c:v>5.1437095228</c:v>
                </c:pt>
                <c:pt idx="71">
                  <c:v>5.1533862019</c:v>
                </c:pt>
                <c:pt idx="72">
                  <c:v>5.1621394021</c:v>
                </c:pt>
                <c:pt idx="73">
                  <c:v>5.169944576</c:v>
                </c:pt>
                <c:pt idx="74">
                  <c:v>5.1767779948</c:v>
                </c:pt>
                <c:pt idx="75">
                  <c:v>5.1826167751</c:v>
                </c:pt>
                <c:pt idx="76">
                  <c:v>5.1874389036</c:v>
                </c:pt>
                <c:pt idx="77">
                  <c:v>5.1912232615</c:v>
                </c:pt>
                <c:pt idx="78">
                  <c:v>5.1939496477</c:v>
                </c:pt>
                <c:pt idx="79">
                  <c:v>5.1955988013</c:v>
                </c:pt>
                <c:pt idx="80">
                  <c:v>5.1961524227</c:v>
                </c:pt>
                <c:pt idx="81">
                  <c:v>5.1955931942</c:v>
                </c:pt>
                <c:pt idx="82">
                  <c:v>5.193904799</c:v>
                </c:pt>
                <c:pt idx="83">
                  <c:v>5.1910719395</c:v>
                </c:pt>
                <c:pt idx="84">
                  <c:v>5.1870803543</c:v>
                </c:pt>
                <c:pt idx="85">
                  <c:v>5.1819168344</c:v>
                </c:pt>
                <c:pt idx="86">
                  <c:v>5.175569238</c:v>
                </c:pt>
                <c:pt idx="87">
                  <c:v>5.1680265043</c:v>
                </c:pt>
                <c:pt idx="88">
                  <c:v>5.159278666</c:v>
                </c:pt>
                <c:pt idx="89">
                  <c:v>5.1493168609</c:v>
                </c:pt>
                <c:pt idx="90">
                  <c:v>5.1381333419</c:v>
                </c:pt>
                <c:pt idx="91">
                  <c:v>5.1257214866</c:v>
                </c:pt>
                <c:pt idx="92">
                  <c:v>5.1120758045</c:v>
                </c:pt>
                <c:pt idx="93">
                  <c:v>5.0971919443</c:v>
                </c:pt>
                <c:pt idx="94">
                  <c:v>5.081066699</c:v>
                </c:pt>
                <c:pt idx="95">
                  <c:v>5.0636980104</c:v>
                </c:pt>
                <c:pt idx="96">
                  <c:v>5.0450849719</c:v>
                </c:pt>
                <c:pt idx="97">
                  <c:v>5.0252278303</c:v>
                </c:pt>
                <c:pt idx="98">
                  <c:v>5.0041279867</c:v>
                </c:pt>
                <c:pt idx="99">
                  <c:v>4.9817879955</c:v>
                </c:pt>
                <c:pt idx="100">
                  <c:v>4.9582115628</c:v>
                </c:pt>
                <c:pt idx="101">
                  <c:v>4.9334035431</c:v>
                </c:pt>
                <c:pt idx="102">
                  <c:v>4.9073699348</c:v>
                </c:pt>
                <c:pt idx="103">
                  <c:v>4.8801178753</c:v>
                </c:pt>
                <c:pt idx="104">
                  <c:v>4.8516556336</c:v>
                </c:pt>
                <c:pt idx="105">
                  <c:v>4.8219926025</c:v>
                </c:pt>
                <c:pt idx="106">
                  <c:v>4.7911392899</c:v>
                </c:pt>
                <c:pt idx="107">
                  <c:v>4.7591073076</c:v>
                </c:pt>
                <c:pt idx="108">
                  <c:v>4.7259093605</c:v>
                </c:pt>
                <c:pt idx="109">
                  <c:v>4.6915592338</c:v>
                </c:pt>
                <c:pt idx="110">
                  <c:v>4.6560717789</c:v>
                </c:pt>
                <c:pt idx="111">
                  <c:v>4.6194628987</c:v>
                </c:pt>
                <c:pt idx="112">
                  <c:v>4.5817495312</c:v>
                </c:pt>
                <c:pt idx="113">
                  <c:v>4.5429496327</c:v>
                </c:pt>
                <c:pt idx="114">
                  <c:v>4.5030821595</c:v>
                </c:pt>
                <c:pt idx="115">
                  <c:v>4.4621670481</c:v>
                </c:pt>
                <c:pt idx="116">
                  <c:v>4.4202251954</c:v>
                </c:pt>
                <c:pt idx="117">
                  <c:v>4.3772784369</c:v>
                </c:pt>
                <c:pt idx="118">
                  <c:v>4.3333495246</c:v>
                </c:pt>
                <c:pt idx="119">
                  <c:v>4.2884621035</c:v>
                </c:pt>
                <c:pt idx="120">
                  <c:v>4.2426406871</c:v>
                </c:pt>
              </c:numCache>
            </c:numRef>
          </c:y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50112"/>
        <c:scaling>
          <c:orientation val="minMax"/>
          <c:max val="0.8"/>
          <c:min val="0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>
                    <a:latin typeface="微软雅黑"/>
                    <a:ea typeface="微软雅黑"/>
                    <a:cs typeface="微软雅黑"/>
                  </a:rPr>
                  <a:t>x（弧度）</a:t>
                </a:r>
                <a:endParaRPr>
                  <a:latin typeface="微软雅黑"/>
                  <a:ea typeface="微软雅黑"/>
                  <a:cs typeface="微软雅黑"/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crossBetween val="midCat"/>
        <c:majorUnit val="0.2"/>
      </c:valAx>
      <c:valAx>
        <c:axId val="48672768"/>
        <c:scaling>
          <c:orientation val="minMax"/>
          <c:max val="5.4"/>
          <c:min val="3.8"/>
        </c:scaling>
        <c:delete val="0"/>
        <c:axPos val="l"/>
        <c:majorGridlines>
          <c:spPr>
            <a:ln w="9525">
              <a:solidFill>
                <a:srgbClr val="D7DDD2"/>
              </a:solidFill>
              <a:prstDash val="solid"/>
              <a:round/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es val="autoZero"/>
        <c:crossBetween val="midCat"/>
        <c:majorUnit val="0.4"/>
      </c:valAx>
      <c:spPr>
        <a:solidFill>
          <a:srgbClr val="FFFFFF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17848e54-0f14-48f6-8407-b920455f8a7c}"/>
      </c:ext>
    </c:extLst>
  </c:chart>
  <c:spPr>
    <a:solidFill>
      <a:srgbClr val="FFFFFF"/>
    </a:solidFill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"/>
        <c:varyColors val="0"/>
        <c:ser>
          <c:idx val="0"/>
          <c:order val="0"/>
          <c:tx>
            <c:strRef>
              <c:f>M(φ)</c:f>
              <c:strCache>
                <c:ptCount val="1"/>
                <c:pt idx="0">
                  <c:v>M(φ)</c:v>
                </c:pt>
              </c:strCache>
            </c:strRef>
          </c:tx>
          <c:spPr>
            <a:ln w="28575" cap="rnd">
              <a:solidFill>
                <a:srgbClr val="445437"/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xVal>
            <c:numRef>
              <c:f>'Chart Data'!$A$2:$A$182</c:f>
              <c:numCache>
                <c:formatCode>General</c:formatCode>
                <c:ptCount val="181"/>
                <c:pt idx="0">
                  <c:v>0</c:v>
                </c:pt>
                <c:pt idx="1">
                  <c:v>0.0111111111</c:v>
                </c:pt>
                <c:pt idx="2">
                  <c:v>0.0222222222</c:v>
                </c:pt>
                <c:pt idx="3">
                  <c:v>0.0333333333</c:v>
                </c:pt>
                <c:pt idx="4">
                  <c:v>0.0444444444</c:v>
                </c:pt>
                <c:pt idx="5">
                  <c:v>0.0555555556</c:v>
                </c:pt>
                <c:pt idx="6">
                  <c:v>0.0666666667</c:v>
                </c:pt>
                <c:pt idx="7">
                  <c:v>0.0777777778</c:v>
                </c:pt>
                <c:pt idx="8">
                  <c:v>0.0888888889</c:v>
                </c:pt>
                <c:pt idx="9">
                  <c:v>0.1</c:v>
                </c:pt>
                <c:pt idx="10">
                  <c:v>0.1111111111</c:v>
                </c:pt>
                <c:pt idx="11">
                  <c:v>0.1222222222</c:v>
                </c:pt>
                <c:pt idx="12">
                  <c:v>0.1333333333</c:v>
                </c:pt>
                <c:pt idx="13">
                  <c:v>0.1444444444</c:v>
                </c:pt>
                <c:pt idx="14">
                  <c:v>0.1555555556</c:v>
                </c:pt>
                <c:pt idx="15">
                  <c:v>0.1666666667</c:v>
                </c:pt>
                <c:pt idx="16">
                  <c:v>0.1777777778</c:v>
                </c:pt>
                <c:pt idx="17">
                  <c:v>0.1888888889</c:v>
                </c:pt>
                <c:pt idx="18">
                  <c:v>0.2</c:v>
                </c:pt>
                <c:pt idx="19">
                  <c:v>0.2111111111</c:v>
                </c:pt>
                <c:pt idx="20">
                  <c:v>0.2222222222</c:v>
                </c:pt>
                <c:pt idx="21">
                  <c:v>0.2333333333</c:v>
                </c:pt>
                <c:pt idx="22">
                  <c:v>0.2444444444</c:v>
                </c:pt>
                <c:pt idx="23">
                  <c:v>0.2555555556</c:v>
                </c:pt>
                <c:pt idx="24">
                  <c:v>0.2666666667</c:v>
                </c:pt>
                <c:pt idx="25">
                  <c:v>0.2777777778</c:v>
                </c:pt>
                <c:pt idx="26">
                  <c:v>0.2888888889</c:v>
                </c:pt>
                <c:pt idx="27">
                  <c:v>0.3</c:v>
                </c:pt>
                <c:pt idx="28">
                  <c:v>0.3111111111</c:v>
                </c:pt>
                <c:pt idx="29">
                  <c:v>0.3222222222</c:v>
                </c:pt>
                <c:pt idx="30">
                  <c:v>0.3333333333</c:v>
                </c:pt>
                <c:pt idx="31">
                  <c:v>0.3444444444</c:v>
                </c:pt>
                <c:pt idx="32">
                  <c:v>0.3555555556</c:v>
                </c:pt>
                <c:pt idx="33">
                  <c:v>0.3666666667</c:v>
                </c:pt>
                <c:pt idx="34">
                  <c:v>0.3777777778</c:v>
                </c:pt>
                <c:pt idx="35">
                  <c:v>0.3888888889</c:v>
                </c:pt>
                <c:pt idx="36">
                  <c:v>0.4</c:v>
                </c:pt>
                <c:pt idx="37">
                  <c:v>0.4111111111</c:v>
                </c:pt>
                <c:pt idx="38">
                  <c:v>0.4222222222</c:v>
                </c:pt>
                <c:pt idx="39">
                  <c:v>0.4333333333</c:v>
                </c:pt>
                <c:pt idx="40">
                  <c:v>0.4444444444</c:v>
                </c:pt>
                <c:pt idx="41">
                  <c:v>0.4555555556</c:v>
                </c:pt>
                <c:pt idx="42">
                  <c:v>0.4666666667</c:v>
                </c:pt>
                <c:pt idx="43">
                  <c:v>0.4777777778</c:v>
                </c:pt>
                <c:pt idx="44">
                  <c:v>0.4888888889</c:v>
                </c:pt>
                <c:pt idx="45">
                  <c:v>0.5</c:v>
                </c:pt>
                <c:pt idx="46">
                  <c:v>0.5111111111</c:v>
                </c:pt>
                <c:pt idx="47">
                  <c:v>0.5222222222</c:v>
                </c:pt>
                <c:pt idx="48">
                  <c:v>0.5333333333</c:v>
                </c:pt>
                <c:pt idx="49">
                  <c:v>0.5444444444</c:v>
                </c:pt>
                <c:pt idx="50">
                  <c:v>0.5555555556</c:v>
                </c:pt>
                <c:pt idx="51">
                  <c:v>0.5666666667</c:v>
                </c:pt>
                <c:pt idx="52">
                  <c:v>0.5777777778</c:v>
                </c:pt>
                <c:pt idx="53">
                  <c:v>0.5888888889</c:v>
                </c:pt>
                <c:pt idx="54">
                  <c:v>0.6</c:v>
                </c:pt>
                <c:pt idx="55">
                  <c:v>0.6111111111</c:v>
                </c:pt>
                <c:pt idx="56">
                  <c:v>0.6222222222</c:v>
                </c:pt>
                <c:pt idx="57">
                  <c:v>0.6333333333</c:v>
                </c:pt>
                <c:pt idx="58">
                  <c:v>0.6444444444</c:v>
                </c:pt>
                <c:pt idx="59">
                  <c:v>0.6555555556</c:v>
                </c:pt>
                <c:pt idx="60">
                  <c:v>0.6666666667</c:v>
                </c:pt>
                <c:pt idx="61">
                  <c:v>0.6777777778</c:v>
                </c:pt>
                <c:pt idx="62">
                  <c:v>0.6888888889</c:v>
                </c:pt>
                <c:pt idx="63">
                  <c:v>0.7</c:v>
                </c:pt>
                <c:pt idx="64">
                  <c:v>0.7111111111</c:v>
                </c:pt>
                <c:pt idx="65">
                  <c:v>0.7222222222</c:v>
                </c:pt>
                <c:pt idx="66">
                  <c:v>0.7333333333</c:v>
                </c:pt>
                <c:pt idx="67">
                  <c:v>0.7444444444</c:v>
                </c:pt>
                <c:pt idx="68">
                  <c:v>0.7555555556</c:v>
                </c:pt>
                <c:pt idx="69">
                  <c:v>0.7666666667</c:v>
                </c:pt>
                <c:pt idx="70">
                  <c:v>0.7777777778</c:v>
                </c:pt>
                <c:pt idx="71">
                  <c:v>0.7888888889</c:v>
                </c:pt>
                <c:pt idx="72">
                  <c:v>0.8</c:v>
                </c:pt>
                <c:pt idx="73">
                  <c:v>0.8111111111</c:v>
                </c:pt>
                <c:pt idx="74">
                  <c:v>0.8222222222</c:v>
                </c:pt>
                <c:pt idx="75">
                  <c:v>0.8333333333</c:v>
                </c:pt>
                <c:pt idx="76">
                  <c:v>0.8444444444</c:v>
                </c:pt>
                <c:pt idx="77">
                  <c:v>0.8555555556</c:v>
                </c:pt>
                <c:pt idx="78">
                  <c:v>0.8666666667</c:v>
                </c:pt>
                <c:pt idx="79">
                  <c:v>0.8777777778</c:v>
                </c:pt>
                <c:pt idx="80">
                  <c:v>0.8888888889</c:v>
                </c:pt>
                <c:pt idx="81">
                  <c:v>0.9</c:v>
                </c:pt>
                <c:pt idx="82">
                  <c:v>0.9111111111</c:v>
                </c:pt>
                <c:pt idx="83">
                  <c:v>0.9222222222</c:v>
                </c:pt>
                <c:pt idx="84">
                  <c:v>0.9333333333</c:v>
                </c:pt>
                <c:pt idx="85">
                  <c:v>0.9444444444</c:v>
                </c:pt>
                <c:pt idx="86">
                  <c:v>0.9555555556</c:v>
                </c:pt>
                <c:pt idx="87">
                  <c:v>0.9666666667</c:v>
                </c:pt>
                <c:pt idx="88">
                  <c:v>0.9777777778</c:v>
                </c:pt>
                <c:pt idx="89">
                  <c:v>0.9888888889</c:v>
                </c:pt>
                <c:pt idx="90">
                  <c:v>1</c:v>
                </c:pt>
                <c:pt idx="91">
                  <c:v>1.0111111111</c:v>
                </c:pt>
                <c:pt idx="92">
                  <c:v>1.0222222222</c:v>
                </c:pt>
                <c:pt idx="93">
                  <c:v>1.0333333333</c:v>
                </c:pt>
                <c:pt idx="94">
                  <c:v>1.0444444444</c:v>
                </c:pt>
                <c:pt idx="95">
                  <c:v>1.0555555556</c:v>
                </c:pt>
                <c:pt idx="96">
                  <c:v>1.0666666667</c:v>
                </c:pt>
                <c:pt idx="97">
                  <c:v>1.0777777778</c:v>
                </c:pt>
                <c:pt idx="98">
                  <c:v>1.0888888889</c:v>
                </c:pt>
                <c:pt idx="99">
                  <c:v>1.1</c:v>
                </c:pt>
                <c:pt idx="100">
                  <c:v>1.1111111111</c:v>
                </c:pt>
                <c:pt idx="101">
                  <c:v>1.1222222222</c:v>
                </c:pt>
                <c:pt idx="102">
                  <c:v>1.1333333333</c:v>
                </c:pt>
                <c:pt idx="103">
                  <c:v>1.1444444444</c:v>
                </c:pt>
                <c:pt idx="104">
                  <c:v>1.1555555556</c:v>
                </c:pt>
                <c:pt idx="105">
                  <c:v>1.1666666667</c:v>
                </c:pt>
                <c:pt idx="106">
                  <c:v>1.1777777778</c:v>
                </c:pt>
                <c:pt idx="107">
                  <c:v>1.1888888889</c:v>
                </c:pt>
                <c:pt idx="108">
                  <c:v>1.2</c:v>
                </c:pt>
                <c:pt idx="109">
                  <c:v>1.2111111111</c:v>
                </c:pt>
                <c:pt idx="110">
                  <c:v>1.2222222222</c:v>
                </c:pt>
                <c:pt idx="111">
                  <c:v>1.2333333333</c:v>
                </c:pt>
                <c:pt idx="112">
                  <c:v>1.2444444444</c:v>
                </c:pt>
                <c:pt idx="113">
                  <c:v>1.2555555556</c:v>
                </c:pt>
                <c:pt idx="114">
                  <c:v>1.2666666667</c:v>
                </c:pt>
                <c:pt idx="115">
                  <c:v>1.2777777778</c:v>
                </c:pt>
                <c:pt idx="116">
                  <c:v>1.2888888889</c:v>
                </c:pt>
                <c:pt idx="117">
                  <c:v>1.3</c:v>
                </c:pt>
                <c:pt idx="118">
                  <c:v>1.3111111111</c:v>
                </c:pt>
                <c:pt idx="119">
                  <c:v>1.3222222222</c:v>
                </c:pt>
                <c:pt idx="120">
                  <c:v>1.3333333333</c:v>
                </c:pt>
                <c:pt idx="121">
                  <c:v>1.3444444444</c:v>
                </c:pt>
                <c:pt idx="122">
                  <c:v>1.3555555556</c:v>
                </c:pt>
                <c:pt idx="123">
                  <c:v>1.3666666667</c:v>
                </c:pt>
                <c:pt idx="124">
                  <c:v>1.3777777778</c:v>
                </c:pt>
                <c:pt idx="125">
                  <c:v>1.3888888889</c:v>
                </c:pt>
                <c:pt idx="126">
                  <c:v>1.4</c:v>
                </c:pt>
                <c:pt idx="127">
                  <c:v>1.4111111111</c:v>
                </c:pt>
                <c:pt idx="128">
                  <c:v>1.4222222222</c:v>
                </c:pt>
                <c:pt idx="129">
                  <c:v>1.4333333333</c:v>
                </c:pt>
                <c:pt idx="130">
                  <c:v>1.4444444444</c:v>
                </c:pt>
                <c:pt idx="131">
                  <c:v>1.4555555556</c:v>
                </c:pt>
                <c:pt idx="132">
                  <c:v>1.4666666667</c:v>
                </c:pt>
                <c:pt idx="133">
                  <c:v>1.4777777778</c:v>
                </c:pt>
                <c:pt idx="134">
                  <c:v>1.4888888889</c:v>
                </c:pt>
                <c:pt idx="135">
                  <c:v>1.5</c:v>
                </c:pt>
                <c:pt idx="136">
                  <c:v>1.5111111111</c:v>
                </c:pt>
                <c:pt idx="137">
                  <c:v>1.5222222222</c:v>
                </c:pt>
                <c:pt idx="138">
                  <c:v>1.5333333333</c:v>
                </c:pt>
                <c:pt idx="139">
                  <c:v>1.5444444444</c:v>
                </c:pt>
                <c:pt idx="140">
                  <c:v>1.5555555556</c:v>
                </c:pt>
                <c:pt idx="141">
                  <c:v>1.5666666667</c:v>
                </c:pt>
                <c:pt idx="142">
                  <c:v>1.5777777778</c:v>
                </c:pt>
                <c:pt idx="143">
                  <c:v>1.5888888889</c:v>
                </c:pt>
                <c:pt idx="144">
                  <c:v>1.6</c:v>
                </c:pt>
                <c:pt idx="145">
                  <c:v>1.6111111111</c:v>
                </c:pt>
                <c:pt idx="146">
                  <c:v>1.6222222222</c:v>
                </c:pt>
                <c:pt idx="147">
                  <c:v>1.6333333333</c:v>
                </c:pt>
                <c:pt idx="148">
                  <c:v>1.6444444444</c:v>
                </c:pt>
                <c:pt idx="149">
                  <c:v>1.6555555556</c:v>
                </c:pt>
                <c:pt idx="150">
                  <c:v>1.6666666667</c:v>
                </c:pt>
                <c:pt idx="151">
                  <c:v>1.6777777778</c:v>
                </c:pt>
                <c:pt idx="152">
                  <c:v>1.6888888889</c:v>
                </c:pt>
                <c:pt idx="153">
                  <c:v>1.7</c:v>
                </c:pt>
                <c:pt idx="154">
                  <c:v>1.7111111111</c:v>
                </c:pt>
                <c:pt idx="155">
                  <c:v>1.7222222222</c:v>
                </c:pt>
                <c:pt idx="156">
                  <c:v>1.7333333333</c:v>
                </c:pt>
                <c:pt idx="157">
                  <c:v>1.7444444444</c:v>
                </c:pt>
                <c:pt idx="158">
                  <c:v>1.7555555556</c:v>
                </c:pt>
                <c:pt idx="159">
                  <c:v>1.7666666667</c:v>
                </c:pt>
                <c:pt idx="160">
                  <c:v>1.7777777778</c:v>
                </c:pt>
                <c:pt idx="161">
                  <c:v>1.7888888889</c:v>
                </c:pt>
                <c:pt idx="162">
                  <c:v>1.8</c:v>
                </c:pt>
                <c:pt idx="163">
                  <c:v>1.8111111111</c:v>
                </c:pt>
                <c:pt idx="164">
                  <c:v>1.8222222222</c:v>
                </c:pt>
                <c:pt idx="165">
                  <c:v>1.8333333333</c:v>
                </c:pt>
                <c:pt idx="166">
                  <c:v>1.8444444444</c:v>
                </c:pt>
                <c:pt idx="167">
                  <c:v>1.8555555556</c:v>
                </c:pt>
                <c:pt idx="168">
                  <c:v>1.8666666667</c:v>
                </c:pt>
                <c:pt idx="169">
                  <c:v>1.8777777778</c:v>
                </c:pt>
                <c:pt idx="170">
                  <c:v>1.8888888889</c:v>
                </c:pt>
                <c:pt idx="171">
                  <c:v>1.9</c:v>
                </c:pt>
                <c:pt idx="172">
                  <c:v>1.9111111111</c:v>
                </c:pt>
                <c:pt idx="173">
                  <c:v>1.9222222222</c:v>
                </c:pt>
                <c:pt idx="174">
                  <c:v>1.9333333333</c:v>
                </c:pt>
                <c:pt idx="175">
                  <c:v>1.9444444444</c:v>
                </c:pt>
                <c:pt idx="176">
                  <c:v>1.9555555556</c:v>
                </c:pt>
                <c:pt idx="177">
                  <c:v>1.9666666667</c:v>
                </c:pt>
                <c:pt idx="178">
                  <c:v>1.9777777778</c:v>
                </c:pt>
                <c:pt idx="179">
                  <c:v>1.9888888889</c:v>
                </c:pt>
                <c:pt idx="180">
                  <c:v>2</c:v>
                </c:pt>
              </c:numCache>
            </c:numRef>
          </c:xVal>
          <c:yVal>
            <c:numRef>
              <c:f>'Chart Data'!$B$2:$B$182</c:f>
              <c:numCache>
                <c:formatCode>0.0</c:formatCode>
                <c:ptCount val="181"/>
                <c:pt idx="0">
                  <c:v>5.1961524227</c:v>
                </c:pt>
                <c:pt idx="1">
                  <c:v>5.2135176815</c:v>
                </c:pt>
                <c:pt idx="2">
                  <c:v>5.2307064822</c:v>
                </c:pt>
                <c:pt idx="3">
                  <c:v>5.2477182428</c:v>
                </c:pt>
                <c:pt idx="4">
                  <c:v>5.2645523877</c:v>
                </c:pt>
                <c:pt idx="5">
                  <c:v>5.2812083471</c:v>
                </c:pt>
                <c:pt idx="6">
                  <c:v>5.2976855572</c:v>
                </c:pt>
                <c:pt idx="7">
                  <c:v>5.3139834603</c:v>
                </c:pt>
                <c:pt idx="8">
                  <c:v>5.3301015048</c:v>
                </c:pt>
                <c:pt idx="9">
                  <c:v>5.3460391451</c:v>
                </c:pt>
                <c:pt idx="10">
                  <c:v>5.3617958419</c:v>
                </c:pt>
                <c:pt idx="11">
                  <c:v>5.3773710619</c:v>
                </c:pt>
                <c:pt idx="12">
                  <c:v>5.3927642778</c:v>
                </c:pt>
                <c:pt idx="13">
                  <c:v>5.4079749687</c:v>
                </c:pt>
                <c:pt idx="14">
                  <c:v>5.4230026197</c:v>
                </c:pt>
                <c:pt idx="15">
                  <c:v>5.4378467222</c:v>
                </c:pt>
                <c:pt idx="16">
                  <c:v>5.4525067738</c:v>
                </c:pt>
                <c:pt idx="17">
                  <c:v>5.4669822784</c:v>
                </c:pt>
                <c:pt idx="18">
                  <c:v>5.4812727459</c:v>
                </c:pt>
                <c:pt idx="19">
                  <c:v>5.4953776926</c:v>
                </c:pt>
                <c:pt idx="20">
                  <c:v>5.5092966413</c:v>
                </c:pt>
                <c:pt idx="21">
                  <c:v>5.5230291207</c:v>
                </c:pt>
                <c:pt idx="22">
                  <c:v>5.5365746661</c:v>
                </c:pt>
                <c:pt idx="23">
                  <c:v>5.5499328191</c:v>
                </c:pt>
                <c:pt idx="24">
                  <c:v>5.5631031274</c:v>
                </c:pt>
                <c:pt idx="25">
                  <c:v>5.5760851454</c:v>
                </c:pt>
                <c:pt idx="26">
                  <c:v>5.5888784336</c:v>
                </c:pt>
                <c:pt idx="27">
                  <c:v>5.601482559</c:v>
                </c:pt>
                <c:pt idx="28">
                  <c:v>5.613897095</c:v>
                </c:pt>
                <c:pt idx="29">
                  <c:v>5.6261216215</c:v>
                </c:pt>
                <c:pt idx="30">
                  <c:v>5.6381557247</c:v>
                </c:pt>
                <c:pt idx="31">
                  <c:v>5.6499989973</c:v>
                </c:pt>
                <c:pt idx="32">
                  <c:v>5.6616510384</c:v>
                </c:pt>
                <c:pt idx="33">
                  <c:v>5.6731114536</c:v>
                </c:pt>
                <c:pt idx="34">
                  <c:v>5.6843798551</c:v>
                </c:pt>
                <c:pt idx="35">
                  <c:v>5.6954558614</c:v>
                </c:pt>
                <c:pt idx="36">
                  <c:v>5.7063390978</c:v>
                </c:pt>
                <c:pt idx="37">
                  <c:v>5.7170291957</c:v>
                </c:pt>
                <c:pt idx="38">
                  <c:v>5.7275257935</c:v>
                </c:pt>
                <c:pt idx="39">
                  <c:v>5.7378285358</c:v>
                </c:pt>
                <c:pt idx="40">
                  <c:v>5.7479370739</c:v>
                </c:pt>
                <c:pt idx="41">
                  <c:v>5.7578510657</c:v>
                </c:pt>
                <c:pt idx="42">
                  <c:v>5.7675701756</c:v>
                </c:pt>
                <c:pt idx="43">
                  <c:v>5.7770940747</c:v>
                </c:pt>
                <c:pt idx="44">
                  <c:v>5.7864224407</c:v>
                </c:pt>
                <c:pt idx="45">
                  <c:v>5.7955549577</c:v>
                </c:pt>
                <c:pt idx="46">
                  <c:v>5.8044913168</c:v>
                </c:pt>
                <c:pt idx="47">
                  <c:v>5.8132312154</c:v>
                </c:pt>
                <c:pt idx="48">
                  <c:v>5.8217743577</c:v>
                </c:pt>
                <c:pt idx="49">
                  <c:v>5.8301204545</c:v>
                </c:pt>
                <c:pt idx="50">
                  <c:v>5.8382692235</c:v>
                </c:pt>
                <c:pt idx="51">
                  <c:v>5.8462203887</c:v>
                </c:pt>
                <c:pt idx="52">
                  <c:v>5.8539736811</c:v>
                </c:pt>
                <c:pt idx="53">
                  <c:v>5.8615288382</c:v>
                </c:pt>
                <c:pt idx="54">
                  <c:v>5.8688856044</c:v>
                </c:pt>
                <c:pt idx="55">
                  <c:v>5.8760437306</c:v>
                </c:pt>
                <c:pt idx="56">
                  <c:v>5.8830029745</c:v>
                </c:pt>
                <c:pt idx="57">
                  <c:v>5.8897631007</c:v>
                </c:pt>
                <c:pt idx="58">
                  <c:v>5.8963238802</c:v>
                </c:pt>
                <c:pt idx="59">
                  <c:v>5.9026850911</c:v>
                </c:pt>
                <c:pt idx="60">
                  <c:v>5.9088465181</c:v>
                </c:pt>
                <c:pt idx="61">
                  <c:v>5.9148079525</c:v>
                </c:pt>
                <c:pt idx="62">
                  <c:v>5.9205691927</c:v>
                </c:pt>
                <c:pt idx="63">
                  <c:v>5.9261300436</c:v>
                </c:pt>
                <c:pt idx="64">
                  <c:v>5.931490317</c:v>
                </c:pt>
                <c:pt idx="65">
                  <c:v>5.9366498315</c:v>
                </c:pt>
                <c:pt idx="66">
                  <c:v>5.9416084124</c:v>
                </c:pt>
                <c:pt idx="67">
                  <c:v>5.946365892</c:v>
                </c:pt>
                <c:pt idx="68">
                  <c:v>5.9509221092</c:v>
                </c:pt>
                <c:pt idx="69">
                  <c:v>5.9552769098</c:v>
                </c:pt>
                <c:pt idx="70">
                  <c:v>5.9594301465</c:v>
                </c:pt>
                <c:pt idx="71">
                  <c:v>5.9633816785</c:v>
                </c:pt>
                <c:pt idx="72">
                  <c:v>5.9671313722</c:v>
                </c:pt>
                <c:pt idx="73">
                  <c:v>5.9706791007</c:v>
                </c:pt>
                <c:pt idx="74">
                  <c:v>5.9740247439</c:v>
                </c:pt>
                <c:pt idx="75">
                  <c:v>5.9771681886</c:v>
                </c:pt>
                <c:pt idx="76">
                  <c:v>5.9801093283</c:v>
                </c:pt>
                <c:pt idx="77">
                  <c:v>5.9828480635</c:v>
                </c:pt>
                <c:pt idx="78">
                  <c:v>5.9853843016</c:v>
                </c:pt>
                <c:pt idx="79">
                  <c:v>5.9877179566</c:v>
                </c:pt>
                <c:pt idx="80">
                  <c:v>5.9898489496</c:v>
                </c:pt>
                <c:pt idx="81">
                  <c:v>5.9917772085</c:v>
                </c:pt>
                <c:pt idx="82">
                  <c:v>5.993502668</c:v>
                </c:pt>
                <c:pt idx="83">
                  <c:v>5.9950252697</c:v>
                </c:pt>
                <c:pt idx="84">
                  <c:v>5.9963449621</c:v>
                </c:pt>
                <c:pt idx="85">
                  <c:v>5.9974617005</c:v>
                </c:pt>
                <c:pt idx="86">
                  <c:v>5.9983754471</c:v>
                </c:pt>
                <c:pt idx="87">
                  <c:v>5.9990861709</c:v>
                </c:pt>
                <c:pt idx="88">
                  <c:v>5.999593848</c:v>
                </c:pt>
                <c:pt idx="89">
                  <c:v>5.9998984611</c:v>
                </c:pt>
                <c:pt idx="90">
                  <c:v>6</c:v>
                </c:pt>
                <c:pt idx="91">
                  <c:v>5.9998984611</c:v>
                </c:pt>
                <c:pt idx="92">
                  <c:v>5.999593848</c:v>
                </c:pt>
                <c:pt idx="93">
                  <c:v>5.9990861709</c:v>
                </c:pt>
                <c:pt idx="94">
                  <c:v>5.9983754471</c:v>
                </c:pt>
                <c:pt idx="95">
                  <c:v>5.9974617005</c:v>
                </c:pt>
                <c:pt idx="96">
                  <c:v>5.9963449621</c:v>
                </c:pt>
                <c:pt idx="97">
                  <c:v>5.9950252697</c:v>
                </c:pt>
                <c:pt idx="98">
                  <c:v>5.993502668</c:v>
                </c:pt>
                <c:pt idx="99">
                  <c:v>5.9917772085</c:v>
                </c:pt>
                <c:pt idx="100">
                  <c:v>5.9898489496</c:v>
                </c:pt>
                <c:pt idx="101">
                  <c:v>5.9877179566</c:v>
                </c:pt>
                <c:pt idx="102">
                  <c:v>5.9853843016</c:v>
                </c:pt>
                <c:pt idx="103">
                  <c:v>5.9828480635</c:v>
                </c:pt>
                <c:pt idx="104">
                  <c:v>5.9801093283</c:v>
                </c:pt>
                <c:pt idx="105">
                  <c:v>5.9771681886</c:v>
                </c:pt>
                <c:pt idx="106">
                  <c:v>5.9740247439</c:v>
                </c:pt>
                <c:pt idx="107">
                  <c:v>5.9706791007</c:v>
                </c:pt>
                <c:pt idx="108">
                  <c:v>5.9671313722</c:v>
                </c:pt>
                <c:pt idx="109">
                  <c:v>5.9633816785</c:v>
                </c:pt>
                <c:pt idx="110">
                  <c:v>5.9594301465</c:v>
                </c:pt>
                <c:pt idx="111">
                  <c:v>5.9552769098</c:v>
                </c:pt>
                <c:pt idx="112">
                  <c:v>5.9509221092</c:v>
                </c:pt>
                <c:pt idx="113">
                  <c:v>5.946365892</c:v>
                </c:pt>
                <c:pt idx="114">
                  <c:v>5.9416084124</c:v>
                </c:pt>
                <c:pt idx="115">
                  <c:v>5.9366498315</c:v>
                </c:pt>
                <c:pt idx="116">
                  <c:v>5.931490317</c:v>
                </c:pt>
                <c:pt idx="117">
                  <c:v>5.9261300436</c:v>
                </c:pt>
                <c:pt idx="118">
                  <c:v>5.9205691927</c:v>
                </c:pt>
                <c:pt idx="119">
                  <c:v>5.9148079525</c:v>
                </c:pt>
                <c:pt idx="120">
                  <c:v>5.9088465181</c:v>
                </c:pt>
                <c:pt idx="121">
                  <c:v>5.9026850911</c:v>
                </c:pt>
                <c:pt idx="122">
                  <c:v>5.8963238802</c:v>
                </c:pt>
                <c:pt idx="123">
                  <c:v>5.8897631007</c:v>
                </c:pt>
                <c:pt idx="124">
                  <c:v>5.8830029745</c:v>
                </c:pt>
                <c:pt idx="125">
                  <c:v>5.8760437306</c:v>
                </c:pt>
                <c:pt idx="126">
                  <c:v>5.8688856044</c:v>
                </c:pt>
                <c:pt idx="127">
                  <c:v>5.8615288382</c:v>
                </c:pt>
                <c:pt idx="128">
                  <c:v>5.8539736811</c:v>
                </c:pt>
                <c:pt idx="129">
                  <c:v>5.8462203887</c:v>
                </c:pt>
                <c:pt idx="130">
                  <c:v>5.8382692235</c:v>
                </c:pt>
                <c:pt idx="131">
                  <c:v>5.8301204545</c:v>
                </c:pt>
                <c:pt idx="132">
                  <c:v>5.8217743577</c:v>
                </c:pt>
                <c:pt idx="133">
                  <c:v>5.8132312154</c:v>
                </c:pt>
                <c:pt idx="134">
                  <c:v>5.8044913168</c:v>
                </c:pt>
                <c:pt idx="135">
                  <c:v>5.7955549577</c:v>
                </c:pt>
                <c:pt idx="136">
                  <c:v>5.7864224407</c:v>
                </c:pt>
                <c:pt idx="137">
                  <c:v>5.7770940747</c:v>
                </c:pt>
                <c:pt idx="138">
                  <c:v>5.7675701756</c:v>
                </c:pt>
                <c:pt idx="139">
                  <c:v>5.7578510657</c:v>
                </c:pt>
                <c:pt idx="140">
                  <c:v>5.7479370739</c:v>
                </c:pt>
                <c:pt idx="141">
                  <c:v>5.7378285358</c:v>
                </c:pt>
                <c:pt idx="142">
                  <c:v>5.7275257935</c:v>
                </c:pt>
                <c:pt idx="143">
                  <c:v>5.7170291957</c:v>
                </c:pt>
                <c:pt idx="144">
                  <c:v>5.7063390978</c:v>
                </c:pt>
                <c:pt idx="145">
                  <c:v>5.6954558614</c:v>
                </c:pt>
                <c:pt idx="146">
                  <c:v>5.6843798551</c:v>
                </c:pt>
                <c:pt idx="147">
                  <c:v>5.6731114536</c:v>
                </c:pt>
                <c:pt idx="148">
                  <c:v>5.6616510384</c:v>
                </c:pt>
                <c:pt idx="149">
                  <c:v>5.6499989973</c:v>
                </c:pt>
                <c:pt idx="150">
                  <c:v>5.6381557247</c:v>
                </c:pt>
                <c:pt idx="151">
                  <c:v>5.6261216215</c:v>
                </c:pt>
                <c:pt idx="152">
                  <c:v>5.613897095</c:v>
                </c:pt>
                <c:pt idx="153">
                  <c:v>5.601482559</c:v>
                </c:pt>
                <c:pt idx="154">
                  <c:v>5.5888784336</c:v>
                </c:pt>
                <c:pt idx="155">
                  <c:v>5.5760851454</c:v>
                </c:pt>
                <c:pt idx="156">
                  <c:v>5.5631031274</c:v>
                </c:pt>
                <c:pt idx="157">
                  <c:v>5.5499328191</c:v>
                </c:pt>
                <c:pt idx="158">
                  <c:v>5.5365746661</c:v>
                </c:pt>
                <c:pt idx="159">
                  <c:v>5.5230291207</c:v>
                </c:pt>
                <c:pt idx="160">
                  <c:v>5.5092966413</c:v>
                </c:pt>
                <c:pt idx="161">
                  <c:v>5.4953776926</c:v>
                </c:pt>
                <c:pt idx="162">
                  <c:v>5.4812727459</c:v>
                </c:pt>
                <c:pt idx="163">
                  <c:v>5.4669822784</c:v>
                </c:pt>
                <c:pt idx="164">
                  <c:v>5.4525067738</c:v>
                </c:pt>
                <c:pt idx="165">
                  <c:v>5.4378467222</c:v>
                </c:pt>
                <c:pt idx="166">
                  <c:v>5.4230026197</c:v>
                </c:pt>
                <c:pt idx="167">
                  <c:v>5.4079749687</c:v>
                </c:pt>
                <c:pt idx="168">
                  <c:v>5.3927642778</c:v>
                </c:pt>
                <c:pt idx="169">
                  <c:v>5.3773710619</c:v>
                </c:pt>
                <c:pt idx="170">
                  <c:v>5.3617958419</c:v>
                </c:pt>
                <c:pt idx="171">
                  <c:v>5.3460391451</c:v>
                </c:pt>
                <c:pt idx="172">
                  <c:v>5.3301015048</c:v>
                </c:pt>
                <c:pt idx="173">
                  <c:v>5.3139834603</c:v>
                </c:pt>
                <c:pt idx="174">
                  <c:v>5.2976855572</c:v>
                </c:pt>
                <c:pt idx="175">
                  <c:v>5.2812083471</c:v>
                </c:pt>
                <c:pt idx="176">
                  <c:v>5.2645523877</c:v>
                </c:pt>
                <c:pt idx="177">
                  <c:v>5.2477182428</c:v>
                </c:pt>
                <c:pt idx="178">
                  <c:v>5.2307064822</c:v>
                </c:pt>
                <c:pt idx="179">
                  <c:v>5.2135176815</c:v>
                </c:pt>
                <c:pt idx="180">
                  <c:v>5.1961524227</c:v>
                </c:pt>
              </c:numCache>
            </c:numRef>
          </c:yVal>
          <c:smooth val="1"/>
        </c:ser>
        <c:ser>
          <c:idx val="1"/>
          <c:order val="1"/>
          <c:tx>
            <c:strRef>
              <c:f>3√3</c:f>
              <c:strCache>
                <c:ptCount val="1"/>
                <c:pt idx="0">
                  <c:v>3√3</c:v>
                </c:pt>
              </c:strCache>
            </c:strRef>
          </c:tx>
          <c:spPr>
            <a:ln w="19050" cap="rnd">
              <a:solidFill>
                <a:srgbClr val="FCB322"/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xVal>
            <c:numRef>
              <c:f>'Chart Data'!$C$2:$C$3</c:f>
              <c:numCache>
                <c:formatCode>General</c:formatCode>
                <c:ptCount val="2"/>
                <c:pt idx="0">
                  <c:v>0</c:v>
                </c:pt>
                <c:pt idx="1">
                  <c:v>2</c:v>
                </c:pt>
              </c:numCache>
            </c:numRef>
          </c:xVal>
          <c:yVal>
            <c:numRef>
              <c:f>'Chart Data'!$D$2:$D$3</c:f>
              <c:numCache>
                <c:formatCode>0.0</c:formatCode>
                <c:ptCount val="2"/>
                <c:pt idx="0">
                  <c:v>5.1961524227</c:v>
                </c:pt>
                <c:pt idx="1">
                  <c:v>5.1961524227</c:v>
                </c:pt>
              </c:numCache>
            </c:numRef>
          </c:y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50112"/>
        <c:scaling>
          <c:orientation val="minMax"/>
          <c:max val="2"/>
          <c:min val="0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>
                    <a:latin typeface="微软雅黑"/>
                    <a:ea typeface="微软雅黑"/>
                    <a:cs typeface="微软雅黑"/>
                  </a:rPr>
                  <a:t>φ / π</a:t>
                </a:r>
                <a:endParaRPr>
                  <a:latin typeface="微软雅黑"/>
                  <a:ea typeface="微软雅黑"/>
                  <a:cs typeface="微软雅黑"/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75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crossBetween val="midCat"/>
        <c:majorUnit val="0.5"/>
      </c:valAx>
      <c:valAx>
        <c:axId val="48672768"/>
        <c:scaling>
          <c:orientation val="minMax"/>
          <c:max val="6.2"/>
          <c:min val="5"/>
        </c:scaling>
        <c:delete val="0"/>
        <c:axPos val="l"/>
        <c:majorGridlines>
          <c:spPr>
            <a:ln w="9525">
              <a:solidFill>
                <a:srgbClr val="D7DDD2"/>
              </a:solidFill>
              <a:prstDash val="solid"/>
              <a:round/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75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es val="autoZero"/>
        <c:crossBetween val="midCat"/>
        <c:majorUnit val="0.2"/>
      </c:valAx>
      <c:spPr>
        <a:solidFill>
          <a:srgbClr val="FFFFFF"/>
        </a:solidFill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350" b="0" i="0" u="none" strike="noStrike" kern="1200" baseline="0">
              <a:solidFill>
                <a:schemeClr val="tx1"/>
              </a:solidFill>
              <a:latin typeface="微软雅黑"/>
              <a:ea typeface="微软雅黑"/>
              <a:cs typeface="微软雅黑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9223ddd4-d16d-4c5f-83fa-b1bace6052d0}"/>
      </c:ext>
    </c:extLst>
  </c:chart>
  <c:spPr>
    <a:solidFill>
      <a:srgbClr val="FFFFFF"/>
    </a:solidFill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题目：2025 年普通高等学校招生全国统一考试，新课标 I 卷数学第 19 题（17 分）。原题以用户截图为准。模板由用户提供，沿用其校园图片、校徽和主题。由 Codex 协助完成，未使用 dsh。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本页数学推导为本次独立推导。题目原文来自用户提供的截图。版式、校徽和校园图片来自用户提供的《东南大学PPT.pptx》。</a:t>
            </a:r>
          </a:p>
          <a:p>
            <a:r>
              <a:t>公开试卷（转载扫描件）：https://imgs.app.gaokaozhitongche.com/resource/pdf/paper/202506/20250608092719_BNLTo2.pdf 。不将转载页面称作官方发布源。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本页数学推导为本次独立推导。题目原文来自用户提供的截图。版式、校徽和校园图片来自用户提供的《东南大学PPT.pptx》。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本页数学推导为本次独立推导。题目原文来自用户提供的截图。版式、校徽和校园图片来自用户提供的《东南大学PPT.pptx》。</a:t>
            </a:r>
          </a:p>
          <a:p>
            <a:r>
              <a:t>图表数据为函数在 [0,π/4] 的121个等距采样点，只作图示。导数符号已给出严格的最大值证明。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本页数学推导为本次独立推导。题目原文来自用户提供的截图。版式、校徽和校园图片来自用户提供的《东南大学PPT.pptx》。</a:t>
            </a:r>
          </a:p>
          <a:p>
            <a:r>
              <a:t>完整性：开区间之间的间隔长度为 2π−2θ＞0。若一个实区间跨过两个分支，必含中间间隔中的点，与 cos y＞cos θ 矛盾。端点严格不等式来自开区间包含关系。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本页数学推导为本次独立推导。题目原文来自用户提供的截图。版式、校徽和校园图片来自用户提供的《东南大学PPT.pptx》。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本页数学推导为本次独立推导。题目原文来自用户提供的截图。版式、校徽和校园图片来自用户提供的《东南大学PPT.pptx》。</a:t>
            </a:r>
          </a:p>
          <a:p>
            <a:r>
              <a:t>原命题为存在 φ，使对所有 x 有 Fφ(x)≤b。等价于存在 φ 使 M(φ)≤b。证明 M(φ)≥3√3 对所有 φ 成立，并证明 M(0)=3√3，即得到 b 的最小值。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本页数学推导为本次独立推导。题目原文来自用户提供的截图。版式、校徽和校园图片来自用户提供的《东南大学PPT.pptx》。</a:t>
            </a:r>
          </a:p>
          <a:p>
            <a:r>
              <a:t>参数选择依据：限制 |x|≤α 可使 5cos x≥5cos α。把 y=5x+φ 放在长度10α的区间内，第二问取 θ=5α。取 α=π/6 后，5cos α−cos(5α)=3√3，与第一问候选值一致。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本页数学推导为本次独立推导。题目原文来自用户提供的截图。版式、校徽和校园图片来自用户提供的《东南大学PPT.pptx》。</a:t>
            </a:r>
          </a:p>
          <a:p>
            <a:r>
              <a:t>cos5x=16cos⁵x−20cos³x+5cosx，所以 5cosx−cos5x=20t³−16t⁵。负半区间 h≤0；正半区间导数符号给出全局最大值。等号可在 x=±π/6+2kπ 处取到。不能用第一问的有限区间结论直接替代本页证明。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本页数学推导为本次独立推导。题目原文来自用户提供的截图。版式、校徽和校园图片来自用户提供的《东南大学PPT.pptx》。</a:t>
            </a:r>
          </a:p>
          <a:p>
            <a:r>
              <a:t>数据来自提交包的验证代码.py和验证结果.json。计算721个等距相位，图中每4点取1点展示。每个相位的最大值通过两族驻点和端点计算，不仅是在x网格上扫描。浮点容差1e-10。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本页数学推导为本次独立推导。题目原文来自用户提供的截图。版式、校徽和校园图片来自用户提供的《东南大学PPT.pptx》。</a:t>
            </a:r>
          </a:p>
          <a:p>
            <a:r>
              <a:t>没有使用或声称使用 DeepSeek Harness。页面所列为提示词整理，不是逐字聊天日志或虚构的外部模型调用记录。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本页数学推导为本次独立推导。题目原文来自用户提供的截图。版式、校徽和校园图片来自用户提供的《东南大学PPT.pptx》。</a:t>
            </a:r>
          </a:p>
          <a:p>
            <a:r>
              <a:t>页面代码为核心片段。完整文件中使用 math.pi（PI）并同时返回最大值位置。phi∈[0,2π) 后，k=-1,...,7 覆盖两族在[0,2π]中的全部候选点。数学上驻点与端点穷举完备，实际运算采用浮点数。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本页数学推导为本次独立推导。题目原文来自用户提供的截图。版式、校徽和校园图片来自用户提供的《东南大学PPT.pptx》。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5" Type="http://schemas.openxmlformats.org/officeDocument/2006/relationships/image" Target="../media/image2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/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2">
            <a:alphaModFix amt="15000"/>
          </a:blip>
          <a:srcRect t="7878" r="35125" b="7878"/>
          <a:stretch>
            <a:fillRect/>
          </a:stretch>
        </p:blipFill>
        <p:spPr>
          <a:xfrm>
            <a:off x="4282440" y="0"/>
            <a:ext cx="7909560" cy="6858000"/>
          </a:xfrm>
          <a:prstGeom prst="rect">
            <a:avLst/>
          </a:prstGeom>
        </p:spPr>
      </p:pic>
      <p:sp>
        <p:nvSpPr>
          <p:cNvPr id="12" name="矩形 1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2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5" name="任意多边形: 形状 14"/>
          <p:cNvSpPr>
            <a:spLocks noGrp="1"/>
          </p:cNvSpPr>
          <p:nvPr/>
        </p:nvSpPr>
        <p:spPr>
          <a:xfrm rot="17975649">
            <a:off x="7764318" y="3492461"/>
            <a:ext cx="6834393" cy="1557383"/>
          </a:xfrm>
          <a:custGeom>
            <a:avLst/>
            <a:gdLst>
              <a:gd name="connsiteX0" fmla="*/ 4887162 w 6834393"/>
              <a:gd name="connsiteY0" fmla="*/ 1105918 h 1557383"/>
              <a:gd name="connsiteX1" fmla="*/ 4092251 w 6834393"/>
              <a:gd name="connsiteY1" fmla="*/ 1557383 h 1557383"/>
              <a:gd name="connsiteX2" fmla="*/ 884506 w 6834393"/>
              <a:gd name="connsiteY2" fmla="*/ 1557383 h 1557383"/>
              <a:gd name="connsiteX3" fmla="*/ 628100 w 6834393"/>
              <a:gd name="connsiteY3" fmla="*/ 1105918 h 1557383"/>
              <a:gd name="connsiteX4" fmla="*/ 6834393 w 6834393"/>
              <a:gd name="connsiteY4" fmla="*/ 0 h 1557383"/>
              <a:gd name="connsiteX5" fmla="*/ 6039483 w 6834393"/>
              <a:gd name="connsiteY5" fmla="*/ 451465 h 1557383"/>
              <a:gd name="connsiteX6" fmla="*/ 256407 w 6834393"/>
              <a:gd name="connsiteY6" fmla="*/ 451465 h 1557383"/>
              <a:gd name="connsiteX7" fmla="*/ 0 w 6834393"/>
              <a:gd name="connsiteY7" fmla="*/ 0 h 1557383"/>
            </a:gdLst>
            <a:ahLst/>
            <a:cxnLst/>
            <a:rect l="l" t="t" r="r" b="b"/>
            <a:pathLst>
              <a:path w="6834393" h="1557383">
                <a:moveTo>
                  <a:pt x="4887162" y="1105918"/>
                </a:moveTo>
                <a:lnTo>
                  <a:pt x="4092251" y="1557383"/>
                </a:lnTo>
                <a:lnTo>
                  <a:pt x="884506" y="1557383"/>
                </a:lnTo>
                <a:lnTo>
                  <a:pt x="628100" y="1105918"/>
                </a:lnTo>
                <a:close/>
                <a:moveTo>
                  <a:pt x="6834393" y="0"/>
                </a:moveTo>
                <a:lnTo>
                  <a:pt x="6039483" y="451465"/>
                </a:lnTo>
                <a:lnTo>
                  <a:pt x="256407" y="45146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16" name="任意多边形: 形状 15"/>
          <p:cNvSpPr>
            <a:spLocks noGrp="1"/>
          </p:cNvSpPr>
          <p:nvPr/>
        </p:nvSpPr>
        <p:spPr>
          <a:xfrm rot="17975649">
            <a:off x="8726108" y="4052302"/>
            <a:ext cx="5546729" cy="1557384"/>
          </a:xfrm>
          <a:custGeom>
            <a:avLst/>
            <a:gdLst>
              <a:gd name="connsiteX0" fmla="*/ 3599499 w 5546729"/>
              <a:gd name="connsiteY0" fmla="*/ 1105919 h 1557384"/>
              <a:gd name="connsiteX1" fmla="*/ 2804588 w 5546729"/>
              <a:gd name="connsiteY1" fmla="*/ 1557384 h 1557384"/>
              <a:gd name="connsiteX2" fmla="*/ 884507 w 5546729"/>
              <a:gd name="connsiteY2" fmla="*/ 1557383 h 1557384"/>
              <a:gd name="connsiteX3" fmla="*/ 628100 w 5546729"/>
              <a:gd name="connsiteY3" fmla="*/ 1105919 h 1557384"/>
              <a:gd name="connsiteX4" fmla="*/ 5546729 w 5546729"/>
              <a:gd name="connsiteY4" fmla="*/ 1 h 1557384"/>
              <a:gd name="connsiteX5" fmla="*/ 4751818 w 5546729"/>
              <a:gd name="connsiteY5" fmla="*/ 451466 h 1557384"/>
              <a:gd name="connsiteX6" fmla="*/ 256407 w 5546729"/>
              <a:gd name="connsiteY6" fmla="*/ 451465 h 1557384"/>
              <a:gd name="connsiteX7" fmla="*/ 0 w 5546729"/>
              <a:gd name="connsiteY7" fmla="*/ 0 h 1557384"/>
            </a:gdLst>
            <a:ahLst/>
            <a:cxnLst/>
            <a:rect l="l" t="t" r="r" b="b"/>
            <a:pathLst>
              <a:path w="5546729" h="1557384">
                <a:moveTo>
                  <a:pt x="3599499" y="1105919"/>
                </a:moveTo>
                <a:lnTo>
                  <a:pt x="2804588" y="1557384"/>
                </a:lnTo>
                <a:lnTo>
                  <a:pt x="884507" y="1557383"/>
                </a:lnTo>
                <a:lnTo>
                  <a:pt x="628100" y="1105919"/>
                </a:lnTo>
                <a:close/>
                <a:moveTo>
                  <a:pt x="5546729" y="1"/>
                </a:moveTo>
                <a:lnTo>
                  <a:pt x="4751818" y="451466"/>
                </a:lnTo>
                <a:lnTo>
                  <a:pt x="256407" y="45146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2"/>
          <a:srcRect l="7353" t="7878" r="35125" b="7878"/>
          <a:stretch>
            <a:fillRect/>
          </a:stretch>
        </p:blipFill>
        <p:spPr>
          <a:xfrm>
            <a:off x="5178924" y="0"/>
            <a:ext cx="7013076" cy="6858000"/>
          </a:xfrm>
        </p:spPr>
      </p:pic>
      <p:sp>
        <p:nvSpPr>
          <p:cNvPr id="22" name="直接连接符 21"/>
          <p:cNvSpPr>
            <a:spLocks noGrp="1"/>
          </p:cNvSpPr>
          <p:nvPr/>
        </p:nvSpPr>
        <p:spPr>
          <a:xfrm>
            <a:off x="667503" y="4839800"/>
            <a:ext cx="493268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312015"/>
            <a:ext cx="1375700" cy="437285"/>
          </a:xfrm>
          <a:prstGeom prst="rect">
            <a:avLst/>
          </a:prstGeom>
        </p:spPr>
      </p:pic>
      <p:sp>
        <p:nvSpPr>
          <p:cNvPr id="26" name="文本占位符 25"/>
          <p:cNvSpPr>
            <a:spLocks noGrp="1"/>
          </p:cNvSpPr>
          <p:nvPr>
            <p:ph type="body" idx="10" hasCustomPrompt="1"/>
          </p:nvPr>
        </p:nvSpPr>
        <p:spPr>
          <a:xfrm>
            <a:off x="667503" y="2749690"/>
            <a:ext cx="5798382" cy="8788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5400" b="1" spc="100" baseline="0">
                <a:solidFill>
                  <a:schemeClr val="accent1"/>
                </a:solidFill>
                <a:latin typeface="+mj-ea"/>
                <a:ea typeface="+mj-ea"/>
                <a:cs typeface="+mj-ea"/>
              </a:defRPr>
            </a:lvl1pPr>
          </a:lstStyle>
          <a:p>
            <a:pPr lvl="0">
              <a:buNone/>
            </a:pPr>
            <a:r>
              <a:t>请输入你的大标题</a:t>
            </a:r>
          </a:p>
        </p:txBody>
      </p:sp>
      <p:sp>
        <p:nvSpPr>
          <p:cNvPr id="27" name="文本占位符 25"/>
          <p:cNvSpPr>
            <a:spLocks noGrp="1"/>
          </p:cNvSpPr>
          <p:nvPr>
            <p:ph type="body" idx="11" hasCustomPrompt="1"/>
          </p:nvPr>
        </p:nvSpPr>
        <p:spPr>
          <a:xfrm>
            <a:off x="667503" y="1869834"/>
            <a:ext cx="5798382" cy="8788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5400" b="0" spc="100" baseline="0">
                <a:latin typeface="+mj-ea"/>
                <a:ea typeface="+mj-ea"/>
                <a:cs typeface="+mj-ea"/>
              </a:defRPr>
            </a:lvl1pPr>
          </a:lstStyle>
          <a:p>
            <a:pPr lvl="0">
              <a:buNone/>
            </a:pPr>
            <a:r>
              <a:t>请输入答辩类型</a:t>
            </a:r>
          </a:p>
        </p:txBody>
      </p:sp>
      <p:sp>
        <p:nvSpPr>
          <p:cNvPr id="29" name="文本占位符 28"/>
          <p:cNvSpPr>
            <a:spLocks noGrp="1"/>
          </p:cNvSpPr>
          <p:nvPr>
            <p:ph type="body" idx="12" hasCustomPrompt="1"/>
          </p:nvPr>
        </p:nvSpPr>
        <p:spPr>
          <a:xfrm>
            <a:off x="667503" y="3641672"/>
            <a:ext cx="5798382" cy="286232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>
              <a:lnSpc>
                <a:spcPct val="100000"/>
              </a:lnSpc>
              <a:buNone/>
              <a:defRPr sz="1200" spc="550" baseline="0">
                <a:solidFill>
                  <a:schemeClr val="bg1">
                    <a:lumMod val="7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>
            <a:pPr lvl="0">
              <a:buNone/>
            </a:pPr>
            <a:r>
              <a:t>Supporting Your Text Here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i="1" spc="300">
                <a:solidFill>
                  <a:schemeClr val="accent1"/>
                </a:solidFill>
                <a:latin typeface="+mn-ea"/>
                <a:ea typeface="+mn-ea"/>
                <a:cs typeface="+mn-ea"/>
              </a:rPr>
              <a:t>止于至善</a:t>
            </a:r>
            <a:endParaRPr spc="30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>
            <a:alphaModFix amt="10000"/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任意多边形: 形状 17"/>
          <p:cNvSpPr>
            <a:spLocks noGrp="1"/>
          </p:cNvSpPr>
          <p:nvPr/>
        </p:nvSpPr>
        <p:spPr>
          <a:xfrm>
            <a:off x="0" y="0"/>
            <a:ext cx="5953266" cy="6858000"/>
          </a:xfrm>
          <a:custGeom>
            <a:avLst/>
            <a:gdLst>
              <a:gd name="connsiteX0" fmla="*/ 0 w 5953266"/>
              <a:gd name="connsiteY0" fmla="*/ 0 h 6858000"/>
              <a:gd name="connsiteX1" fmla="*/ 4026732 w 5953266"/>
              <a:gd name="connsiteY1" fmla="*/ 0 h 6858000"/>
              <a:gd name="connsiteX2" fmla="*/ 4359910 w 5953266"/>
              <a:gd name="connsiteY2" fmla="*/ 252902 h 6858000"/>
              <a:gd name="connsiteX3" fmla="*/ 5953266 w 5953266"/>
              <a:gd name="connsiteY3" fmla="*/ 3682471 h 6858000"/>
              <a:gd name="connsiteX4" fmla="*/ 4670843 w 5953266"/>
              <a:gd name="connsiteY4" fmla="*/ 6825186 h 6858000"/>
              <a:gd name="connsiteX5" fmla="*/ 4635274 w 5953266"/>
              <a:gd name="connsiteY5" fmla="*/ 6858000 h 6858000"/>
              <a:gd name="connsiteX6" fmla="*/ 0 w 5953266"/>
              <a:gd name="connsiteY6" fmla="*/ 6858000 h 6858000"/>
            </a:gdLst>
            <a:ahLst/>
            <a:cxnLst/>
            <a:rect l="l" t="t" r="r" b="b"/>
            <a:pathLst>
              <a:path w="5953266" h="6858000">
                <a:moveTo>
                  <a:pt x="0" y="0"/>
                </a:moveTo>
                <a:lnTo>
                  <a:pt x="4026732" y="0"/>
                </a:lnTo>
                <a:lnTo>
                  <a:pt x="4359910" y="252902"/>
                </a:lnTo>
                <a:cubicBezTo>
                  <a:pt x="5333013" y="1068083"/>
                  <a:pt x="5953266" y="2301751"/>
                  <a:pt x="5953266" y="3682471"/>
                </a:cubicBezTo>
                <a:cubicBezTo>
                  <a:pt x="5953266" y="4909778"/>
                  <a:pt x="5463189" y="6020895"/>
                  <a:pt x="4670843" y="6825186"/>
                </a:cubicBezTo>
                <a:lnTo>
                  <a:pt x="463527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90000"/>
            </a:schemeClr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122" name="图片 121"/>
          <p:cNvPicPr>
            <a:picLocks noChangeAspect="1"/>
          </p:cNvPicPr>
          <p:nvPr/>
        </p:nvPicPr>
        <p:blipFill>
          <a:blip r:embed="rId3"/>
          <a:srcRect l="35649" t="16934" b="16934"/>
          <a:stretch>
            <a:fillRect/>
          </a:stretch>
        </p:blipFill>
        <p:spPr>
          <a:xfrm>
            <a:off x="2" y="0"/>
            <a:ext cx="6677201" cy="6858000"/>
          </a:xfrm>
        </p:spPr>
      </p:pic>
      <p:pic>
        <p:nvPicPr>
          <p:cNvPr id="121" name="图片 120"/>
          <p:cNvPicPr>
            <a:picLocks noChangeAspect="1"/>
          </p:cNvPicPr>
          <p:nvPr/>
        </p:nvPicPr>
        <p:blipFill>
          <a:blip r:embed="rId4">
            <a:alphaModFix amt="3000"/>
          </a:blip>
          <a:srcRect l="33973" t="9127" b="14811"/>
          <a:stretch>
            <a:fillRect/>
          </a:stretch>
        </p:blipFill>
        <p:spPr>
          <a:xfrm>
            <a:off x="0" y="0"/>
            <a:ext cx="5953266" cy="6858000"/>
          </a:xfrm>
        </p:spPr>
      </p:pic>
      <p:sp>
        <p:nvSpPr>
          <p:cNvPr id="9" name="矩形 8"/>
          <p:cNvSpPr>
            <a:spLocks noGrp="1"/>
          </p:cNvSpPr>
          <p:nvPr/>
        </p:nvSpPr>
        <p:spPr>
          <a:xfrm>
            <a:off x="2122934" y="3082752"/>
            <a:ext cx="2964273" cy="1107996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lvl="0" algn="ctr">
              <a:buNone/>
            </a:pPr>
            <a:r>
              <a:rPr sz="6600">
                <a:solidFill>
                  <a:schemeClr val="bg1">
                    <a:lumMod val="75000"/>
                  </a:schemeClr>
                </a:solidFill>
              </a:rPr>
              <a:t>content</a:t>
            </a:r>
            <a:endParaRPr sz="66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214374" y="3872827"/>
            <a:ext cx="2325409" cy="25907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44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文本框 10"/>
          <p:cNvSpPr>
            <a:spLocks noGrp="1"/>
          </p:cNvSpPr>
          <p:nvPr/>
        </p:nvSpPr>
        <p:spPr>
          <a:xfrm>
            <a:off x="2183589" y="2598003"/>
            <a:ext cx="1421481" cy="830997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1" i="0" u="none" strike="noStrike" cap="none" spc="0" baseline="0">
                <a:ln>
                  <a:noFill/>
                </a:ln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目录</a:t>
            </a:r>
            <a:endParaRPr sz="4800" b="1" i="0" u="none" strike="noStrike" cap="none" spc="0" baseline="0">
              <a:ln>
                <a:noFill/>
              </a:ln>
              <a:solidFill>
                <a:schemeClr val="accent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4" name="日期占位符 123"/>
          <p:cNvSpPr>
            <a:spLocks noGrp="1"/>
          </p:cNvSpPr>
          <p:nvPr>
            <p:ph type="dt" idx="10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i="1" spc="300">
                <a:solidFill>
                  <a:schemeClr val="accent1"/>
                </a:solidFill>
                <a:latin typeface="+mn-ea"/>
                <a:ea typeface="+mn-ea"/>
                <a:cs typeface="+mn-ea"/>
              </a:rPr>
              <a:t>止于至善</a:t>
            </a:r>
            <a:endParaRPr spc="30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400" y="31201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/>
      <p:pic>
        <p:nvPicPr>
          <p:cNvPr id="21" name="图片 20"/>
          <p:cNvPicPr>
            <a:picLocks noChangeAspect="1"/>
          </p:cNvPicPr>
          <p:nvPr/>
        </p:nvPicPr>
        <p:blipFill rotWithShape="1">
          <a:blip r:embed="rId2">
            <a:alphaModFix amt="15000"/>
          </a:blip>
          <a:srcRect t="7878" r="37004" b="7878"/>
          <a:stretch>
            <a:fillRect/>
          </a:stretch>
        </p:blipFill>
        <p:spPr>
          <a:xfrm>
            <a:off x="4511550" y="0"/>
            <a:ext cx="7680450" cy="6858000"/>
          </a:xfrm>
          <a:prstGeom prst="rect">
            <a:avLst/>
          </a:prstGeom>
        </p:spPr>
      </p:pic>
      <p:sp>
        <p:nvSpPr>
          <p:cNvPr id="22" name="矩形 2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5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 rotWithShape="1">
          <a:blip r:embed="rId2"/>
          <a:srcRect l="6898" t="7878" r="36982" b="7878"/>
          <a:stretch>
            <a:fillRect/>
          </a:stretch>
        </p:blipFill>
        <p:spPr>
          <a:xfrm>
            <a:off x="5349870" y="0"/>
            <a:ext cx="6842131" cy="6858000"/>
          </a:xfrm>
        </p:spPr>
      </p:pic>
      <p:sp>
        <p:nvSpPr>
          <p:cNvPr id="32" name="任意多边形: 形状 31"/>
          <p:cNvSpPr>
            <a:spLocks noGrp="1"/>
          </p:cNvSpPr>
          <p:nvPr/>
        </p:nvSpPr>
        <p:spPr>
          <a:xfrm rot="1764741">
            <a:off x="6434339" y="578865"/>
            <a:ext cx="5329086" cy="8110349"/>
          </a:xfrm>
          <a:custGeom>
            <a:avLst/>
            <a:gdLst>
              <a:gd name="connsiteX0" fmla="*/ 4907596 w 5329086"/>
              <a:gd name="connsiteY0" fmla="*/ 1735493 h 8110349"/>
              <a:gd name="connsiteX1" fmla="*/ 5329086 w 5329086"/>
              <a:gd name="connsiteY1" fmla="*/ 2483140 h 8110349"/>
              <a:gd name="connsiteX2" fmla="*/ 5329086 w 5329086"/>
              <a:gd name="connsiteY2" fmla="*/ 5106050 h 8110349"/>
              <a:gd name="connsiteX3" fmla="*/ 4907597 w 5329086"/>
              <a:gd name="connsiteY3" fmla="*/ 5343666 h 8110349"/>
              <a:gd name="connsiteX4" fmla="*/ 0 w 5329086"/>
              <a:gd name="connsiteY4" fmla="*/ 237617 h 8110349"/>
              <a:gd name="connsiteX5" fmla="*/ 421490 w 5329086"/>
              <a:gd name="connsiteY5" fmla="*/ 0 h 8110349"/>
              <a:gd name="connsiteX6" fmla="*/ 421489 w 5329086"/>
              <a:gd name="connsiteY6" fmla="*/ 7872732 h 8110349"/>
              <a:gd name="connsiteX7" fmla="*/ 0 w 5329086"/>
              <a:gd name="connsiteY7" fmla="*/ 8110349 h 8110349"/>
            </a:gdLst>
            <a:ahLst/>
            <a:cxnLst/>
            <a:rect l="l" t="t" r="r" b="b"/>
            <a:pathLst>
              <a:path w="5329086" h="8110349">
                <a:moveTo>
                  <a:pt x="4907596" y="1735493"/>
                </a:moveTo>
                <a:lnTo>
                  <a:pt x="5329086" y="2483140"/>
                </a:lnTo>
                <a:lnTo>
                  <a:pt x="5329086" y="5106050"/>
                </a:lnTo>
                <a:lnTo>
                  <a:pt x="4907597" y="5343666"/>
                </a:lnTo>
                <a:close/>
                <a:moveTo>
                  <a:pt x="0" y="237617"/>
                </a:moveTo>
                <a:lnTo>
                  <a:pt x="421490" y="0"/>
                </a:lnTo>
                <a:lnTo>
                  <a:pt x="421489" y="7872732"/>
                </a:lnTo>
                <a:lnTo>
                  <a:pt x="0" y="811034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3" name="任意多边形: 形状 32"/>
          <p:cNvSpPr>
            <a:spLocks noGrp="1"/>
          </p:cNvSpPr>
          <p:nvPr/>
        </p:nvSpPr>
        <p:spPr>
          <a:xfrm rot="1764741">
            <a:off x="5852864" y="578866"/>
            <a:ext cx="5329086" cy="8110349"/>
          </a:xfrm>
          <a:custGeom>
            <a:avLst/>
            <a:gdLst>
              <a:gd name="connsiteX0" fmla="*/ 4907597 w 5329086"/>
              <a:gd name="connsiteY0" fmla="*/ 551447 h 8110349"/>
              <a:gd name="connsiteX1" fmla="*/ 5329086 w 5329086"/>
              <a:gd name="connsiteY1" fmla="*/ 1299093 h 8110349"/>
              <a:gd name="connsiteX2" fmla="*/ 5329086 w 5329086"/>
              <a:gd name="connsiteY2" fmla="*/ 5106050 h 8110349"/>
              <a:gd name="connsiteX3" fmla="*/ 4907596 w 5329086"/>
              <a:gd name="connsiteY3" fmla="*/ 5343667 h 8110349"/>
              <a:gd name="connsiteX4" fmla="*/ 0 w 5329086"/>
              <a:gd name="connsiteY4" fmla="*/ 237617 h 8110349"/>
              <a:gd name="connsiteX5" fmla="*/ 421489 w 5329086"/>
              <a:gd name="connsiteY5" fmla="*/ 0 h 8110349"/>
              <a:gd name="connsiteX6" fmla="*/ 421489 w 5329086"/>
              <a:gd name="connsiteY6" fmla="*/ 7872732 h 8110349"/>
              <a:gd name="connsiteX7" fmla="*/ 0 w 5329086"/>
              <a:gd name="connsiteY7" fmla="*/ 8110349 h 8110349"/>
            </a:gdLst>
            <a:ahLst/>
            <a:cxnLst/>
            <a:rect l="l" t="t" r="r" b="b"/>
            <a:pathLst>
              <a:path w="5329086" h="8110349">
                <a:moveTo>
                  <a:pt x="4907597" y="551447"/>
                </a:moveTo>
                <a:lnTo>
                  <a:pt x="5329086" y="1299093"/>
                </a:lnTo>
                <a:lnTo>
                  <a:pt x="5329086" y="5106050"/>
                </a:lnTo>
                <a:lnTo>
                  <a:pt x="4907596" y="5343667"/>
                </a:lnTo>
                <a:close/>
                <a:moveTo>
                  <a:pt x="0" y="237617"/>
                </a:moveTo>
                <a:lnTo>
                  <a:pt x="421489" y="0"/>
                </a:lnTo>
                <a:lnTo>
                  <a:pt x="421489" y="7872732"/>
                </a:lnTo>
                <a:lnTo>
                  <a:pt x="0" y="811034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5" name="文本占位符 44"/>
          <p:cNvSpPr>
            <a:spLocks noGrp="1"/>
          </p:cNvSpPr>
          <p:nvPr>
            <p:ph type="body" idx="10" hasCustomPrompt="1"/>
          </p:nvPr>
        </p:nvSpPr>
        <p:spPr>
          <a:xfrm>
            <a:off x="-1" y="4189677"/>
            <a:ext cx="5368944" cy="725488"/>
          </a:xfrm>
          <a:prstGeom prst="rect">
            <a:avLst/>
          </a:prstGeom>
        </p:spPr>
        <p:txBody>
          <a:bodyPr lIns="0" rIns="90000">
            <a:noAutofit/>
          </a:bodyPr>
          <a:lstStyle>
            <a:lvl1pPr marL="0" indent="0" algn="ctr">
              <a:lnSpc>
                <a:spcPct val="100000"/>
              </a:lnSpc>
              <a:buNone/>
              <a:defRPr sz="4400" b="1" spc="100" baseline="0">
                <a:solidFill>
                  <a:schemeClr val="accent1"/>
                </a:solidFill>
                <a:latin typeface="+mj-ea"/>
                <a:ea typeface="+mj-ea"/>
                <a:cs typeface="+mj-ea"/>
              </a:defRPr>
            </a:lvl1pPr>
          </a:lstStyle>
          <a:p>
            <a:pPr lvl="0">
              <a:buNone/>
            </a:pPr>
            <a:r>
              <a:t>请输入你的节标题</a:t>
            </a:r>
          </a:p>
        </p:txBody>
      </p:sp>
      <p:sp>
        <p:nvSpPr>
          <p:cNvPr id="47" name="文本占位符 46"/>
          <p:cNvSpPr>
            <a:spLocks noGrp="1"/>
          </p:cNvSpPr>
          <p:nvPr>
            <p:ph type="body" idx="11" hasCustomPrompt="1"/>
          </p:nvPr>
        </p:nvSpPr>
        <p:spPr>
          <a:xfrm>
            <a:off x="-1" y="4857350"/>
            <a:ext cx="5368944" cy="424732"/>
          </a:xfrm>
          <a:prstGeom prst="rect">
            <a:avLst/>
          </a:prstGeom>
        </p:spPr>
        <p:txBody>
          <a:bodyPr lIns="9000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spc="500" baseline="0">
                <a:solidFill>
                  <a:schemeClr val="bg1">
                    <a:lumMod val="75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>
            <a:pPr lvl="0">
              <a:buNone/>
            </a:pPr>
            <a:r>
              <a:t>Supporting Your Text Here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i="1" spc="300">
                <a:solidFill>
                  <a:schemeClr val="accent1"/>
                </a:solidFill>
                <a:latin typeface="+mn-ea"/>
                <a:ea typeface="+mn-ea"/>
                <a:cs typeface="+mn-ea"/>
              </a:rPr>
              <a:t>止于至善</a:t>
            </a:r>
            <a:endParaRPr spc="30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31201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我介绍-1">
    <p:spTree>
      <p:nvGrpSpPr>
        <p:cNvPr id="1" name=""/>
        <p:cNvGrpSpPr/>
        <p:nvPr/>
      </p:nvGrpSpPr>
      <p:grpSpPr/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2">
            <a:alphaModFix amt="5000"/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图片占位符 29"/>
          <p:cNvSpPr>
            <a:spLocks noGrp="1"/>
          </p:cNvSpPr>
          <p:nvPr>
            <p:ph type="pic" idx="12"/>
          </p:nvPr>
        </p:nvSpPr>
        <p:spPr>
          <a:xfrm>
            <a:off x="2571074" y="1465802"/>
            <a:ext cx="3524926" cy="4336612"/>
          </a:xfrm>
          <a:custGeom>
            <a:avLst/>
            <a:gdLst>
              <a:gd name="connsiteX0" fmla="*/ 0 w 3524926"/>
              <a:gd name="connsiteY0" fmla="*/ 0 h 4326855"/>
              <a:gd name="connsiteX1" fmla="*/ 3524926 w 3524926"/>
              <a:gd name="connsiteY1" fmla="*/ 0 h 4326855"/>
              <a:gd name="connsiteX2" fmla="*/ 3524926 w 3524926"/>
              <a:gd name="connsiteY2" fmla="*/ 4326855 h 4326855"/>
              <a:gd name="connsiteX3" fmla="*/ 0 w 3524926"/>
              <a:gd name="connsiteY3" fmla="*/ 4326855 h 4326855"/>
            </a:gdLst>
            <a:ahLst/>
            <a:cxnLst/>
            <a:rect l="l" t="t" r="r" b="b"/>
            <a:pathLst>
              <a:path w="3524926" h="4326855">
                <a:moveTo>
                  <a:pt x="0" y="0"/>
                </a:moveTo>
                <a:lnTo>
                  <a:pt x="3524926" y="0"/>
                </a:lnTo>
                <a:lnTo>
                  <a:pt x="3524926" y="4326855"/>
                </a:lnTo>
                <a:lnTo>
                  <a:pt x="0" y="432685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/>
        </p:txBody>
      </p:sp>
      <p:sp>
        <p:nvSpPr>
          <p:cNvPr id="21" name="直接连接符 20"/>
          <p:cNvSpPr>
            <a:spLocks noGrp="1"/>
          </p:cNvSpPr>
          <p:nvPr/>
        </p:nv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  <p:sp>
        <p:nvSpPr>
          <p:cNvPr id="26" name="íṥļîḓê"/>
          <p:cNvSpPr>
            <a:spLocks noGrp="1"/>
          </p:cNvSpPr>
          <p:nvPr/>
        </p:nvSpPr>
        <p:spPr>
          <a:xfrm>
            <a:off x="660400" y="344681"/>
            <a:ext cx="384771" cy="384771"/>
          </a:xfrm>
          <a:prstGeom prst="ellipse">
            <a:avLst/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rmAutofit fontScale="77500" lnSpcReduction="20000"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7" name="íṥlíḓê"/>
          <p:cNvSpPr>
            <a:spLocks noGrp="1"/>
          </p:cNvSpPr>
          <p:nvPr/>
        </p:nvSpPr>
        <p:spPr>
          <a:xfrm>
            <a:off x="695973" y="380253"/>
            <a:ext cx="313624" cy="31362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 fontScale="55000" lnSpcReduction="20000"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8" name="ïśļiḑé"/>
          <p:cNvSpPr>
            <a:spLocks noGrp="1"/>
          </p:cNvSpPr>
          <p:nvPr/>
        </p:nvSpPr>
        <p:spPr>
          <a:xfrm>
            <a:off x="756336" y="440762"/>
            <a:ext cx="192896" cy="192603"/>
          </a:xfrm>
          <a:custGeom>
            <a:avLst/>
            <a:gdLst>
              <a:gd name="connsiteX0" fmla="*/ 347041 w 607639"/>
              <a:gd name="connsiteY0" fmla="*/ 313875 h 606722"/>
              <a:gd name="connsiteX1" fmla="*/ 379713 w 607639"/>
              <a:gd name="connsiteY1" fmla="*/ 346512 h 606722"/>
              <a:gd name="connsiteX2" fmla="*/ 347041 w 607639"/>
              <a:gd name="connsiteY2" fmla="*/ 379149 h 606722"/>
              <a:gd name="connsiteX3" fmla="*/ 314369 w 607639"/>
              <a:gd name="connsiteY3" fmla="*/ 346512 h 606722"/>
              <a:gd name="connsiteX4" fmla="*/ 347041 w 607639"/>
              <a:gd name="connsiteY4" fmla="*/ 313875 h 606722"/>
              <a:gd name="connsiteX5" fmla="*/ 260563 w 607639"/>
              <a:gd name="connsiteY5" fmla="*/ 213037 h 606722"/>
              <a:gd name="connsiteX6" fmla="*/ 313452 w 607639"/>
              <a:gd name="connsiteY6" fmla="*/ 265856 h 606722"/>
              <a:gd name="connsiteX7" fmla="*/ 260563 w 607639"/>
              <a:gd name="connsiteY7" fmla="*/ 318675 h 606722"/>
              <a:gd name="connsiteX8" fmla="*/ 207674 w 607639"/>
              <a:gd name="connsiteY8" fmla="*/ 265856 h 606722"/>
              <a:gd name="connsiteX9" fmla="*/ 260563 w 607639"/>
              <a:gd name="connsiteY9" fmla="*/ 213037 h 606722"/>
              <a:gd name="connsiteX10" fmla="*/ 303775 w 607639"/>
              <a:gd name="connsiteY10" fmla="*/ 152236 h 606722"/>
              <a:gd name="connsiteX11" fmla="*/ 152466 w 607639"/>
              <a:gd name="connsiteY11" fmla="*/ 303317 h 606722"/>
              <a:gd name="connsiteX12" fmla="*/ 303775 w 607639"/>
              <a:gd name="connsiteY12" fmla="*/ 454486 h 606722"/>
              <a:gd name="connsiteX13" fmla="*/ 455173 w 607639"/>
              <a:gd name="connsiteY13" fmla="*/ 303317 h 606722"/>
              <a:gd name="connsiteX14" fmla="*/ 303775 w 607639"/>
              <a:gd name="connsiteY14" fmla="*/ 152236 h 606722"/>
              <a:gd name="connsiteX15" fmla="*/ 270042 w 607639"/>
              <a:gd name="connsiteY15" fmla="*/ 0 h 606722"/>
              <a:gd name="connsiteX16" fmla="*/ 337597 w 607639"/>
              <a:gd name="connsiteY16" fmla="*/ 0 h 606722"/>
              <a:gd name="connsiteX17" fmla="*/ 361628 w 607639"/>
              <a:gd name="connsiteY17" fmla="*/ 23995 h 606722"/>
              <a:gd name="connsiteX18" fmla="*/ 337597 w 607639"/>
              <a:gd name="connsiteY18" fmla="*/ 47901 h 606722"/>
              <a:gd name="connsiteX19" fmla="*/ 327806 w 607639"/>
              <a:gd name="connsiteY19" fmla="*/ 47901 h 606722"/>
              <a:gd name="connsiteX20" fmla="*/ 327806 w 607639"/>
              <a:gd name="connsiteY20" fmla="*/ 105756 h 606722"/>
              <a:gd name="connsiteX21" fmla="*/ 426691 w 607639"/>
              <a:gd name="connsiteY21" fmla="*/ 146726 h 606722"/>
              <a:gd name="connsiteX22" fmla="*/ 467723 w 607639"/>
              <a:gd name="connsiteY22" fmla="*/ 105756 h 606722"/>
              <a:gd name="connsiteX23" fmla="*/ 460780 w 607639"/>
              <a:gd name="connsiteY23" fmla="*/ 98913 h 606722"/>
              <a:gd name="connsiteX24" fmla="*/ 460780 w 607639"/>
              <a:gd name="connsiteY24" fmla="*/ 64965 h 606722"/>
              <a:gd name="connsiteX25" fmla="*/ 494691 w 607639"/>
              <a:gd name="connsiteY25" fmla="*/ 64965 h 606722"/>
              <a:gd name="connsiteX26" fmla="*/ 530382 w 607639"/>
              <a:gd name="connsiteY26" fmla="*/ 100602 h 606722"/>
              <a:gd name="connsiteX27" fmla="*/ 531094 w 607639"/>
              <a:gd name="connsiteY27" fmla="*/ 101313 h 606722"/>
              <a:gd name="connsiteX28" fmla="*/ 537414 w 607639"/>
              <a:gd name="connsiteY28" fmla="*/ 107534 h 606722"/>
              <a:gd name="connsiteX29" fmla="*/ 537770 w 607639"/>
              <a:gd name="connsiteY29" fmla="*/ 107978 h 606722"/>
              <a:gd name="connsiteX30" fmla="*/ 537948 w 607639"/>
              <a:gd name="connsiteY30" fmla="*/ 108156 h 606722"/>
              <a:gd name="connsiteX31" fmla="*/ 538482 w 607639"/>
              <a:gd name="connsiteY31" fmla="*/ 108689 h 606722"/>
              <a:gd name="connsiteX32" fmla="*/ 538215 w 607639"/>
              <a:gd name="connsiteY32" fmla="*/ 108423 h 606722"/>
              <a:gd name="connsiteX33" fmla="*/ 538749 w 607639"/>
              <a:gd name="connsiteY33" fmla="*/ 108867 h 606722"/>
              <a:gd name="connsiteX34" fmla="*/ 539105 w 607639"/>
              <a:gd name="connsiteY34" fmla="*/ 109311 h 606722"/>
              <a:gd name="connsiteX35" fmla="*/ 542487 w 607639"/>
              <a:gd name="connsiteY35" fmla="*/ 112688 h 606722"/>
              <a:gd name="connsiteX36" fmla="*/ 542487 w 607639"/>
              <a:gd name="connsiteY36" fmla="*/ 146637 h 606722"/>
              <a:gd name="connsiteX37" fmla="*/ 508576 w 607639"/>
              <a:gd name="connsiteY37" fmla="*/ 146637 h 606722"/>
              <a:gd name="connsiteX38" fmla="*/ 501634 w 607639"/>
              <a:gd name="connsiteY38" fmla="*/ 139705 h 606722"/>
              <a:gd name="connsiteX39" fmla="*/ 460691 w 607639"/>
              <a:gd name="connsiteY39" fmla="*/ 180675 h 606722"/>
              <a:gd name="connsiteX40" fmla="*/ 501723 w 607639"/>
              <a:gd name="connsiteY40" fmla="*/ 279410 h 606722"/>
              <a:gd name="connsiteX41" fmla="*/ 559576 w 607639"/>
              <a:gd name="connsiteY41" fmla="*/ 279410 h 606722"/>
              <a:gd name="connsiteX42" fmla="*/ 559576 w 607639"/>
              <a:gd name="connsiteY42" fmla="*/ 269634 h 606722"/>
              <a:gd name="connsiteX43" fmla="*/ 583608 w 607639"/>
              <a:gd name="connsiteY43" fmla="*/ 245639 h 606722"/>
              <a:gd name="connsiteX44" fmla="*/ 607639 w 607639"/>
              <a:gd name="connsiteY44" fmla="*/ 269634 h 606722"/>
              <a:gd name="connsiteX45" fmla="*/ 607639 w 607639"/>
              <a:gd name="connsiteY45" fmla="*/ 337088 h 606722"/>
              <a:gd name="connsiteX46" fmla="*/ 583608 w 607639"/>
              <a:gd name="connsiteY46" fmla="*/ 361083 h 606722"/>
              <a:gd name="connsiteX47" fmla="*/ 559576 w 607639"/>
              <a:gd name="connsiteY47" fmla="*/ 337088 h 606722"/>
              <a:gd name="connsiteX48" fmla="*/ 559576 w 607639"/>
              <a:gd name="connsiteY48" fmla="*/ 327312 h 606722"/>
              <a:gd name="connsiteX49" fmla="*/ 501723 w 607639"/>
              <a:gd name="connsiteY49" fmla="*/ 327312 h 606722"/>
              <a:gd name="connsiteX50" fmla="*/ 460691 w 607639"/>
              <a:gd name="connsiteY50" fmla="*/ 426047 h 606722"/>
              <a:gd name="connsiteX51" fmla="*/ 501634 w 607639"/>
              <a:gd name="connsiteY51" fmla="*/ 467017 h 606722"/>
              <a:gd name="connsiteX52" fmla="*/ 508576 w 607639"/>
              <a:gd name="connsiteY52" fmla="*/ 460085 h 606722"/>
              <a:gd name="connsiteX53" fmla="*/ 542487 w 607639"/>
              <a:gd name="connsiteY53" fmla="*/ 460085 h 606722"/>
              <a:gd name="connsiteX54" fmla="*/ 542487 w 607639"/>
              <a:gd name="connsiteY54" fmla="*/ 493945 h 606722"/>
              <a:gd name="connsiteX55" fmla="*/ 518990 w 607639"/>
              <a:gd name="connsiteY55" fmla="*/ 517496 h 606722"/>
              <a:gd name="connsiteX56" fmla="*/ 494691 w 607639"/>
              <a:gd name="connsiteY56" fmla="*/ 541668 h 606722"/>
              <a:gd name="connsiteX57" fmla="*/ 460780 w 607639"/>
              <a:gd name="connsiteY57" fmla="*/ 541668 h 606722"/>
              <a:gd name="connsiteX58" fmla="*/ 460780 w 607639"/>
              <a:gd name="connsiteY58" fmla="*/ 507809 h 606722"/>
              <a:gd name="connsiteX59" fmla="*/ 467723 w 607639"/>
              <a:gd name="connsiteY59" fmla="*/ 500877 h 606722"/>
              <a:gd name="connsiteX60" fmla="*/ 426691 w 607639"/>
              <a:gd name="connsiteY60" fmla="*/ 459996 h 606722"/>
              <a:gd name="connsiteX61" fmla="*/ 327806 w 607639"/>
              <a:gd name="connsiteY61" fmla="*/ 500966 h 606722"/>
              <a:gd name="connsiteX62" fmla="*/ 327806 w 607639"/>
              <a:gd name="connsiteY62" fmla="*/ 558732 h 606722"/>
              <a:gd name="connsiteX63" fmla="*/ 337597 w 607639"/>
              <a:gd name="connsiteY63" fmla="*/ 558732 h 606722"/>
              <a:gd name="connsiteX64" fmla="*/ 361628 w 607639"/>
              <a:gd name="connsiteY64" fmla="*/ 582727 h 606722"/>
              <a:gd name="connsiteX65" fmla="*/ 337597 w 607639"/>
              <a:gd name="connsiteY65" fmla="*/ 606722 h 606722"/>
              <a:gd name="connsiteX66" fmla="*/ 270042 w 607639"/>
              <a:gd name="connsiteY66" fmla="*/ 606722 h 606722"/>
              <a:gd name="connsiteX67" fmla="*/ 246011 w 607639"/>
              <a:gd name="connsiteY67" fmla="*/ 582727 h 606722"/>
              <a:gd name="connsiteX68" fmla="*/ 270042 w 607639"/>
              <a:gd name="connsiteY68" fmla="*/ 558732 h 606722"/>
              <a:gd name="connsiteX69" fmla="*/ 279833 w 607639"/>
              <a:gd name="connsiteY69" fmla="*/ 558732 h 606722"/>
              <a:gd name="connsiteX70" fmla="*/ 279833 w 607639"/>
              <a:gd name="connsiteY70" fmla="*/ 500966 h 606722"/>
              <a:gd name="connsiteX71" fmla="*/ 180948 w 607639"/>
              <a:gd name="connsiteY71" fmla="*/ 459996 h 606722"/>
              <a:gd name="connsiteX72" fmla="*/ 139916 w 607639"/>
              <a:gd name="connsiteY72" fmla="*/ 500877 h 606722"/>
              <a:gd name="connsiteX73" fmla="*/ 146859 w 607639"/>
              <a:gd name="connsiteY73" fmla="*/ 507809 h 606722"/>
              <a:gd name="connsiteX74" fmla="*/ 146859 w 607639"/>
              <a:gd name="connsiteY74" fmla="*/ 541668 h 606722"/>
              <a:gd name="connsiteX75" fmla="*/ 112859 w 607639"/>
              <a:gd name="connsiteY75" fmla="*/ 541668 h 606722"/>
              <a:gd name="connsiteX76" fmla="*/ 77257 w 607639"/>
              <a:gd name="connsiteY76" fmla="*/ 506120 h 606722"/>
              <a:gd name="connsiteX77" fmla="*/ 68534 w 607639"/>
              <a:gd name="connsiteY77" fmla="*/ 497411 h 606722"/>
              <a:gd name="connsiteX78" fmla="*/ 65063 w 607639"/>
              <a:gd name="connsiteY78" fmla="*/ 493945 h 606722"/>
              <a:gd name="connsiteX79" fmla="*/ 65063 w 607639"/>
              <a:gd name="connsiteY79" fmla="*/ 460085 h 606722"/>
              <a:gd name="connsiteX80" fmla="*/ 99063 w 607639"/>
              <a:gd name="connsiteY80" fmla="*/ 460085 h 606722"/>
              <a:gd name="connsiteX81" fmla="*/ 105916 w 607639"/>
              <a:gd name="connsiteY81" fmla="*/ 467017 h 606722"/>
              <a:gd name="connsiteX82" fmla="*/ 146948 w 607639"/>
              <a:gd name="connsiteY82" fmla="*/ 426047 h 606722"/>
              <a:gd name="connsiteX83" fmla="*/ 105916 w 607639"/>
              <a:gd name="connsiteY83" fmla="*/ 327312 h 606722"/>
              <a:gd name="connsiteX84" fmla="*/ 47974 w 607639"/>
              <a:gd name="connsiteY84" fmla="*/ 327312 h 606722"/>
              <a:gd name="connsiteX85" fmla="*/ 47974 w 607639"/>
              <a:gd name="connsiteY85" fmla="*/ 337088 h 606722"/>
              <a:gd name="connsiteX86" fmla="*/ 24031 w 607639"/>
              <a:gd name="connsiteY86" fmla="*/ 361083 h 606722"/>
              <a:gd name="connsiteX87" fmla="*/ 0 w 607639"/>
              <a:gd name="connsiteY87" fmla="*/ 337088 h 606722"/>
              <a:gd name="connsiteX88" fmla="*/ 0 w 607639"/>
              <a:gd name="connsiteY88" fmla="*/ 269634 h 606722"/>
              <a:gd name="connsiteX89" fmla="*/ 24031 w 607639"/>
              <a:gd name="connsiteY89" fmla="*/ 245639 h 606722"/>
              <a:gd name="connsiteX90" fmla="*/ 47974 w 607639"/>
              <a:gd name="connsiteY90" fmla="*/ 269634 h 606722"/>
              <a:gd name="connsiteX91" fmla="*/ 47974 w 607639"/>
              <a:gd name="connsiteY91" fmla="*/ 279410 h 606722"/>
              <a:gd name="connsiteX92" fmla="*/ 105916 w 607639"/>
              <a:gd name="connsiteY92" fmla="*/ 279410 h 606722"/>
              <a:gd name="connsiteX93" fmla="*/ 146948 w 607639"/>
              <a:gd name="connsiteY93" fmla="*/ 180675 h 606722"/>
              <a:gd name="connsiteX94" fmla="*/ 105916 w 607639"/>
              <a:gd name="connsiteY94" fmla="*/ 139705 h 606722"/>
              <a:gd name="connsiteX95" fmla="*/ 99063 w 607639"/>
              <a:gd name="connsiteY95" fmla="*/ 146637 h 606722"/>
              <a:gd name="connsiteX96" fmla="*/ 65063 w 607639"/>
              <a:gd name="connsiteY96" fmla="*/ 146637 h 606722"/>
              <a:gd name="connsiteX97" fmla="*/ 65063 w 607639"/>
              <a:gd name="connsiteY97" fmla="*/ 112688 h 606722"/>
              <a:gd name="connsiteX98" fmla="*/ 106450 w 607639"/>
              <a:gd name="connsiteY98" fmla="*/ 71452 h 606722"/>
              <a:gd name="connsiteX99" fmla="*/ 112859 w 607639"/>
              <a:gd name="connsiteY99" fmla="*/ 64965 h 606722"/>
              <a:gd name="connsiteX100" fmla="*/ 146859 w 607639"/>
              <a:gd name="connsiteY100" fmla="*/ 64965 h 606722"/>
              <a:gd name="connsiteX101" fmla="*/ 146859 w 607639"/>
              <a:gd name="connsiteY101" fmla="*/ 98913 h 606722"/>
              <a:gd name="connsiteX102" fmla="*/ 139916 w 607639"/>
              <a:gd name="connsiteY102" fmla="*/ 105756 h 606722"/>
              <a:gd name="connsiteX103" fmla="*/ 180948 w 607639"/>
              <a:gd name="connsiteY103" fmla="*/ 146726 h 606722"/>
              <a:gd name="connsiteX104" fmla="*/ 279833 w 607639"/>
              <a:gd name="connsiteY104" fmla="*/ 105756 h 606722"/>
              <a:gd name="connsiteX105" fmla="*/ 279833 w 607639"/>
              <a:gd name="connsiteY105" fmla="*/ 47901 h 606722"/>
              <a:gd name="connsiteX106" fmla="*/ 270042 w 607639"/>
              <a:gd name="connsiteY106" fmla="*/ 47901 h 606722"/>
              <a:gd name="connsiteX107" fmla="*/ 246011 w 607639"/>
              <a:gd name="connsiteY107" fmla="*/ 23995 h 606722"/>
              <a:gd name="connsiteX108" fmla="*/ 270042 w 607639"/>
              <a:gd name="connsiteY108" fmla="*/ 0 h 606722"/>
            </a:gdLst>
            <a:ahLst/>
            <a:cxnLst/>
            <a:rect l="l" t="t" r="r" b="b"/>
            <a:pathLst>
              <a:path w="607639" h="606722">
                <a:moveTo>
                  <a:pt x="347041" y="313875"/>
                </a:moveTo>
                <a:cubicBezTo>
                  <a:pt x="365085" y="313875"/>
                  <a:pt x="379713" y="328487"/>
                  <a:pt x="379713" y="346512"/>
                </a:cubicBezTo>
                <a:cubicBezTo>
                  <a:pt x="379713" y="364537"/>
                  <a:pt x="365085" y="379149"/>
                  <a:pt x="347041" y="379149"/>
                </a:cubicBezTo>
                <a:cubicBezTo>
                  <a:pt x="328997" y="379149"/>
                  <a:pt x="314369" y="364537"/>
                  <a:pt x="314369" y="346512"/>
                </a:cubicBezTo>
                <a:cubicBezTo>
                  <a:pt x="314369" y="328487"/>
                  <a:pt x="328997" y="313875"/>
                  <a:pt x="347041" y="313875"/>
                </a:cubicBezTo>
                <a:close/>
                <a:moveTo>
                  <a:pt x="260563" y="213037"/>
                </a:moveTo>
                <a:cubicBezTo>
                  <a:pt x="289773" y="213037"/>
                  <a:pt x="313452" y="236685"/>
                  <a:pt x="313452" y="265856"/>
                </a:cubicBezTo>
                <a:cubicBezTo>
                  <a:pt x="313452" y="295027"/>
                  <a:pt x="289773" y="318675"/>
                  <a:pt x="260563" y="318675"/>
                </a:cubicBezTo>
                <a:cubicBezTo>
                  <a:pt x="231353" y="318675"/>
                  <a:pt x="207674" y="295027"/>
                  <a:pt x="207674" y="265856"/>
                </a:cubicBezTo>
                <a:cubicBezTo>
                  <a:pt x="207674" y="236685"/>
                  <a:pt x="231353" y="213037"/>
                  <a:pt x="260563" y="213037"/>
                </a:cubicBezTo>
                <a:close/>
                <a:moveTo>
                  <a:pt x="303775" y="152236"/>
                </a:moveTo>
                <a:cubicBezTo>
                  <a:pt x="220377" y="152236"/>
                  <a:pt x="152466" y="220045"/>
                  <a:pt x="152466" y="303317"/>
                </a:cubicBezTo>
                <a:cubicBezTo>
                  <a:pt x="152466" y="386678"/>
                  <a:pt x="220377" y="454486"/>
                  <a:pt x="303775" y="454486"/>
                </a:cubicBezTo>
                <a:cubicBezTo>
                  <a:pt x="387262" y="454486"/>
                  <a:pt x="455173" y="386678"/>
                  <a:pt x="455173" y="303317"/>
                </a:cubicBezTo>
                <a:cubicBezTo>
                  <a:pt x="455173" y="220045"/>
                  <a:pt x="387262" y="152236"/>
                  <a:pt x="303775" y="152236"/>
                </a:cubicBezTo>
                <a:close/>
                <a:moveTo>
                  <a:pt x="270042" y="0"/>
                </a:moveTo>
                <a:lnTo>
                  <a:pt x="337597" y="0"/>
                </a:lnTo>
                <a:cubicBezTo>
                  <a:pt x="350859" y="0"/>
                  <a:pt x="361628" y="10753"/>
                  <a:pt x="361628" y="23995"/>
                </a:cubicBezTo>
                <a:cubicBezTo>
                  <a:pt x="361628" y="37237"/>
                  <a:pt x="350859" y="47901"/>
                  <a:pt x="337597" y="47901"/>
                </a:cubicBezTo>
                <a:lnTo>
                  <a:pt x="327806" y="47901"/>
                </a:lnTo>
                <a:lnTo>
                  <a:pt x="327806" y="105756"/>
                </a:lnTo>
                <a:cubicBezTo>
                  <a:pt x="364833" y="110200"/>
                  <a:pt x="398744" y="124864"/>
                  <a:pt x="426691" y="146726"/>
                </a:cubicBezTo>
                <a:lnTo>
                  <a:pt x="467723" y="105756"/>
                </a:lnTo>
                <a:lnTo>
                  <a:pt x="460780" y="98913"/>
                </a:lnTo>
                <a:cubicBezTo>
                  <a:pt x="451435" y="89493"/>
                  <a:pt x="451435" y="74385"/>
                  <a:pt x="460780" y="64965"/>
                </a:cubicBezTo>
                <a:cubicBezTo>
                  <a:pt x="470126" y="55633"/>
                  <a:pt x="485346" y="55633"/>
                  <a:pt x="494691" y="64965"/>
                </a:cubicBezTo>
                <a:lnTo>
                  <a:pt x="530382" y="100602"/>
                </a:lnTo>
                <a:lnTo>
                  <a:pt x="531094" y="101313"/>
                </a:lnTo>
                <a:lnTo>
                  <a:pt x="537414" y="107534"/>
                </a:lnTo>
                <a:lnTo>
                  <a:pt x="537770" y="107978"/>
                </a:lnTo>
                <a:lnTo>
                  <a:pt x="537948" y="108156"/>
                </a:lnTo>
                <a:lnTo>
                  <a:pt x="538482" y="108689"/>
                </a:lnTo>
                <a:lnTo>
                  <a:pt x="538215" y="108423"/>
                </a:lnTo>
                <a:lnTo>
                  <a:pt x="538749" y="108867"/>
                </a:lnTo>
                <a:lnTo>
                  <a:pt x="539105" y="109311"/>
                </a:lnTo>
                <a:lnTo>
                  <a:pt x="542487" y="112688"/>
                </a:lnTo>
                <a:cubicBezTo>
                  <a:pt x="551922" y="122109"/>
                  <a:pt x="551922" y="137217"/>
                  <a:pt x="542487" y="146637"/>
                </a:cubicBezTo>
                <a:cubicBezTo>
                  <a:pt x="533142" y="155969"/>
                  <a:pt x="517922" y="155969"/>
                  <a:pt x="508576" y="146637"/>
                </a:cubicBezTo>
                <a:lnTo>
                  <a:pt x="501634" y="139705"/>
                </a:lnTo>
                <a:lnTo>
                  <a:pt x="460691" y="180675"/>
                </a:lnTo>
                <a:cubicBezTo>
                  <a:pt x="482587" y="208491"/>
                  <a:pt x="497272" y="242440"/>
                  <a:pt x="501723" y="279410"/>
                </a:cubicBezTo>
                <a:lnTo>
                  <a:pt x="559576" y="279410"/>
                </a:lnTo>
                <a:lnTo>
                  <a:pt x="559576" y="269634"/>
                </a:lnTo>
                <a:cubicBezTo>
                  <a:pt x="559576" y="256393"/>
                  <a:pt x="570346" y="245639"/>
                  <a:pt x="583608" y="245639"/>
                </a:cubicBezTo>
                <a:cubicBezTo>
                  <a:pt x="596869" y="245639"/>
                  <a:pt x="607639" y="256393"/>
                  <a:pt x="607639" y="269634"/>
                </a:cubicBezTo>
                <a:lnTo>
                  <a:pt x="607639" y="337088"/>
                </a:lnTo>
                <a:cubicBezTo>
                  <a:pt x="607639" y="350329"/>
                  <a:pt x="596869" y="361083"/>
                  <a:pt x="583608" y="361083"/>
                </a:cubicBezTo>
                <a:cubicBezTo>
                  <a:pt x="570346" y="361083"/>
                  <a:pt x="559576" y="350329"/>
                  <a:pt x="559576" y="337088"/>
                </a:cubicBezTo>
                <a:lnTo>
                  <a:pt x="559576" y="327312"/>
                </a:lnTo>
                <a:lnTo>
                  <a:pt x="501723" y="327312"/>
                </a:lnTo>
                <a:cubicBezTo>
                  <a:pt x="497272" y="364282"/>
                  <a:pt x="482587" y="398142"/>
                  <a:pt x="460691" y="426047"/>
                </a:cubicBezTo>
                <a:lnTo>
                  <a:pt x="501634" y="467017"/>
                </a:lnTo>
                <a:lnTo>
                  <a:pt x="508576" y="460085"/>
                </a:lnTo>
                <a:cubicBezTo>
                  <a:pt x="517922" y="450753"/>
                  <a:pt x="533142" y="450753"/>
                  <a:pt x="542487" y="460085"/>
                </a:cubicBezTo>
                <a:cubicBezTo>
                  <a:pt x="551922" y="469416"/>
                  <a:pt x="551922" y="484613"/>
                  <a:pt x="542487" y="493945"/>
                </a:cubicBezTo>
                <a:cubicBezTo>
                  <a:pt x="512759" y="523717"/>
                  <a:pt x="518456" y="518029"/>
                  <a:pt x="518990" y="517496"/>
                </a:cubicBezTo>
                <a:cubicBezTo>
                  <a:pt x="518545" y="517940"/>
                  <a:pt x="514272" y="522206"/>
                  <a:pt x="494691" y="541668"/>
                </a:cubicBezTo>
                <a:cubicBezTo>
                  <a:pt x="485346" y="551089"/>
                  <a:pt x="470126" y="551089"/>
                  <a:pt x="460780" y="541668"/>
                </a:cubicBezTo>
                <a:cubicBezTo>
                  <a:pt x="451435" y="532337"/>
                  <a:pt x="451435" y="517140"/>
                  <a:pt x="460780" y="507809"/>
                </a:cubicBezTo>
                <a:lnTo>
                  <a:pt x="467723" y="500877"/>
                </a:lnTo>
                <a:lnTo>
                  <a:pt x="426691" y="459996"/>
                </a:lnTo>
                <a:cubicBezTo>
                  <a:pt x="398744" y="481858"/>
                  <a:pt x="364833" y="496522"/>
                  <a:pt x="327806" y="500966"/>
                </a:cubicBezTo>
                <a:lnTo>
                  <a:pt x="327806" y="558732"/>
                </a:lnTo>
                <a:lnTo>
                  <a:pt x="337597" y="558732"/>
                </a:lnTo>
                <a:cubicBezTo>
                  <a:pt x="350859" y="558732"/>
                  <a:pt x="361628" y="569485"/>
                  <a:pt x="361628" y="582727"/>
                </a:cubicBezTo>
                <a:cubicBezTo>
                  <a:pt x="361628" y="595969"/>
                  <a:pt x="350859" y="606722"/>
                  <a:pt x="337597" y="606722"/>
                </a:cubicBezTo>
                <a:lnTo>
                  <a:pt x="270042" y="606722"/>
                </a:lnTo>
                <a:cubicBezTo>
                  <a:pt x="256780" y="606722"/>
                  <a:pt x="246011" y="595969"/>
                  <a:pt x="246011" y="582727"/>
                </a:cubicBezTo>
                <a:cubicBezTo>
                  <a:pt x="246011" y="569485"/>
                  <a:pt x="256780" y="558732"/>
                  <a:pt x="270042" y="558732"/>
                </a:cubicBezTo>
                <a:lnTo>
                  <a:pt x="279833" y="558732"/>
                </a:lnTo>
                <a:lnTo>
                  <a:pt x="279833" y="500966"/>
                </a:lnTo>
                <a:cubicBezTo>
                  <a:pt x="242806" y="496522"/>
                  <a:pt x="208806" y="481858"/>
                  <a:pt x="180948" y="459996"/>
                </a:cubicBezTo>
                <a:lnTo>
                  <a:pt x="139916" y="500877"/>
                </a:lnTo>
                <a:lnTo>
                  <a:pt x="146859" y="507809"/>
                </a:lnTo>
                <a:cubicBezTo>
                  <a:pt x="156204" y="517140"/>
                  <a:pt x="156204" y="532337"/>
                  <a:pt x="146859" y="541668"/>
                </a:cubicBezTo>
                <a:cubicBezTo>
                  <a:pt x="137424" y="551089"/>
                  <a:pt x="122293" y="551089"/>
                  <a:pt x="112859" y="541668"/>
                </a:cubicBezTo>
                <a:lnTo>
                  <a:pt x="77257" y="506120"/>
                </a:lnTo>
                <a:lnTo>
                  <a:pt x="68534" y="497411"/>
                </a:lnTo>
                <a:lnTo>
                  <a:pt x="65063" y="493945"/>
                </a:lnTo>
                <a:cubicBezTo>
                  <a:pt x="55717" y="484613"/>
                  <a:pt x="55717" y="469416"/>
                  <a:pt x="65063" y="460085"/>
                </a:cubicBezTo>
                <a:cubicBezTo>
                  <a:pt x="74497" y="450753"/>
                  <a:pt x="89628" y="450753"/>
                  <a:pt x="99063" y="460085"/>
                </a:cubicBezTo>
                <a:lnTo>
                  <a:pt x="105916" y="467017"/>
                </a:lnTo>
                <a:lnTo>
                  <a:pt x="146948" y="426047"/>
                </a:lnTo>
                <a:cubicBezTo>
                  <a:pt x="125052" y="398142"/>
                  <a:pt x="110367" y="364282"/>
                  <a:pt x="105916" y="327312"/>
                </a:cubicBezTo>
                <a:lnTo>
                  <a:pt x="47974" y="327312"/>
                </a:lnTo>
                <a:lnTo>
                  <a:pt x="47974" y="337088"/>
                </a:lnTo>
                <a:cubicBezTo>
                  <a:pt x="47974" y="350329"/>
                  <a:pt x="37293" y="361083"/>
                  <a:pt x="24031" y="361083"/>
                </a:cubicBezTo>
                <a:cubicBezTo>
                  <a:pt x="10770" y="361083"/>
                  <a:pt x="0" y="350329"/>
                  <a:pt x="0" y="337088"/>
                </a:cubicBezTo>
                <a:lnTo>
                  <a:pt x="0" y="269634"/>
                </a:lnTo>
                <a:cubicBezTo>
                  <a:pt x="0" y="256393"/>
                  <a:pt x="10770" y="245639"/>
                  <a:pt x="24031" y="245639"/>
                </a:cubicBezTo>
                <a:cubicBezTo>
                  <a:pt x="37293" y="245639"/>
                  <a:pt x="47974" y="256393"/>
                  <a:pt x="47974" y="269634"/>
                </a:cubicBezTo>
                <a:lnTo>
                  <a:pt x="47974" y="279410"/>
                </a:lnTo>
                <a:lnTo>
                  <a:pt x="105916" y="279410"/>
                </a:lnTo>
                <a:cubicBezTo>
                  <a:pt x="110367" y="242440"/>
                  <a:pt x="125052" y="208491"/>
                  <a:pt x="146948" y="180675"/>
                </a:cubicBezTo>
                <a:lnTo>
                  <a:pt x="105916" y="139705"/>
                </a:lnTo>
                <a:lnTo>
                  <a:pt x="99063" y="146637"/>
                </a:lnTo>
                <a:cubicBezTo>
                  <a:pt x="89628" y="155969"/>
                  <a:pt x="74497" y="155969"/>
                  <a:pt x="65063" y="146637"/>
                </a:cubicBezTo>
                <a:cubicBezTo>
                  <a:pt x="55717" y="137217"/>
                  <a:pt x="55717" y="122109"/>
                  <a:pt x="65063" y="112688"/>
                </a:cubicBezTo>
                <a:lnTo>
                  <a:pt x="106450" y="71452"/>
                </a:lnTo>
                <a:lnTo>
                  <a:pt x="112859" y="64965"/>
                </a:lnTo>
                <a:cubicBezTo>
                  <a:pt x="122293" y="55633"/>
                  <a:pt x="137424" y="55633"/>
                  <a:pt x="146859" y="64965"/>
                </a:cubicBezTo>
                <a:cubicBezTo>
                  <a:pt x="156204" y="74385"/>
                  <a:pt x="156204" y="89493"/>
                  <a:pt x="146859" y="98913"/>
                </a:cubicBezTo>
                <a:lnTo>
                  <a:pt x="139916" y="105756"/>
                </a:lnTo>
                <a:lnTo>
                  <a:pt x="180948" y="146726"/>
                </a:lnTo>
                <a:cubicBezTo>
                  <a:pt x="208806" y="124864"/>
                  <a:pt x="242806" y="110200"/>
                  <a:pt x="279833" y="105756"/>
                </a:cubicBezTo>
                <a:lnTo>
                  <a:pt x="279833" y="47901"/>
                </a:lnTo>
                <a:lnTo>
                  <a:pt x="270042" y="47901"/>
                </a:lnTo>
                <a:cubicBezTo>
                  <a:pt x="256780" y="47901"/>
                  <a:pt x="246011" y="37237"/>
                  <a:pt x="246011" y="23995"/>
                </a:cubicBezTo>
                <a:cubicBezTo>
                  <a:pt x="246011" y="10753"/>
                  <a:pt x="256780" y="0"/>
                  <a:pt x="270042" y="0"/>
                </a:cubicBezTo>
                <a:close/>
              </a:path>
            </a:pathLst>
          </a:cu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rmAutofit fontScale="40000" lnSpcReduction="20000"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8" name="文本占位符 67"/>
          <p:cNvSpPr>
            <a:spLocks noGrp="1"/>
          </p:cNvSpPr>
          <p:nvPr>
            <p:ph type="body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tIns="4680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  <a:cs typeface="+mj-ea"/>
              </a:defRPr>
            </a:lvl1pPr>
          </a:lstStyle>
          <a:p>
            <a:pPr lvl="0">
              <a:buNone/>
            </a:pPr>
            <a:r>
              <a:t>请输入你的章节标题</a:t>
            </a:r>
          </a:p>
        </p:txBody>
      </p:sp>
      <p:sp>
        <p:nvSpPr>
          <p:cNvPr id="16" name="文本框 15"/>
          <p:cNvSpPr>
            <a:spLocks noGrp="1"/>
          </p:cNvSpPr>
          <p:nvPr/>
        </p:nvSpPr>
        <p:spPr>
          <a:xfrm rot="16200000">
            <a:off x="-1272970" y="3259723"/>
            <a:ext cx="41138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spc="800">
                <a:solidFill>
                  <a:schemeClr val="bg1">
                    <a:lumMod val="75000"/>
                  </a:schemeClr>
                </a:solidFill>
              </a:rPr>
              <a:t>Southeast University</a:t>
            </a:r>
            <a:endParaRPr sz="1600" spc="8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6" name="文本占位符 6"/>
          <p:cNvSpPr>
            <a:spLocks noGrp="1"/>
          </p:cNvSpPr>
          <p:nvPr>
            <p:ph type="body" idx="18" hasCustomPrompt="1"/>
          </p:nvPr>
        </p:nvSpPr>
        <p:spPr>
          <a:xfrm>
            <a:off x="6632171" y="1253531"/>
            <a:ext cx="488672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 algn="r">
              <a:lnSpc>
                <a:spcPct val="100000"/>
              </a:lnSpc>
              <a:buNone/>
              <a:defRPr sz="7200" i="1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marL="0" lvl="0">
              <a:buNone/>
            </a:pPr>
            <a:r>
              <a:t>Your name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idx="22" hasCustomPrompt="1"/>
          </p:nvPr>
        </p:nvSpPr>
        <p:spPr>
          <a:xfrm>
            <a:off x="7398196" y="3937575"/>
            <a:ext cx="3814536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>
              <a:buNone/>
            </a:pPr>
            <a:r>
              <a:t>简单地介绍一下自己吧</a:t>
            </a:r>
          </a:p>
        </p:txBody>
      </p:sp>
      <p:sp>
        <p:nvSpPr>
          <p:cNvPr id="40" name="文本占位符 11"/>
          <p:cNvSpPr>
            <a:spLocks noGrp="1"/>
          </p:cNvSpPr>
          <p:nvPr>
            <p:ph type="body" idx="23" hasCustomPrompt="1"/>
          </p:nvPr>
        </p:nvSpPr>
        <p:spPr>
          <a:xfrm>
            <a:off x="7398196" y="4685329"/>
            <a:ext cx="3814536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>
              <a:buNone/>
            </a:pPr>
            <a:r>
              <a:t>简单地介绍一下自己吧</a:t>
            </a:r>
          </a:p>
        </p:txBody>
      </p:sp>
      <p:sp>
        <p:nvSpPr>
          <p:cNvPr id="41" name="文本占位符 11"/>
          <p:cNvSpPr>
            <a:spLocks noGrp="1"/>
          </p:cNvSpPr>
          <p:nvPr>
            <p:ph type="body" idx="24" hasCustomPrompt="1"/>
          </p:nvPr>
        </p:nvSpPr>
        <p:spPr>
          <a:xfrm>
            <a:off x="7398196" y="5433083"/>
            <a:ext cx="3814536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>
              <a:buNone/>
            </a:pPr>
            <a:r>
              <a:t>简单地介绍一下自己吧</a:t>
            </a:r>
          </a:p>
        </p:txBody>
      </p:sp>
      <p:sp>
        <p:nvSpPr>
          <p:cNvPr id="35" name="文本占位符 6"/>
          <p:cNvSpPr>
            <a:spLocks noGrp="1"/>
          </p:cNvSpPr>
          <p:nvPr>
            <p:ph type="body" idx="17" hasCustomPrompt="1"/>
          </p:nvPr>
        </p:nvSpPr>
        <p:spPr>
          <a:xfrm>
            <a:off x="6749903" y="2564527"/>
            <a:ext cx="3396528" cy="40011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2"/>
                </a:solidFill>
              </a:defRPr>
            </a:lvl1pPr>
          </a:lstStyle>
          <a:p>
            <a:pPr marL="0" lvl="0">
              <a:buNone/>
            </a:pPr>
            <a:r>
              <a:t>你所在的院系 </a:t>
            </a:r>
            <a:r>
              <a:t>/ </a:t>
            </a:r>
            <a:r>
              <a:t>部门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idx="16" hasCustomPrompt="1"/>
          </p:nvPr>
        </p:nvSpPr>
        <p:spPr>
          <a:xfrm>
            <a:off x="6749903" y="1812873"/>
            <a:ext cx="3088698" cy="769441"/>
          </a:xfrm>
          <a:prstGeom prst="rect">
            <a:avLst/>
          </a:prstGeom>
          <a:noFill/>
        </p:spPr>
        <p:txBody>
          <a:bodyPr wrap="square" lIns="0">
            <a:spAutoFit/>
          </a:bodyPr>
          <a:lstStyle>
            <a:lvl1pPr marL="0" indent="0">
              <a:lnSpc>
                <a:spcPct val="100000"/>
              </a:lnSpc>
              <a:buNone/>
              <a:defRPr sz="4400" b="1">
                <a:solidFill>
                  <a:schemeClr val="accent1"/>
                </a:solidFill>
              </a:defRPr>
            </a:lvl1pPr>
          </a:lstStyle>
          <a:p>
            <a:pPr marL="0" lvl="0">
              <a:buNone/>
            </a:pPr>
            <a:r>
              <a:t>你的姓名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5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i="1" spc="300">
                <a:solidFill>
                  <a:schemeClr val="accent1"/>
                </a:solidFill>
                <a:latin typeface="+mn-ea"/>
                <a:ea typeface="+mn-ea"/>
                <a:cs typeface="+mn-ea"/>
              </a:rPr>
              <a:t>止于至善</a:t>
            </a:r>
            <a:endParaRPr spc="3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C79ECAFE-A460-4E13-ABCB-32CAE6136244}" type="slidenum">
              <a:rPr/>
            </a:fld>
            <a:endParaRPr/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341519" y="3365304"/>
            <a:ext cx="2252502" cy="154113"/>
          </a:xfrm>
          <a:prstGeom prst="rect">
            <a:avLst/>
          </a:prstGeom>
          <a:gradFill>
            <a:gsLst>
              <a:gs pos="100000">
                <a:srgbClr val="FDA913"/>
              </a:gs>
              <a:gs pos="0">
                <a:schemeClr val="accent2">
                  <a:lumMod val="60000"/>
                  <a:lumOff val="40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我介绍-2">
    <p:spTree>
      <p:nvGrpSpPr>
        <p:cNvPr id="1" name=""/>
        <p:cNvGrpSpPr/>
        <p:nvPr/>
      </p:nvGrpSpPr>
      <p:grpSpPr/>
      <p:pic>
        <p:nvPicPr>
          <p:cNvPr id="28" name="图片 27"/>
          <p:cNvPicPr>
            <a:picLocks noChangeAspect="1"/>
          </p:cNvPicPr>
          <p:nvPr/>
        </p:nvPicPr>
        <p:blipFill rotWithShape="1">
          <a:blip r:embed="rId2">
            <a:alphaModFix amt="5000"/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>
            <p:ph type="body" idx="25" hasCustomPrompt="1"/>
          </p:nvPr>
        </p:nvSpPr>
        <p:spPr>
          <a:xfrm>
            <a:off x="0" y="1093511"/>
            <a:ext cx="6400712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buNone/>
              <a:defRPr sz="8800" b="0" i="1" u="none" strike="noStrike" cap="none" spc="0" baseline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</a:lstStyle>
          <a:p>
            <a:pPr marL="0"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Your name</a:t>
            </a:r>
          </a:p>
        </p:txBody>
      </p:sp>
      <p:sp>
        <p:nvSpPr>
          <p:cNvPr id="68" name="文本占位符 67"/>
          <p:cNvSpPr>
            <a:spLocks noGrp="1"/>
          </p:cNvSpPr>
          <p:nvPr>
            <p:ph type="body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  <a:cs typeface="+mj-ea"/>
              </a:defRPr>
            </a:lvl1pPr>
          </a:lstStyle>
          <a:p>
            <a:pPr lvl="0">
              <a:buNone/>
            </a:pPr>
            <a:r>
              <a:t>请输入你的章节标题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idx="22" hasCustomPrompt="1"/>
          </p:nvPr>
        </p:nvSpPr>
        <p:spPr>
          <a:xfrm>
            <a:off x="660400" y="3881451"/>
            <a:ext cx="3610645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</a:lstStyle>
          <a:p>
            <a:pPr lvl="0">
              <a:buNone/>
            </a:pPr>
            <a:r>
              <a:t>简单地介绍一下自己吧</a:t>
            </a:r>
          </a:p>
        </p:txBody>
      </p:sp>
      <p:sp>
        <p:nvSpPr>
          <p:cNvPr id="40" name="文本占位符 11"/>
          <p:cNvSpPr>
            <a:spLocks noGrp="1"/>
          </p:cNvSpPr>
          <p:nvPr>
            <p:ph type="body" idx="23" hasCustomPrompt="1"/>
          </p:nvPr>
        </p:nvSpPr>
        <p:spPr>
          <a:xfrm>
            <a:off x="660400" y="4685329"/>
            <a:ext cx="3610646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</a:lstStyle>
          <a:p>
            <a:pPr lvl="0">
              <a:buNone/>
            </a:pPr>
            <a:r>
              <a:t>简单地介绍一下自己吧</a:t>
            </a:r>
          </a:p>
        </p:txBody>
      </p:sp>
      <p:sp>
        <p:nvSpPr>
          <p:cNvPr id="41" name="文本占位符 11"/>
          <p:cNvSpPr>
            <a:spLocks noGrp="1"/>
          </p:cNvSpPr>
          <p:nvPr>
            <p:ph type="body" idx="24" hasCustomPrompt="1"/>
          </p:nvPr>
        </p:nvSpPr>
        <p:spPr>
          <a:xfrm>
            <a:off x="660400" y="5433083"/>
            <a:ext cx="3610646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</a:lstStyle>
          <a:p>
            <a:pPr lvl="0">
              <a:buNone/>
            </a:pPr>
            <a:r>
              <a:t>简单地介绍一下自己吧</a:t>
            </a:r>
          </a:p>
        </p:txBody>
      </p:sp>
      <p:sp>
        <p:nvSpPr>
          <p:cNvPr id="52" name="文本占位符 6"/>
          <p:cNvSpPr>
            <a:spLocks noGrp="1"/>
          </p:cNvSpPr>
          <p:nvPr>
            <p:ph type="body" idx="16" hasCustomPrompt="1"/>
          </p:nvPr>
        </p:nvSpPr>
        <p:spPr>
          <a:xfrm>
            <a:off x="2331720" y="2106802"/>
            <a:ext cx="3088698" cy="769441"/>
          </a:xfrm>
          <a:prstGeom prst="rect">
            <a:avLst/>
          </a:prstGeom>
          <a:noFill/>
        </p:spPr>
        <p:txBody>
          <a:bodyPr wrap="square" rIns="0">
            <a:spAutoFit/>
          </a:bodyPr>
          <a:lstStyle>
            <a:lvl1pPr marL="0" indent="0" algn="r">
              <a:lnSpc>
                <a:spcPct val="100000"/>
              </a:lnSpc>
              <a:buNone/>
              <a:defRPr sz="4400" b="1">
                <a:solidFill>
                  <a:schemeClr val="accent1"/>
                </a:solidFill>
              </a:defRPr>
            </a:lvl1pPr>
          </a:lstStyle>
          <a:p>
            <a:pPr marL="0" lvl="0">
              <a:buNone/>
            </a:pPr>
            <a:r>
              <a:t>你的姓名</a:t>
            </a:r>
          </a:p>
        </p:txBody>
      </p:sp>
      <p:sp>
        <p:nvSpPr>
          <p:cNvPr id="53" name="文本占位符 6"/>
          <p:cNvSpPr>
            <a:spLocks noGrp="1"/>
          </p:cNvSpPr>
          <p:nvPr>
            <p:ph type="body" idx="17" hasCustomPrompt="1"/>
          </p:nvPr>
        </p:nvSpPr>
        <p:spPr>
          <a:xfrm>
            <a:off x="1541828" y="3152034"/>
            <a:ext cx="3396528" cy="400110"/>
          </a:xfrm>
          <a:prstGeom prst="rect">
            <a:avLst/>
          </a:prstGeom>
          <a:noFill/>
        </p:spPr>
        <p:txBody>
          <a:bodyPr wrap="square" rIns="0">
            <a:spAutoFit/>
          </a:bodyPr>
          <a:lstStyle>
            <a:lvl1pPr marL="0" indent="0" algn="r">
              <a:lnSpc>
                <a:spcPct val="100000"/>
              </a:lnSpc>
              <a:buNone/>
              <a:defRPr b="1">
                <a:solidFill>
                  <a:schemeClr val="accent2"/>
                </a:solidFill>
              </a:defRPr>
            </a:lvl1pPr>
          </a:lstStyle>
          <a:p>
            <a:pPr marL="0" lvl="0">
              <a:buNone/>
            </a:pPr>
            <a:r>
              <a:t>你所在的院系 </a:t>
            </a:r>
            <a:r>
              <a:t>/ </a:t>
            </a:r>
            <a:r>
              <a:t>部门</a:t>
            </a:r>
          </a:p>
        </p:txBody>
      </p:sp>
      <p:sp>
        <p:nvSpPr>
          <p:cNvPr id="33" name="图片占位符 32"/>
          <p:cNvSpPr>
            <a:spLocks noGrp="1"/>
          </p:cNvSpPr>
          <p:nvPr>
            <p:ph type="pic" idx="12"/>
          </p:nvPr>
        </p:nvSpPr>
        <p:spPr>
          <a:xfrm>
            <a:off x="5131444" y="0"/>
            <a:ext cx="7060556" cy="6858000"/>
          </a:xfrm>
          <a:custGeom>
            <a:avLst/>
            <a:gdLst>
              <a:gd name="connsiteX0" fmla="*/ 2232141 w 7060556"/>
              <a:gd name="connsiteY0" fmla="*/ 0 h 6858000"/>
              <a:gd name="connsiteX1" fmla="*/ 7060556 w 7060556"/>
              <a:gd name="connsiteY1" fmla="*/ 0 h 6858000"/>
              <a:gd name="connsiteX2" fmla="*/ 7060556 w 7060556"/>
              <a:gd name="connsiteY2" fmla="*/ 6858000 h 6858000"/>
              <a:gd name="connsiteX3" fmla="*/ 659756 w 7060556"/>
              <a:gd name="connsiteY3" fmla="*/ 6858000 h 6858000"/>
              <a:gd name="connsiteX4" fmla="*/ 0 w 7060556"/>
              <a:gd name="connsiteY4" fmla="*/ 5318567 h 6858000"/>
              <a:gd name="connsiteX5" fmla="*/ 2076565 w 7060556"/>
              <a:gd name="connsiteY5" fmla="*/ 341996 h 6858000"/>
            </a:gdLst>
            <a:ahLst/>
            <a:cxnLst/>
            <a:rect l="l" t="t" r="r" b="b"/>
            <a:pathLst>
              <a:path w="7060556" h="6858000">
                <a:moveTo>
                  <a:pt x="2232141" y="0"/>
                </a:moveTo>
                <a:lnTo>
                  <a:pt x="7060556" y="0"/>
                </a:lnTo>
                <a:lnTo>
                  <a:pt x="7060556" y="6858000"/>
                </a:lnTo>
                <a:lnTo>
                  <a:pt x="659756" y="6858000"/>
                </a:lnTo>
                <a:lnTo>
                  <a:pt x="0" y="5318567"/>
                </a:lnTo>
                <a:cubicBezTo>
                  <a:pt x="292020" y="4312534"/>
                  <a:pt x="1148983" y="2384867"/>
                  <a:pt x="2076565" y="341996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/>
        </p:txBody>
      </p:sp>
      <p:sp>
        <p:nvSpPr>
          <p:cNvPr id="29" name="íṥļîḓê"/>
          <p:cNvSpPr>
            <a:spLocks noGrp="1"/>
          </p:cNvSpPr>
          <p:nvPr/>
        </p:nvSpPr>
        <p:spPr>
          <a:xfrm>
            <a:off x="660400" y="344681"/>
            <a:ext cx="384771" cy="384771"/>
          </a:xfrm>
          <a:prstGeom prst="ellipse">
            <a:avLst/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rmAutofit fontScale="77500" lnSpcReduction="20000"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0" name="íṥlíḓê"/>
          <p:cNvSpPr>
            <a:spLocks noGrp="1"/>
          </p:cNvSpPr>
          <p:nvPr/>
        </p:nvSpPr>
        <p:spPr>
          <a:xfrm>
            <a:off x="695973" y="380253"/>
            <a:ext cx="313624" cy="31362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 fontScale="55000" lnSpcReduction="20000"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1" name="ïśļiḑé"/>
          <p:cNvSpPr>
            <a:spLocks noGrp="1"/>
          </p:cNvSpPr>
          <p:nvPr/>
        </p:nvSpPr>
        <p:spPr>
          <a:xfrm>
            <a:off x="756336" y="440762"/>
            <a:ext cx="192896" cy="192603"/>
          </a:xfrm>
          <a:custGeom>
            <a:avLst/>
            <a:gdLst>
              <a:gd name="connsiteX0" fmla="*/ 347041 w 607639"/>
              <a:gd name="connsiteY0" fmla="*/ 313875 h 606722"/>
              <a:gd name="connsiteX1" fmla="*/ 379713 w 607639"/>
              <a:gd name="connsiteY1" fmla="*/ 346512 h 606722"/>
              <a:gd name="connsiteX2" fmla="*/ 347041 w 607639"/>
              <a:gd name="connsiteY2" fmla="*/ 379149 h 606722"/>
              <a:gd name="connsiteX3" fmla="*/ 314369 w 607639"/>
              <a:gd name="connsiteY3" fmla="*/ 346512 h 606722"/>
              <a:gd name="connsiteX4" fmla="*/ 347041 w 607639"/>
              <a:gd name="connsiteY4" fmla="*/ 313875 h 606722"/>
              <a:gd name="connsiteX5" fmla="*/ 260563 w 607639"/>
              <a:gd name="connsiteY5" fmla="*/ 213037 h 606722"/>
              <a:gd name="connsiteX6" fmla="*/ 313452 w 607639"/>
              <a:gd name="connsiteY6" fmla="*/ 265856 h 606722"/>
              <a:gd name="connsiteX7" fmla="*/ 260563 w 607639"/>
              <a:gd name="connsiteY7" fmla="*/ 318675 h 606722"/>
              <a:gd name="connsiteX8" fmla="*/ 207674 w 607639"/>
              <a:gd name="connsiteY8" fmla="*/ 265856 h 606722"/>
              <a:gd name="connsiteX9" fmla="*/ 260563 w 607639"/>
              <a:gd name="connsiteY9" fmla="*/ 213037 h 606722"/>
              <a:gd name="connsiteX10" fmla="*/ 303775 w 607639"/>
              <a:gd name="connsiteY10" fmla="*/ 152236 h 606722"/>
              <a:gd name="connsiteX11" fmla="*/ 152466 w 607639"/>
              <a:gd name="connsiteY11" fmla="*/ 303317 h 606722"/>
              <a:gd name="connsiteX12" fmla="*/ 303775 w 607639"/>
              <a:gd name="connsiteY12" fmla="*/ 454486 h 606722"/>
              <a:gd name="connsiteX13" fmla="*/ 455173 w 607639"/>
              <a:gd name="connsiteY13" fmla="*/ 303317 h 606722"/>
              <a:gd name="connsiteX14" fmla="*/ 303775 w 607639"/>
              <a:gd name="connsiteY14" fmla="*/ 152236 h 606722"/>
              <a:gd name="connsiteX15" fmla="*/ 270042 w 607639"/>
              <a:gd name="connsiteY15" fmla="*/ 0 h 606722"/>
              <a:gd name="connsiteX16" fmla="*/ 337597 w 607639"/>
              <a:gd name="connsiteY16" fmla="*/ 0 h 606722"/>
              <a:gd name="connsiteX17" fmla="*/ 361628 w 607639"/>
              <a:gd name="connsiteY17" fmla="*/ 23995 h 606722"/>
              <a:gd name="connsiteX18" fmla="*/ 337597 w 607639"/>
              <a:gd name="connsiteY18" fmla="*/ 47901 h 606722"/>
              <a:gd name="connsiteX19" fmla="*/ 327806 w 607639"/>
              <a:gd name="connsiteY19" fmla="*/ 47901 h 606722"/>
              <a:gd name="connsiteX20" fmla="*/ 327806 w 607639"/>
              <a:gd name="connsiteY20" fmla="*/ 105756 h 606722"/>
              <a:gd name="connsiteX21" fmla="*/ 426691 w 607639"/>
              <a:gd name="connsiteY21" fmla="*/ 146726 h 606722"/>
              <a:gd name="connsiteX22" fmla="*/ 467723 w 607639"/>
              <a:gd name="connsiteY22" fmla="*/ 105756 h 606722"/>
              <a:gd name="connsiteX23" fmla="*/ 460780 w 607639"/>
              <a:gd name="connsiteY23" fmla="*/ 98913 h 606722"/>
              <a:gd name="connsiteX24" fmla="*/ 460780 w 607639"/>
              <a:gd name="connsiteY24" fmla="*/ 64965 h 606722"/>
              <a:gd name="connsiteX25" fmla="*/ 494691 w 607639"/>
              <a:gd name="connsiteY25" fmla="*/ 64965 h 606722"/>
              <a:gd name="connsiteX26" fmla="*/ 530382 w 607639"/>
              <a:gd name="connsiteY26" fmla="*/ 100602 h 606722"/>
              <a:gd name="connsiteX27" fmla="*/ 531094 w 607639"/>
              <a:gd name="connsiteY27" fmla="*/ 101313 h 606722"/>
              <a:gd name="connsiteX28" fmla="*/ 537414 w 607639"/>
              <a:gd name="connsiteY28" fmla="*/ 107534 h 606722"/>
              <a:gd name="connsiteX29" fmla="*/ 537770 w 607639"/>
              <a:gd name="connsiteY29" fmla="*/ 107978 h 606722"/>
              <a:gd name="connsiteX30" fmla="*/ 537948 w 607639"/>
              <a:gd name="connsiteY30" fmla="*/ 108156 h 606722"/>
              <a:gd name="connsiteX31" fmla="*/ 538482 w 607639"/>
              <a:gd name="connsiteY31" fmla="*/ 108689 h 606722"/>
              <a:gd name="connsiteX32" fmla="*/ 538215 w 607639"/>
              <a:gd name="connsiteY32" fmla="*/ 108423 h 606722"/>
              <a:gd name="connsiteX33" fmla="*/ 538749 w 607639"/>
              <a:gd name="connsiteY33" fmla="*/ 108867 h 606722"/>
              <a:gd name="connsiteX34" fmla="*/ 539105 w 607639"/>
              <a:gd name="connsiteY34" fmla="*/ 109311 h 606722"/>
              <a:gd name="connsiteX35" fmla="*/ 542487 w 607639"/>
              <a:gd name="connsiteY35" fmla="*/ 112688 h 606722"/>
              <a:gd name="connsiteX36" fmla="*/ 542487 w 607639"/>
              <a:gd name="connsiteY36" fmla="*/ 146637 h 606722"/>
              <a:gd name="connsiteX37" fmla="*/ 508576 w 607639"/>
              <a:gd name="connsiteY37" fmla="*/ 146637 h 606722"/>
              <a:gd name="connsiteX38" fmla="*/ 501634 w 607639"/>
              <a:gd name="connsiteY38" fmla="*/ 139705 h 606722"/>
              <a:gd name="connsiteX39" fmla="*/ 460691 w 607639"/>
              <a:gd name="connsiteY39" fmla="*/ 180675 h 606722"/>
              <a:gd name="connsiteX40" fmla="*/ 501723 w 607639"/>
              <a:gd name="connsiteY40" fmla="*/ 279410 h 606722"/>
              <a:gd name="connsiteX41" fmla="*/ 559576 w 607639"/>
              <a:gd name="connsiteY41" fmla="*/ 279410 h 606722"/>
              <a:gd name="connsiteX42" fmla="*/ 559576 w 607639"/>
              <a:gd name="connsiteY42" fmla="*/ 269634 h 606722"/>
              <a:gd name="connsiteX43" fmla="*/ 583608 w 607639"/>
              <a:gd name="connsiteY43" fmla="*/ 245639 h 606722"/>
              <a:gd name="connsiteX44" fmla="*/ 607639 w 607639"/>
              <a:gd name="connsiteY44" fmla="*/ 269634 h 606722"/>
              <a:gd name="connsiteX45" fmla="*/ 607639 w 607639"/>
              <a:gd name="connsiteY45" fmla="*/ 337088 h 606722"/>
              <a:gd name="connsiteX46" fmla="*/ 583608 w 607639"/>
              <a:gd name="connsiteY46" fmla="*/ 361083 h 606722"/>
              <a:gd name="connsiteX47" fmla="*/ 559576 w 607639"/>
              <a:gd name="connsiteY47" fmla="*/ 337088 h 606722"/>
              <a:gd name="connsiteX48" fmla="*/ 559576 w 607639"/>
              <a:gd name="connsiteY48" fmla="*/ 327312 h 606722"/>
              <a:gd name="connsiteX49" fmla="*/ 501723 w 607639"/>
              <a:gd name="connsiteY49" fmla="*/ 327312 h 606722"/>
              <a:gd name="connsiteX50" fmla="*/ 460691 w 607639"/>
              <a:gd name="connsiteY50" fmla="*/ 426047 h 606722"/>
              <a:gd name="connsiteX51" fmla="*/ 501634 w 607639"/>
              <a:gd name="connsiteY51" fmla="*/ 467017 h 606722"/>
              <a:gd name="connsiteX52" fmla="*/ 508576 w 607639"/>
              <a:gd name="connsiteY52" fmla="*/ 460085 h 606722"/>
              <a:gd name="connsiteX53" fmla="*/ 542487 w 607639"/>
              <a:gd name="connsiteY53" fmla="*/ 460085 h 606722"/>
              <a:gd name="connsiteX54" fmla="*/ 542487 w 607639"/>
              <a:gd name="connsiteY54" fmla="*/ 493945 h 606722"/>
              <a:gd name="connsiteX55" fmla="*/ 518990 w 607639"/>
              <a:gd name="connsiteY55" fmla="*/ 517496 h 606722"/>
              <a:gd name="connsiteX56" fmla="*/ 494691 w 607639"/>
              <a:gd name="connsiteY56" fmla="*/ 541668 h 606722"/>
              <a:gd name="connsiteX57" fmla="*/ 460780 w 607639"/>
              <a:gd name="connsiteY57" fmla="*/ 541668 h 606722"/>
              <a:gd name="connsiteX58" fmla="*/ 460780 w 607639"/>
              <a:gd name="connsiteY58" fmla="*/ 507809 h 606722"/>
              <a:gd name="connsiteX59" fmla="*/ 467723 w 607639"/>
              <a:gd name="connsiteY59" fmla="*/ 500877 h 606722"/>
              <a:gd name="connsiteX60" fmla="*/ 426691 w 607639"/>
              <a:gd name="connsiteY60" fmla="*/ 459996 h 606722"/>
              <a:gd name="connsiteX61" fmla="*/ 327806 w 607639"/>
              <a:gd name="connsiteY61" fmla="*/ 500966 h 606722"/>
              <a:gd name="connsiteX62" fmla="*/ 327806 w 607639"/>
              <a:gd name="connsiteY62" fmla="*/ 558732 h 606722"/>
              <a:gd name="connsiteX63" fmla="*/ 337597 w 607639"/>
              <a:gd name="connsiteY63" fmla="*/ 558732 h 606722"/>
              <a:gd name="connsiteX64" fmla="*/ 361628 w 607639"/>
              <a:gd name="connsiteY64" fmla="*/ 582727 h 606722"/>
              <a:gd name="connsiteX65" fmla="*/ 337597 w 607639"/>
              <a:gd name="connsiteY65" fmla="*/ 606722 h 606722"/>
              <a:gd name="connsiteX66" fmla="*/ 270042 w 607639"/>
              <a:gd name="connsiteY66" fmla="*/ 606722 h 606722"/>
              <a:gd name="connsiteX67" fmla="*/ 246011 w 607639"/>
              <a:gd name="connsiteY67" fmla="*/ 582727 h 606722"/>
              <a:gd name="connsiteX68" fmla="*/ 270042 w 607639"/>
              <a:gd name="connsiteY68" fmla="*/ 558732 h 606722"/>
              <a:gd name="connsiteX69" fmla="*/ 279833 w 607639"/>
              <a:gd name="connsiteY69" fmla="*/ 558732 h 606722"/>
              <a:gd name="connsiteX70" fmla="*/ 279833 w 607639"/>
              <a:gd name="connsiteY70" fmla="*/ 500966 h 606722"/>
              <a:gd name="connsiteX71" fmla="*/ 180948 w 607639"/>
              <a:gd name="connsiteY71" fmla="*/ 459996 h 606722"/>
              <a:gd name="connsiteX72" fmla="*/ 139916 w 607639"/>
              <a:gd name="connsiteY72" fmla="*/ 500877 h 606722"/>
              <a:gd name="connsiteX73" fmla="*/ 146859 w 607639"/>
              <a:gd name="connsiteY73" fmla="*/ 507809 h 606722"/>
              <a:gd name="connsiteX74" fmla="*/ 146859 w 607639"/>
              <a:gd name="connsiteY74" fmla="*/ 541668 h 606722"/>
              <a:gd name="connsiteX75" fmla="*/ 112859 w 607639"/>
              <a:gd name="connsiteY75" fmla="*/ 541668 h 606722"/>
              <a:gd name="connsiteX76" fmla="*/ 77257 w 607639"/>
              <a:gd name="connsiteY76" fmla="*/ 506120 h 606722"/>
              <a:gd name="connsiteX77" fmla="*/ 68534 w 607639"/>
              <a:gd name="connsiteY77" fmla="*/ 497411 h 606722"/>
              <a:gd name="connsiteX78" fmla="*/ 65063 w 607639"/>
              <a:gd name="connsiteY78" fmla="*/ 493945 h 606722"/>
              <a:gd name="connsiteX79" fmla="*/ 65063 w 607639"/>
              <a:gd name="connsiteY79" fmla="*/ 460085 h 606722"/>
              <a:gd name="connsiteX80" fmla="*/ 99063 w 607639"/>
              <a:gd name="connsiteY80" fmla="*/ 460085 h 606722"/>
              <a:gd name="connsiteX81" fmla="*/ 105916 w 607639"/>
              <a:gd name="connsiteY81" fmla="*/ 467017 h 606722"/>
              <a:gd name="connsiteX82" fmla="*/ 146948 w 607639"/>
              <a:gd name="connsiteY82" fmla="*/ 426047 h 606722"/>
              <a:gd name="connsiteX83" fmla="*/ 105916 w 607639"/>
              <a:gd name="connsiteY83" fmla="*/ 327312 h 606722"/>
              <a:gd name="connsiteX84" fmla="*/ 47974 w 607639"/>
              <a:gd name="connsiteY84" fmla="*/ 327312 h 606722"/>
              <a:gd name="connsiteX85" fmla="*/ 47974 w 607639"/>
              <a:gd name="connsiteY85" fmla="*/ 337088 h 606722"/>
              <a:gd name="connsiteX86" fmla="*/ 24031 w 607639"/>
              <a:gd name="connsiteY86" fmla="*/ 361083 h 606722"/>
              <a:gd name="connsiteX87" fmla="*/ 0 w 607639"/>
              <a:gd name="connsiteY87" fmla="*/ 337088 h 606722"/>
              <a:gd name="connsiteX88" fmla="*/ 0 w 607639"/>
              <a:gd name="connsiteY88" fmla="*/ 269634 h 606722"/>
              <a:gd name="connsiteX89" fmla="*/ 24031 w 607639"/>
              <a:gd name="connsiteY89" fmla="*/ 245639 h 606722"/>
              <a:gd name="connsiteX90" fmla="*/ 47974 w 607639"/>
              <a:gd name="connsiteY90" fmla="*/ 269634 h 606722"/>
              <a:gd name="connsiteX91" fmla="*/ 47974 w 607639"/>
              <a:gd name="connsiteY91" fmla="*/ 279410 h 606722"/>
              <a:gd name="connsiteX92" fmla="*/ 105916 w 607639"/>
              <a:gd name="connsiteY92" fmla="*/ 279410 h 606722"/>
              <a:gd name="connsiteX93" fmla="*/ 146948 w 607639"/>
              <a:gd name="connsiteY93" fmla="*/ 180675 h 606722"/>
              <a:gd name="connsiteX94" fmla="*/ 105916 w 607639"/>
              <a:gd name="connsiteY94" fmla="*/ 139705 h 606722"/>
              <a:gd name="connsiteX95" fmla="*/ 99063 w 607639"/>
              <a:gd name="connsiteY95" fmla="*/ 146637 h 606722"/>
              <a:gd name="connsiteX96" fmla="*/ 65063 w 607639"/>
              <a:gd name="connsiteY96" fmla="*/ 146637 h 606722"/>
              <a:gd name="connsiteX97" fmla="*/ 65063 w 607639"/>
              <a:gd name="connsiteY97" fmla="*/ 112688 h 606722"/>
              <a:gd name="connsiteX98" fmla="*/ 106450 w 607639"/>
              <a:gd name="connsiteY98" fmla="*/ 71452 h 606722"/>
              <a:gd name="connsiteX99" fmla="*/ 112859 w 607639"/>
              <a:gd name="connsiteY99" fmla="*/ 64965 h 606722"/>
              <a:gd name="connsiteX100" fmla="*/ 146859 w 607639"/>
              <a:gd name="connsiteY100" fmla="*/ 64965 h 606722"/>
              <a:gd name="connsiteX101" fmla="*/ 146859 w 607639"/>
              <a:gd name="connsiteY101" fmla="*/ 98913 h 606722"/>
              <a:gd name="connsiteX102" fmla="*/ 139916 w 607639"/>
              <a:gd name="connsiteY102" fmla="*/ 105756 h 606722"/>
              <a:gd name="connsiteX103" fmla="*/ 180948 w 607639"/>
              <a:gd name="connsiteY103" fmla="*/ 146726 h 606722"/>
              <a:gd name="connsiteX104" fmla="*/ 279833 w 607639"/>
              <a:gd name="connsiteY104" fmla="*/ 105756 h 606722"/>
              <a:gd name="connsiteX105" fmla="*/ 279833 w 607639"/>
              <a:gd name="connsiteY105" fmla="*/ 47901 h 606722"/>
              <a:gd name="connsiteX106" fmla="*/ 270042 w 607639"/>
              <a:gd name="connsiteY106" fmla="*/ 47901 h 606722"/>
              <a:gd name="connsiteX107" fmla="*/ 246011 w 607639"/>
              <a:gd name="connsiteY107" fmla="*/ 23995 h 606722"/>
              <a:gd name="connsiteX108" fmla="*/ 270042 w 607639"/>
              <a:gd name="connsiteY108" fmla="*/ 0 h 606722"/>
            </a:gdLst>
            <a:ahLst/>
            <a:cxnLst/>
            <a:rect l="l" t="t" r="r" b="b"/>
            <a:pathLst>
              <a:path w="607639" h="606722">
                <a:moveTo>
                  <a:pt x="347041" y="313875"/>
                </a:moveTo>
                <a:cubicBezTo>
                  <a:pt x="365085" y="313875"/>
                  <a:pt x="379713" y="328487"/>
                  <a:pt x="379713" y="346512"/>
                </a:cubicBezTo>
                <a:cubicBezTo>
                  <a:pt x="379713" y="364537"/>
                  <a:pt x="365085" y="379149"/>
                  <a:pt x="347041" y="379149"/>
                </a:cubicBezTo>
                <a:cubicBezTo>
                  <a:pt x="328997" y="379149"/>
                  <a:pt x="314369" y="364537"/>
                  <a:pt x="314369" y="346512"/>
                </a:cubicBezTo>
                <a:cubicBezTo>
                  <a:pt x="314369" y="328487"/>
                  <a:pt x="328997" y="313875"/>
                  <a:pt x="347041" y="313875"/>
                </a:cubicBezTo>
                <a:close/>
                <a:moveTo>
                  <a:pt x="260563" y="213037"/>
                </a:moveTo>
                <a:cubicBezTo>
                  <a:pt x="289773" y="213037"/>
                  <a:pt x="313452" y="236685"/>
                  <a:pt x="313452" y="265856"/>
                </a:cubicBezTo>
                <a:cubicBezTo>
                  <a:pt x="313452" y="295027"/>
                  <a:pt x="289773" y="318675"/>
                  <a:pt x="260563" y="318675"/>
                </a:cubicBezTo>
                <a:cubicBezTo>
                  <a:pt x="231353" y="318675"/>
                  <a:pt x="207674" y="295027"/>
                  <a:pt x="207674" y="265856"/>
                </a:cubicBezTo>
                <a:cubicBezTo>
                  <a:pt x="207674" y="236685"/>
                  <a:pt x="231353" y="213037"/>
                  <a:pt x="260563" y="213037"/>
                </a:cubicBezTo>
                <a:close/>
                <a:moveTo>
                  <a:pt x="303775" y="152236"/>
                </a:moveTo>
                <a:cubicBezTo>
                  <a:pt x="220377" y="152236"/>
                  <a:pt x="152466" y="220045"/>
                  <a:pt x="152466" y="303317"/>
                </a:cubicBezTo>
                <a:cubicBezTo>
                  <a:pt x="152466" y="386678"/>
                  <a:pt x="220377" y="454486"/>
                  <a:pt x="303775" y="454486"/>
                </a:cubicBezTo>
                <a:cubicBezTo>
                  <a:pt x="387262" y="454486"/>
                  <a:pt x="455173" y="386678"/>
                  <a:pt x="455173" y="303317"/>
                </a:cubicBezTo>
                <a:cubicBezTo>
                  <a:pt x="455173" y="220045"/>
                  <a:pt x="387262" y="152236"/>
                  <a:pt x="303775" y="152236"/>
                </a:cubicBezTo>
                <a:close/>
                <a:moveTo>
                  <a:pt x="270042" y="0"/>
                </a:moveTo>
                <a:lnTo>
                  <a:pt x="337597" y="0"/>
                </a:lnTo>
                <a:cubicBezTo>
                  <a:pt x="350859" y="0"/>
                  <a:pt x="361628" y="10753"/>
                  <a:pt x="361628" y="23995"/>
                </a:cubicBezTo>
                <a:cubicBezTo>
                  <a:pt x="361628" y="37237"/>
                  <a:pt x="350859" y="47901"/>
                  <a:pt x="337597" y="47901"/>
                </a:cubicBezTo>
                <a:lnTo>
                  <a:pt x="327806" y="47901"/>
                </a:lnTo>
                <a:lnTo>
                  <a:pt x="327806" y="105756"/>
                </a:lnTo>
                <a:cubicBezTo>
                  <a:pt x="364833" y="110200"/>
                  <a:pt x="398744" y="124864"/>
                  <a:pt x="426691" y="146726"/>
                </a:cubicBezTo>
                <a:lnTo>
                  <a:pt x="467723" y="105756"/>
                </a:lnTo>
                <a:lnTo>
                  <a:pt x="460780" y="98913"/>
                </a:lnTo>
                <a:cubicBezTo>
                  <a:pt x="451435" y="89493"/>
                  <a:pt x="451435" y="74385"/>
                  <a:pt x="460780" y="64965"/>
                </a:cubicBezTo>
                <a:cubicBezTo>
                  <a:pt x="470126" y="55633"/>
                  <a:pt x="485346" y="55633"/>
                  <a:pt x="494691" y="64965"/>
                </a:cubicBezTo>
                <a:lnTo>
                  <a:pt x="530382" y="100602"/>
                </a:lnTo>
                <a:lnTo>
                  <a:pt x="531094" y="101313"/>
                </a:lnTo>
                <a:lnTo>
                  <a:pt x="537414" y="107534"/>
                </a:lnTo>
                <a:lnTo>
                  <a:pt x="537770" y="107978"/>
                </a:lnTo>
                <a:lnTo>
                  <a:pt x="537948" y="108156"/>
                </a:lnTo>
                <a:lnTo>
                  <a:pt x="538482" y="108689"/>
                </a:lnTo>
                <a:lnTo>
                  <a:pt x="538215" y="108423"/>
                </a:lnTo>
                <a:lnTo>
                  <a:pt x="538749" y="108867"/>
                </a:lnTo>
                <a:lnTo>
                  <a:pt x="539105" y="109311"/>
                </a:lnTo>
                <a:lnTo>
                  <a:pt x="542487" y="112688"/>
                </a:lnTo>
                <a:cubicBezTo>
                  <a:pt x="551922" y="122109"/>
                  <a:pt x="551922" y="137217"/>
                  <a:pt x="542487" y="146637"/>
                </a:cubicBezTo>
                <a:cubicBezTo>
                  <a:pt x="533142" y="155969"/>
                  <a:pt x="517922" y="155969"/>
                  <a:pt x="508576" y="146637"/>
                </a:cubicBezTo>
                <a:lnTo>
                  <a:pt x="501634" y="139705"/>
                </a:lnTo>
                <a:lnTo>
                  <a:pt x="460691" y="180675"/>
                </a:lnTo>
                <a:cubicBezTo>
                  <a:pt x="482587" y="208491"/>
                  <a:pt x="497272" y="242440"/>
                  <a:pt x="501723" y="279410"/>
                </a:cubicBezTo>
                <a:lnTo>
                  <a:pt x="559576" y="279410"/>
                </a:lnTo>
                <a:lnTo>
                  <a:pt x="559576" y="269634"/>
                </a:lnTo>
                <a:cubicBezTo>
                  <a:pt x="559576" y="256393"/>
                  <a:pt x="570346" y="245639"/>
                  <a:pt x="583608" y="245639"/>
                </a:cubicBezTo>
                <a:cubicBezTo>
                  <a:pt x="596869" y="245639"/>
                  <a:pt x="607639" y="256393"/>
                  <a:pt x="607639" y="269634"/>
                </a:cubicBezTo>
                <a:lnTo>
                  <a:pt x="607639" y="337088"/>
                </a:lnTo>
                <a:cubicBezTo>
                  <a:pt x="607639" y="350329"/>
                  <a:pt x="596869" y="361083"/>
                  <a:pt x="583608" y="361083"/>
                </a:cubicBezTo>
                <a:cubicBezTo>
                  <a:pt x="570346" y="361083"/>
                  <a:pt x="559576" y="350329"/>
                  <a:pt x="559576" y="337088"/>
                </a:cubicBezTo>
                <a:lnTo>
                  <a:pt x="559576" y="327312"/>
                </a:lnTo>
                <a:lnTo>
                  <a:pt x="501723" y="327312"/>
                </a:lnTo>
                <a:cubicBezTo>
                  <a:pt x="497272" y="364282"/>
                  <a:pt x="482587" y="398142"/>
                  <a:pt x="460691" y="426047"/>
                </a:cubicBezTo>
                <a:lnTo>
                  <a:pt x="501634" y="467017"/>
                </a:lnTo>
                <a:lnTo>
                  <a:pt x="508576" y="460085"/>
                </a:lnTo>
                <a:cubicBezTo>
                  <a:pt x="517922" y="450753"/>
                  <a:pt x="533142" y="450753"/>
                  <a:pt x="542487" y="460085"/>
                </a:cubicBezTo>
                <a:cubicBezTo>
                  <a:pt x="551922" y="469416"/>
                  <a:pt x="551922" y="484613"/>
                  <a:pt x="542487" y="493945"/>
                </a:cubicBezTo>
                <a:cubicBezTo>
                  <a:pt x="512759" y="523717"/>
                  <a:pt x="518456" y="518029"/>
                  <a:pt x="518990" y="517496"/>
                </a:cubicBezTo>
                <a:cubicBezTo>
                  <a:pt x="518545" y="517940"/>
                  <a:pt x="514272" y="522206"/>
                  <a:pt x="494691" y="541668"/>
                </a:cubicBezTo>
                <a:cubicBezTo>
                  <a:pt x="485346" y="551089"/>
                  <a:pt x="470126" y="551089"/>
                  <a:pt x="460780" y="541668"/>
                </a:cubicBezTo>
                <a:cubicBezTo>
                  <a:pt x="451435" y="532337"/>
                  <a:pt x="451435" y="517140"/>
                  <a:pt x="460780" y="507809"/>
                </a:cubicBezTo>
                <a:lnTo>
                  <a:pt x="467723" y="500877"/>
                </a:lnTo>
                <a:lnTo>
                  <a:pt x="426691" y="459996"/>
                </a:lnTo>
                <a:cubicBezTo>
                  <a:pt x="398744" y="481858"/>
                  <a:pt x="364833" y="496522"/>
                  <a:pt x="327806" y="500966"/>
                </a:cubicBezTo>
                <a:lnTo>
                  <a:pt x="327806" y="558732"/>
                </a:lnTo>
                <a:lnTo>
                  <a:pt x="337597" y="558732"/>
                </a:lnTo>
                <a:cubicBezTo>
                  <a:pt x="350859" y="558732"/>
                  <a:pt x="361628" y="569485"/>
                  <a:pt x="361628" y="582727"/>
                </a:cubicBezTo>
                <a:cubicBezTo>
                  <a:pt x="361628" y="595969"/>
                  <a:pt x="350859" y="606722"/>
                  <a:pt x="337597" y="606722"/>
                </a:cubicBezTo>
                <a:lnTo>
                  <a:pt x="270042" y="606722"/>
                </a:lnTo>
                <a:cubicBezTo>
                  <a:pt x="256780" y="606722"/>
                  <a:pt x="246011" y="595969"/>
                  <a:pt x="246011" y="582727"/>
                </a:cubicBezTo>
                <a:cubicBezTo>
                  <a:pt x="246011" y="569485"/>
                  <a:pt x="256780" y="558732"/>
                  <a:pt x="270042" y="558732"/>
                </a:cubicBezTo>
                <a:lnTo>
                  <a:pt x="279833" y="558732"/>
                </a:lnTo>
                <a:lnTo>
                  <a:pt x="279833" y="500966"/>
                </a:lnTo>
                <a:cubicBezTo>
                  <a:pt x="242806" y="496522"/>
                  <a:pt x="208806" y="481858"/>
                  <a:pt x="180948" y="459996"/>
                </a:cubicBezTo>
                <a:lnTo>
                  <a:pt x="139916" y="500877"/>
                </a:lnTo>
                <a:lnTo>
                  <a:pt x="146859" y="507809"/>
                </a:lnTo>
                <a:cubicBezTo>
                  <a:pt x="156204" y="517140"/>
                  <a:pt x="156204" y="532337"/>
                  <a:pt x="146859" y="541668"/>
                </a:cubicBezTo>
                <a:cubicBezTo>
                  <a:pt x="137424" y="551089"/>
                  <a:pt x="122293" y="551089"/>
                  <a:pt x="112859" y="541668"/>
                </a:cubicBezTo>
                <a:lnTo>
                  <a:pt x="77257" y="506120"/>
                </a:lnTo>
                <a:lnTo>
                  <a:pt x="68534" y="497411"/>
                </a:lnTo>
                <a:lnTo>
                  <a:pt x="65063" y="493945"/>
                </a:lnTo>
                <a:cubicBezTo>
                  <a:pt x="55717" y="484613"/>
                  <a:pt x="55717" y="469416"/>
                  <a:pt x="65063" y="460085"/>
                </a:cubicBezTo>
                <a:cubicBezTo>
                  <a:pt x="74497" y="450753"/>
                  <a:pt x="89628" y="450753"/>
                  <a:pt x="99063" y="460085"/>
                </a:cubicBezTo>
                <a:lnTo>
                  <a:pt x="105916" y="467017"/>
                </a:lnTo>
                <a:lnTo>
                  <a:pt x="146948" y="426047"/>
                </a:lnTo>
                <a:cubicBezTo>
                  <a:pt x="125052" y="398142"/>
                  <a:pt x="110367" y="364282"/>
                  <a:pt x="105916" y="327312"/>
                </a:cubicBezTo>
                <a:lnTo>
                  <a:pt x="47974" y="327312"/>
                </a:lnTo>
                <a:lnTo>
                  <a:pt x="47974" y="337088"/>
                </a:lnTo>
                <a:cubicBezTo>
                  <a:pt x="47974" y="350329"/>
                  <a:pt x="37293" y="361083"/>
                  <a:pt x="24031" y="361083"/>
                </a:cubicBezTo>
                <a:cubicBezTo>
                  <a:pt x="10770" y="361083"/>
                  <a:pt x="0" y="350329"/>
                  <a:pt x="0" y="337088"/>
                </a:cubicBezTo>
                <a:lnTo>
                  <a:pt x="0" y="269634"/>
                </a:lnTo>
                <a:cubicBezTo>
                  <a:pt x="0" y="256393"/>
                  <a:pt x="10770" y="245639"/>
                  <a:pt x="24031" y="245639"/>
                </a:cubicBezTo>
                <a:cubicBezTo>
                  <a:pt x="37293" y="245639"/>
                  <a:pt x="47974" y="256393"/>
                  <a:pt x="47974" y="269634"/>
                </a:cubicBezTo>
                <a:lnTo>
                  <a:pt x="47974" y="279410"/>
                </a:lnTo>
                <a:lnTo>
                  <a:pt x="105916" y="279410"/>
                </a:lnTo>
                <a:cubicBezTo>
                  <a:pt x="110367" y="242440"/>
                  <a:pt x="125052" y="208491"/>
                  <a:pt x="146948" y="180675"/>
                </a:cubicBezTo>
                <a:lnTo>
                  <a:pt x="105916" y="139705"/>
                </a:lnTo>
                <a:lnTo>
                  <a:pt x="99063" y="146637"/>
                </a:lnTo>
                <a:cubicBezTo>
                  <a:pt x="89628" y="155969"/>
                  <a:pt x="74497" y="155969"/>
                  <a:pt x="65063" y="146637"/>
                </a:cubicBezTo>
                <a:cubicBezTo>
                  <a:pt x="55717" y="137217"/>
                  <a:pt x="55717" y="122109"/>
                  <a:pt x="65063" y="112688"/>
                </a:cubicBezTo>
                <a:lnTo>
                  <a:pt x="106450" y="71452"/>
                </a:lnTo>
                <a:lnTo>
                  <a:pt x="112859" y="64965"/>
                </a:lnTo>
                <a:cubicBezTo>
                  <a:pt x="122293" y="55633"/>
                  <a:pt x="137424" y="55633"/>
                  <a:pt x="146859" y="64965"/>
                </a:cubicBezTo>
                <a:cubicBezTo>
                  <a:pt x="156204" y="74385"/>
                  <a:pt x="156204" y="89493"/>
                  <a:pt x="146859" y="98913"/>
                </a:cubicBezTo>
                <a:lnTo>
                  <a:pt x="139916" y="105756"/>
                </a:lnTo>
                <a:lnTo>
                  <a:pt x="180948" y="146726"/>
                </a:lnTo>
                <a:cubicBezTo>
                  <a:pt x="208806" y="124864"/>
                  <a:pt x="242806" y="110200"/>
                  <a:pt x="279833" y="105756"/>
                </a:cubicBezTo>
                <a:lnTo>
                  <a:pt x="279833" y="47901"/>
                </a:lnTo>
                <a:lnTo>
                  <a:pt x="270042" y="47901"/>
                </a:lnTo>
                <a:cubicBezTo>
                  <a:pt x="256780" y="47901"/>
                  <a:pt x="246011" y="37237"/>
                  <a:pt x="246011" y="23995"/>
                </a:cubicBezTo>
                <a:cubicBezTo>
                  <a:pt x="246011" y="10753"/>
                  <a:pt x="256780" y="0"/>
                  <a:pt x="270042" y="0"/>
                </a:cubicBezTo>
                <a:close/>
              </a:path>
            </a:pathLst>
          </a:cu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rmAutofit fontScale="40000" lnSpcReduction="20000"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idx="2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i="1" spc="300">
                <a:solidFill>
                  <a:schemeClr val="accent1"/>
                </a:solidFill>
                <a:latin typeface="+mn-ea"/>
                <a:ea typeface="+mn-ea"/>
                <a:cs typeface="+mn-ea"/>
              </a:rPr>
              <a:t>止于至善</a:t>
            </a:r>
            <a:endParaRPr spc="3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idx="28"/>
          </p:nvPr>
        </p:nvSpPr>
        <p:spPr/>
        <p:txBody>
          <a:bodyPr/>
          <a:lstStyle/>
          <a:p>
            <a:fld id="{C79ECAFE-A460-4E13-ABCB-32CAE6136244}" type="slidenum">
              <a:rPr/>
            </a:fld>
            <a:endParaRPr/>
          </a:p>
        </p:txBody>
      </p:sp>
      <p:sp>
        <p:nvSpPr>
          <p:cNvPr id="18" name="直接连接符 17"/>
          <p:cNvSpPr>
            <a:spLocks noGrp="1"/>
          </p:cNvSpPr>
          <p:nvPr/>
        </p:nv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介绍内容拓展-1">
    <p:spTree>
      <p:nvGrpSpPr>
        <p:cNvPr id="1" name=""/>
        <p:cNvGrpSpPr/>
        <p:nvPr/>
      </p:nvGrpSpPr>
      <p:grpSpPr/>
      <p:pic>
        <p:nvPicPr>
          <p:cNvPr id="36" name="图片 35"/>
          <p:cNvPicPr>
            <a:picLocks noChangeAspect="1"/>
          </p:cNvPicPr>
          <p:nvPr/>
        </p:nvPicPr>
        <p:blipFill rotWithShape="1">
          <a:blip r:embed="rId2">
            <a:alphaModFix amt="5000"/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文本框 2"/>
          <p:cNvSpPr>
            <a:spLocks noGrp="1"/>
          </p:cNvSpPr>
          <p:nvPr/>
        </p:nvSpPr>
        <p:spPr>
          <a:xfrm>
            <a:off x="660400" y="1383671"/>
            <a:ext cx="5001787" cy="1323439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8000" i="1">
                <a:solidFill>
                  <a:schemeClr val="bg1">
                    <a:lumMod val="95000"/>
                  </a:schemeClr>
                </a:solidFill>
              </a:rPr>
              <a:t>Our team</a:t>
            </a:r>
            <a:endParaRPr sz="8000" i="1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2" name="图片占位符 31"/>
          <p:cNvSpPr>
            <a:spLocks noGrp="1"/>
          </p:cNvSpPr>
          <p:nvPr>
            <p:ph type="pic" idx="31"/>
          </p:nvPr>
        </p:nvSpPr>
        <p:spPr>
          <a:xfrm>
            <a:off x="5792230" y="1461189"/>
            <a:ext cx="1908733" cy="3364810"/>
          </a:xfrm>
          <a:custGeom>
            <a:avLst/>
            <a:gdLst>
              <a:gd name="connsiteX0" fmla="*/ 0 w 1908733"/>
              <a:gd name="connsiteY0" fmla="*/ 0 h 3364810"/>
              <a:gd name="connsiteX1" fmla="*/ 1908733 w 1908733"/>
              <a:gd name="connsiteY1" fmla="*/ 0 h 3364810"/>
              <a:gd name="connsiteX2" fmla="*/ 1908733 w 1908733"/>
              <a:gd name="connsiteY2" fmla="*/ 3364810 h 3364810"/>
              <a:gd name="connsiteX3" fmla="*/ 0 w 1908733"/>
              <a:gd name="connsiteY3" fmla="*/ 3364810 h 3364810"/>
            </a:gdLst>
            <a:ahLst/>
            <a:cxnLst/>
            <a:rect l="l" t="t" r="r" b="b"/>
            <a:pathLst>
              <a:path w="1908733" h="3364810">
                <a:moveTo>
                  <a:pt x="0" y="0"/>
                </a:moveTo>
                <a:lnTo>
                  <a:pt x="1908733" y="0"/>
                </a:lnTo>
                <a:lnTo>
                  <a:pt x="1908733" y="3364810"/>
                </a:lnTo>
                <a:lnTo>
                  <a:pt x="0" y="336481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/>
        </p:txBody>
      </p:sp>
      <p:sp>
        <p:nvSpPr>
          <p:cNvPr id="8" name="文本占位符 67"/>
          <p:cNvSpPr>
            <a:spLocks noGrp="1"/>
          </p:cNvSpPr>
          <p:nvPr>
            <p:ph type="body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  <a:cs typeface="+mj-ea"/>
              </a:defRPr>
            </a:lvl1pPr>
          </a:lstStyle>
          <a:p>
            <a:pPr lvl="0">
              <a:buNone/>
            </a:pPr>
            <a:r>
              <a:t>请输入你的章节标题</a:t>
            </a:r>
          </a:p>
        </p:txBody>
      </p:sp>
      <p:sp>
        <p:nvSpPr>
          <p:cNvPr id="10" name="íṥļîḓê"/>
          <p:cNvSpPr>
            <a:spLocks noGrp="1"/>
          </p:cNvSpPr>
          <p:nvPr/>
        </p:nvSpPr>
        <p:spPr>
          <a:xfrm>
            <a:off x="660400" y="344681"/>
            <a:ext cx="384771" cy="384771"/>
          </a:xfrm>
          <a:prstGeom prst="ellipse">
            <a:avLst/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rmAutofit fontScale="77500" lnSpcReduction="20000"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íṥlíḓê"/>
          <p:cNvSpPr>
            <a:spLocks noGrp="1"/>
          </p:cNvSpPr>
          <p:nvPr/>
        </p:nvSpPr>
        <p:spPr>
          <a:xfrm>
            <a:off x="695973" y="380253"/>
            <a:ext cx="313624" cy="31362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 fontScale="55000" lnSpcReduction="20000"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ïśļiḑé"/>
          <p:cNvSpPr>
            <a:spLocks noGrp="1"/>
          </p:cNvSpPr>
          <p:nvPr/>
        </p:nvSpPr>
        <p:spPr>
          <a:xfrm>
            <a:off x="756336" y="440762"/>
            <a:ext cx="192896" cy="192603"/>
          </a:xfrm>
          <a:custGeom>
            <a:avLst/>
            <a:gdLst>
              <a:gd name="connsiteX0" fmla="*/ 347041 w 607639"/>
              <a:gd name="connsiteY0" fmla="*/ 313875 h 606722"/>
              <a:gd name="connsiteX1" fmla="*/ 379713 w 607639"/>
              <a:gd name="connsiteY1" fmla="*/ 346512 h 606722"/>
              <a:gd name="connsiteX2" fmla="*/ 347041 w 607639"/>
              <a:gd name="connsiteY2" fmla="*/ 379149 h 606722"/>
              <a:gd name="connsiteX3" fmla="*/ 314369 w 607639"/>
              <a:gd name="connsiteY3" fmla="*/ 346512 h 606722"/>
              <a:gd name="connsiteX4" fmla="*/ 347041 w 607639"/>
              <a:gd name="connsiteY4" fmla="*/ 313875 h 606722"/>
              <a:gd name="connsiteX5" fmla="*/ 260563 w 607639"/>
              <a:gd name="connsiteY5" fmla="*/ 213037 h 606722"/>
              <a:gd name="connsiteX6" fmla="*/ 313452 w 607639"/>
              <a:gd name="connsiteY6" fmla="*/ 265856 h 606722"/>
              <a:gd name="connsiteX7" fmla="*/ 260563 w 607639"/>
              <a:gd name="connsiteY7" fmla="*/ 318675 h 606722"/>
              <a:gd name="connsiteX8" fmla="*/ 207674 w 607639"/>
              <a:gd name="connsiteY8" fmla="*/ 265856 h 606722"/>
              <a:gd name="connsiteX9" fmla="*/ 260563 w 607639"/>
              <a:gd name="connsiteY9" fmla="*/ 213037 h 606722"/>
              <a:gd name="connsiteX10" fmla="*/ 303775 w 607639"/>
              <a:gd name="connsiteY10" fmla="*/ 152236 h 606722"/>
              <a:gd name="connsiteX11" fmla="*/ 152466 w 607639"/>
              <a:gd name="connsiteY11" fmla="*/ 303317 h 606722"/>
              <a:gd name="connsiteX12" fmla="*/ 303775 w 607639"/>
              <a:gd name="connsiteY12" fmla="*/ 454486 h 606722"/>
              <a:gd name="connsiteX13" fmla="*/ 455173 w 607639"/>
              <a:gd name="connsiteY13" fmla="*/ 303317 h 606722"/>
              <a:gd name="connsiteX14" fmla="*/ 303775 w 607639"/>
              <a:gd name="connsiteY14" fmla="*/ 152236 h 606722"/>
              <a:gd name="connsiteX15" fmla="*/ 270042 w 607639"/>
              <a:gd name="connsiteY15" fmla="*/ 0 h 606722"/>
              <a:gd name="connsiteX16" fmla="*/ 337597 w 607639"/>
              <a:gd name="connsiteY16" fmla="*/ 0 h 606722"/>
              <a:gd name="connsiteX17" fmla="*/ 361628 w 607639"/>
              <a:gd name="connsiteY17" fmla="*/ 23995 h 606722"/>
              <a:gd name="connsiteX18" fmla="*/ 337597 w 607639"/>
              <a:gd name="connsiteY18" fmla="*/ 47901 h 606722"/>
              <a:gd name="connsiteX19" fmla="*/ 327806 w 607639"/>
              <a:gd name="connsiteY19" fmla="*/ 47901 h 606722"/>
              <a:gd name="connsiteX20" fmla="*/ 327806 w 607639"/>
              <a:gd name="connsiteY20" fmla="*/ 105756 h 606722"/>
              <a:gd name="connsiteX21" fmla="*/ 426691 w 607639"/>
              <a:gd name="connsiteY21" fmla="*/ 146726 h 606722"/>
              <a:gd name="connsiteX22" fmla="*/ 467723 w 607639"/>
              <a:gd name="connsiteY22" fmla="*/ 105756 h 606722"/>
              <a:gd name="connsiteX23" fmla="*/ 460780 w 607639"/>
              <a:gd name="connsiteY23" fmla="*/ 98913 h 606722"/>
              <a:gd name="connsiteX24" fmla="*/ 460780 w 607639"/>
              <a:gd name="connsiteY24" fmla="*/ 64965 h 606722"/>
              <a:gd name="connsiteX25" fmla="*/ 494691 w 607639"/>
              <a:gd name="connsiteY25" fmla="*/ 64965 h 606722"/>
              <a:gd name="connsiteX26" fmla="*/ 530382 w 607639"/>
              <a:gd name="connsiteY26" fmla="*/ 100602 h 606722"/>
              <a:gd name="connsiteX27" fmla="*/ 531094 w 607639"/>
              <a:gd name="connsiteY27" fmla="*/ 101313 h 606722"/>
              <a:gd name="connsiteX28" fmla="*/ 537414 w 607639"/>
              <a:gd name="connsiteY28" fmla="*/ 107534 h 606722"/>
              <a:gd name="connsiteX29" fmla="*/ 537770 w 607639"/>
              <a:gd name="connsiteY29" fmla="*/ 107978 h 606722"/>
              <a:gd name="connsiteX30" fmla="*/ 537948 w 607639"/>
              <a:gd name="connsiteY30" fmla="*/ 108156 h 606722"/>
              <a:gd name="connsiteX31" fmla="*/ 538482 w 607639"/>
              <a:gd name="connsiteY31" fmla="*/ 108689 h 606722"/>
              <a:gd name="connsiteX32" fmla="*/ 538215 w 607639"/>
              <a:gd name="connsiteY32" fmla="*/ 108423 h 606722"/>
              <a:gd name="connsiteX33" fmla="*/ 538749 w 607639"/>
              <a:gd name="connsiteY33" fmla="*/ 108867 h 606722"/>
              <a:gd name="connsiteX34" fmla="*/ 539105 w 607639"/>
              <a:gd name="connsiteY34" fmla="*/ 109311 h 606722"/>
              <a:gd name="connsiteX35" fmla="*/ 542487 w 607639"/>
              <a:gd name="connsiteY35" fmla="*/ 112688 h 606722"/>
              <a:gd name="connsiteX36" fmla="*/ 542487 w 607639"/>
              <a:gd name="connsiteY36" fmla="*/ 146637 h 606722"/>
              <a:gd name="connsiteX37" fmla="*/ 508576 w 607639"/>
              <a:gd name="connsiteY37" fmla="*/ 146637 h 606722"/>
              <a:gd name="connsiteX38" fmla="*/ 501634 w 607639"/>
              <a:gd name="connsiteY38" fmla="*/ 139705 h 606722"/>
              <a:gd name="connsiteX39" fmla="*/ 460691 w 607639"/>
              <a:gd name="connsiteY39" fmla="*/ 180675 h 606722"/>
              <a:gd name="connsiteX40" fmla="*/ 501723 w 607639"/>
              <a:gd name="connsiteY40" fmla="*/ 279410 h 606722"/>
              <a:gd name="connsiteX41" fmla="*/ 559576 w 607639"/>
              <a:gd name="connsiteY41" fmla="*/ 279410 h 606722"/>
              <a:gd name="connsiteX42" fmla="*/ 559576 w 607639"/>
              <a:gd name="connsiteY42" fmla="*/ 269634 h 606722"/>
              <a:gd name="connsiteX43" fmla="*/ 583608 w 607639"/>
              <a:gd name="connsiteY43" fmla="*/ 245639 h 606722"/>
              <a:gd name="connsiteX44" fmla="*/ 607639 w 607639"/>
              <a:gd name="connsiteY44" fmla="*/ 269634 h 606722"/>
              <a:gd name="connsiteX45" fmla="*/ 607639 w 607639"/>
              <a:gd name="connsiteY45" fmla="*/ 337088 h 606722"/>
              <a:gd name="connsiteX46" fmla="*/ 583608 w 607639"/>
              <a:gd name="connsiteY46" fmla="*/ 361083 h 606722"/>
              <a:gd name="connsiteX47" fmla="*/ 559576 w 607639"/>
              <a:gd name="connsiteY47" fmla="*/ 337088 h 606722"/>
              <a:gd name="connsiteX48" fmla="*/ 559576 w 607639"/>
              <a:gd name="connsiteY48" fmla="*/ 327312 h 606722"/>
              <a:gd name="connsiteX49" fmla="*/ 501723 w 607639"/>
              <a:gd name="connsiteY49" fmla="*/ 327312 h 606722"/>
              <a:gd name="connsiteX50" fmla="*/ 460691 w 607639"/>
              <a:gd name="connsiteY50" fmla="*/ 426047 h 606722"/>
              <a:gd name="connsiteX51" fmla="*/ 501634 w 607639"/>
              <a:gd name="connsiteY51" fmla="*/ 467017 h 606722"/>
              <a:gd name="connsiteX52" fmla="*/ 508576 w 607639"/>
              <a:gd name="connsiteY52" fmla="*/ 460085 h 606722"/>
              <a:gd name="connsiteX53" fmla="*/ 542487 w 607639"/>
              <a:gd name="connsiteY53" fmla="*/ 460085 h 606722"/>
              <a:gd name="connsiteX54" fmla="*/ 542487 w 607639"/>
              <a:gd name="connsiteY54" fmla="*/ 493945 h 606722"/>
              <a:gd name="connsiteX55" fmla="*/ 518990 w 607639"/>
              <a:gd name="connsiteY55" fmla="*/ 517496 h 606722"/>
              <a:gd name="connsiteX56" fmla="*/ 494691 w 607639"/>
              <a:gd name="connsiteY56" fmla="*/ 541668 h 606722"/>
              <a:gd name="connsiteX57" fmla="*/ 460780 w 607639"/>
              <a:gd name="connsiteY57" fmla="*/ 541668 h 606722"/>
              <a:gd name="connsiteX58" fmla="*/ 460780 w 607639"/>
              <a:gd name="connsiteY58" fmla="*/ 507809 h 606722"/>
              <a:gd name="connsiteX59" fmla="*/ 467723 w 607639"/>
              <a:gd name="connsiteY59" fmla="*/ 500877 h 606722"/>
              <a:gd name="connsiteX60" fmla="*/ 426691 w 607639"/>
              <a:gd name="connsiteY60" fmla="*/ 459996 h 606722"/>
              <a:gd name="connsiteX61" fmla="*/ 327806 w 607639"/>
              <a:gd name="connsiteY61" fmla="*/ 500966 h 606722"/>
              <a:gd name="connsiteX62" fmla="*/ 327806 w 607639"/>
              <a:gd name="connsiteY62" fmla="*/ 558732 h 606722"/>
              <a:gd name="connsiteX63" fmla="*/ 337597 w 607639"/>
              <a:gd name="connsiteY63" fmla="*/ 558732 h 606722"/>
              <a:gd name="connsiteX64" fmla="*/ 361628 w 607639"/>
              <a:gd name="connsiteY64" fmla="*/ 582727 h 606722"/>
              <a:gd name="connsiteX65" fmla="*/ 337597 w 607639"/>
              <a:gd name="connsiteY65" fmla="*/ 606722 h 606722"/>
              <a:gd name="connsiteX66" fmla="*/ 270042 w 607639"/>
              <a:gd name="connsiteY66" fmla="*/ 606722 h 606722"/>
              <a:gd name="connsiteX67" fmla="*/ 246011 w 607639"/>
              <a:gd name="connsiteY67" fmla="*/ 582727 h 606722"/>
              <a:gd name="connsiteX68" fmla="*/ 270042 w 607639"/>
              <a:gd name="connsiteY68" fmla="*/ 558732 h 606722"/>
              <a:gd name="connsiteX69" fmla="*/ 279833 w 607639"/>
              <a:gd name="connsiteY69" fmla="*/ 558732 h 606722"/>
              <a:gd name="connsiteX70" fmla="*/ 279833 w 607639"/>
              <a:gd name="connsiteY70" fmla="*/ 500966 h 606722"/>
              <a:gd name="connsiteX71" fmla="*/ 180948 w 607639"/>
              <a:gd name="connsiteY71" fmla="*/ 459996 h 606722"/>
              <a:gd name="connsiteX72" fmla="*/ 139916 w 607639"/>
              <a:gd name="connsiteY72" fmla="*/ 500877 h 606722"/>
              <a:gd name="connsiteX73" fmla="*/ 146859 w 607639"/>
              <a:gd name="connsiteY73" fmla="*/ 507809 h 606722"/>
              <a:gd name="connsiteX74" fmla="*/ 146859 w 607639"/>
              <a:gd name="connsiteY74" fmla="*/ 541668 h 606722"/>
              <a:gd name="connsiteX75" fmla="*/ 112859 w 607639"/>
              <a:gd name="connsiteY75" fmla="*/ 541668 h 606722"/>
              <a:gd name="connsiteX76" fmla="*/ 77257 w 607639"/>
              <a:gd name="connsiteY76" fmla="*/ 506120 h 606722"/>
              <a:gd name="connsiteX77" fmla="*/ 68534 w 607639"/>
              <a:gd name="connsiteY77" fmla="*/ 497411 h 606722"/>
              <a:gd name="connsiteX78" fmla="*/ 65063 w 607639"/>
              <a:gd name="connsiteY78" fmla="*/ 493945 h 606722"/>
              <a:gd name="connsiteX79" fmla="*/ 65063 w 607639"/>
              <a:gd name="connsiteY79" fmla="*/ 460085 h 606722"/>
              <a:gd name="connsiteX80" fmla="*/ 99063 w 607639"/>
              <a:gd name="connsiteY80" fmla="*/ 460085 h 606722"/>
              <a:gd name="connsiteX81" fmla="*/ 105916 w 607639"/>
              <a:gd name="connsiteY81" fmla="*/ 467017 h 606722"/>
              <a:gd name="connsiteX82" fmla="*/ 146948 w 607639"/>
              <a:gd name="connsiteY82" fmla="*/ 426047 h 606722"/>
              <a:gd name="connsiteX83" fmla="*/ 105916 w 607639"/>
              <a:gd name="connsiteY83" fmla="*/ 327312 h 606722"/>
              <a:gd name="connsiteX84" fmla="*/ 47974 w 607639"/>
              <a:gd name="connsiteY84" fmla="*/ 327312 h 606722"/>
              <a:gd name="connsiteX85" fmla="*/ 47974 w 607639"/>
              <a:gd name="connsiteY85" fmla="*/ 337088 h 606722"/>
              <a:gd name="connsiteX86" fmla="*/ 24031 w 607639"/>
              <a:gd name="connsiteY86" fmla="*/ 361083 h 606722"/>
              <a:gd name="connsiteX87" fmla="*/ 0 w 607639"/>
              <a:gd name="connsiteY87" fmla="*/ 337088 h 606722"/>
              <a:gd name="connsiteX88" fmla="*/ 0 w 607639"/>
              <a:gd name="connsiteY88" fmla="*/ 269634 h 606722"/>
              <a:gd name="connsiteX89" fmla="*/ 24031 w 607639"/>
              <a:gd name="connsiteY89" fmla="*/ 245639 h 606722"/>
              <a:gd name="connsiteX90" fmla="*/ 47974 w 607639"/>
              <a:gd name="connsiteY90" fmla="*/ 269634 h 606722"/>
              <a:gd name="connsiteX91" fmla="*/ 47974 w 607639"/>
              <a:gd name="connsiteY91" fmla="*/ 279410 h 606722"/>
              <a:gd name="connsiteX92" fmla="*/ 105916 w 607639"/>
              <a:gd name="connsiteY92" fmla="*/ 279410 h 606722"/>
              <a:gd name="connsiteX93" fmla="*/ 146948 w 607639"/>
              <a:gd name="connsiteY93" fmla="*/ 180675 h 606722"/>
              <a:gd name="connsiteX94" fmla="*/ 105916 w 607639"/>
              <a:gd name="connsiteY94" fmla="*/ 139705 h 606722"/>
              <a:gd name="connsiteX95" fmla="*/ 99063 w 607639"/>
              <a:gd name="connsiteY95" fmla="*/ 146637 h 606722"/>
              <a:gd name="connsiteX96" fmla="*/ 65063 w 607639"/>
              <a:gd name="connsiteY96" fmla="*/ 146637 h 606722"/>
              <a:gd name="connsiteX97" fmla="*/ 65063 w 607639"/>
              <a:gd name="connsiteY97" fmla="*/ 112688 h 606722"/>
              <a:gd name="connsiteX98" fmla="*/ 106450 w 607639"/>
              <a:gd name="connsiteY98" fmla="*/ 71452 h 606722"/>
              <a:gd name="connsiteX99" fmla="*/ 112859 w 607639"/>
              <a:gd name="connsiteY99" fmla="*/ 64965 h 606722"/>
              <a:gd name="connsiteX100" fmla="*/ 146859 w 607639"/>
              <a:gd name="connsiteY100" fmla="*/ 64965 h 606722"/>
              <a:gd name="connsiteX101" fmla="*/ 146859 w 607639"/>
              <a:gd name="connsiteY101" fmla="*/ 98913 h 606722"/>
              <a:gd name="connsiteX102" fmla="*/ 139916 w 607639"/>
              <a:gd name="connsiteY102" fmla="*/ 105756 h 606722"/>
              <a:gd name="connsiteX103" fmla="*/ 180948 w 607639"/>
              <a:gd name="connsiteY103" fmla="*/ 146726 h 606722"/>
              <a:gd name="connsiteX104" fmla="*/ 279833 w 607639"/>
              <a:gd name="connsiteY104" fmla="*/ 105756 h 606722"/>
              <a:gd name="connsiteX105" fmla="*/ 279833 w 607639"/>
              <a:gd name="connsiteY105" fmla="*/ 47901 h 606722"/>
              <a:gd name="connsiteX106" fmla="*/ 270042 w 607639"/>
              <a:gd name="connsiteY106" fmla="*/ 47901 h 606722"/>
              <a:gd name="connsiteX107" fmla="*/ 246011 w 607639"/>
              <a:gd name="connsiteY107" fmla="*/ 23995 h 606722"/>
              <a:gd name="connsiteX108" fmla="*/ 270042 w 607639"/>
              <a:gd name="connsiteY108" fmla="*/ 0 h 606722"/>
            </a:gdLst>
            <a:ahLst/>
            <a:cxnLst/>
            <a:rect l="l" t="t" r="r" b="b"/>
            <a:pathLst>
              <a:path w="607639" h="606722">
                <a:moveTo>
                  <a:pt x="347041" y="313875"/>
                </a:moveTo>
                <a:cubicBezTo>
                  <a:pt x="365085" y="313875"/>
                  <a:pt x="379713" y="328487"/>
                  <a:pt x="379713" y="346512"/>
                </a:cubicBezTo>
                <a:cubicBezTo>
                  <a:pt x="379713" y="364537"/>
                  <a:pt x="365085" y="379149"/>
                  <a:pt x="347041" y="379149"/>
                </a:cubicBezTo>
                <a:cubicBezTo>
                  <a:pt x="328997" y="379149"/>
                  <a:pt x="314369" y="364537"/>
                  <a:pt x="314369" y="346512"/>
                </a:cubicBezTo>
                <a:cubicBezTo>
                  <a:pt x="314369" y="328487"/>
                  <a:pt x="328997" y="313875"/>
                  <a:pt x="347041" y="313875"/>
                </a:cubicBezTo>
                <a:close/>
                <a:moveTo>
                  <a:pt x="260563" y="213037"/>
                </a:moveTo>
                <a:cubicBezTo>
                  <a:pt x="289773" y="213037"/>
                  <a:pt x="313452" y="236685"/>
                  <a:pt x="313452" y="265856"/>
                </a:cubicBezTo>
                <a:cubicBezTo>
                  <a:pt x="313452" y="295027"/>
                  <a:pt x="289773" y="318675"/>
                  <a:pt x="260563" y="318675"/>
                </a:cubicBezTo>
                <a:cubicBezTo>
                  <a:pt x="231353" y="318675"/>
                  <a:pt x="207674" y="295027"/>
                  <a:pt x="207674" y="265856"/>
                </a:cubicBezTo>
                <a:cubicBezTo>
                  <a:pt x="207674" y="236685"/>
                  <a:pt x="231353" y="213037"/>
                  <a:pt x="260563" y="213037"/>
                </a:cubicBezTo>
                <a:close/>
                <a:moveTo>
                  <a:pt x="303775" y="152236"/>
                </a:moveTo>
                <a:cubicBezTo>
                  <a:pt x="220377" y="152236"/>
                  <a:pt x="152466" y="220045"/>
                  <a:pt x="152466" y="303317"/>
                </a:cubicBezTo>
                <a:cubicBezTo>
                  <a:pt x="152466" y="386678"/>
                  <a:pt x="220377" y="454486"/>
                  <a:pt x="303775" y="454486"/>
                </a:cubicBezTo>
                <a:cubicBezTo>
                  <a:pt x="387262" y="454486"/>
                  <a:pt x="455173" y="386678"/>
                  <a:pt x="455173" y="303317"/>
                </a:cubicBezTo>
                <a:cubicBezTo>
                  <a:pt x="455173" y="220045"/>
                  <a:pt x="387262" y="152236"/>
                  <a:pt x="303775" y="152236"/>
                </a:cubicBezTo>
                <a:close/>
                <a:moveTo>
                  <a:pt x="270042" y="0"/>
                </a:moveTo>
                <a:lnTo>
                  <a:pt x="337597" y="0"/>
                </a:lnTo>
                <a:cubicBezTo>
                  <a:pt x="350859" y="0"/>
                  <a:pt x="361628" y="10753"/>
                  <a:pt x="361628" y="23995"/>
                </a:cubicBezTo>
                <a:cubicBezTo>
                  <a:pt x="361628" y="37237"/>
                  <a:pt x="350859" y="47901"/>
                  <a:pt x="337597" y="47901"/>
                </a:cubicBezTo>
                <a:lnTo>
                  <a:pt x="327806" y="47901"/>
                </a:lnTo>
                <a:lnTo>
                  <a:pt x="327806" y="105756"/>
                </a:lnTo>
                <a:cubicBezTo>
                  <a:pt x="364833" y="110200"/>
                  <a:pt x="398744" y="124864"/>
                  <a:pt x="426691" y="146726"/>
                </a:cubicBezTo>
                <a:lnTo>
                  <a:pt x="467723" y="105756"/>
                </a:lnTo>
                <a:lnTo>
                  <a:pt x="460780" y="98913"/>
                </a:lnTo>
                <a:cubicBezTo>
                  <a:pt x="451435" y="89493"/>
                  <a:pt x="451435" y="74385"/>
                  <a:pt x="460780" y="64965"/>
                </a:cubicBezTo>
                <a:cubicBezTo>
                  <a:pt x="470126" y="55633"/>
                  <a:pt x="485346" y="55633"/>
                  <a:pt x="494691" y="64965"/>
                </a:cubicBezTo>
                <a:lnTo>
                  <a:pt x="530382" y="100602"/>
                </a:lnTo>
                <a:lnTo>
                  <a:pt x="531094" y="101313"/>
                </a:lnTo>
                <a:lnTo>
                  <a:pt x="537414" y="107534"/>
                </a:lnTo>
                <a:lnTo>
                  <a:pt x="537770" y="107978"/>
                </a:lnTo>
                <a:lnTo>
                  <a:pt x="537948" y="108156"/>
                </a:lnTo>
                <a:lnTo>
                  <a:pt x="538482" y="108689"/>
                </a:lnTo>
                <a:lnTo>
                  <a:pt x="538215" y="108423"/>
                </a:lnTo>
                <a:lnTo>
                  <a:pt x="538749" y="108867"/>
                </a:lnTo>
                <a:lnTo>
                  <a:pt x="539105" y="109311"/>
                </a:lnTo>
                <a:lnTo>
                  <a:pt x="542487" y="112688"/>
                </a:lnTo>
                <a:cubicBezTo>
                  <a:pt x="551922" y="122109"/>
                  <a:pt x="551922" y="137217"/>
                  <a:pt x="542487" y="146637"/>
                </a:cubicBezTo>
                <a:cubicBezTo>
                  <a:pt x="533142" y="155969"/>
                  <a:pt x="517922" y="155969"/>
                  <a:pt x="508576" y="146637"/>
                </a:cubicBezTo>
                <a:lnTo>
                  <a:pt x="501634" y="139705"/>
                </a:lnTo>
                <a:lnTo>
                  <a:pt x="460691" y="180675"/>
                </a:lnTo>
                <a:cubicBezTo>
                  <a:pt x="482587" y="208491"/>
                  <a:pt x="497272" y="242440"/>
                  <a:pt x="501723" y="279410"/>
                </a:cubicBezTo>
                <a:lnTo>
                  <a:pt x="559576" y="279410"/>
                </a:lnTo>
                <a:lnTo>
                  <a:pt x="559576" y="269634"/>
                </a:lnTo>
                <a:cubicBezTo>
                  <a:pt x="559576" y="256393"/>
                  <a:pt x="570346" y="245639"/>
                  <a:pt x="583608" y="245639"/>
                </a:cubicBezTo>
                <a:cubicBezTo>
                  <a:pt x="596869" y="245639"/>
                  <a:pt x="607639" y="256393"/>
                  <a:pt x="607639" y="269634"/>
                </a:cubicBezTo>
                <a:lnTo>
                  <a:pt x="607639" y="337088"/>
                </a:lnTo>
                <a:cubicBezTo>
                  <a:pt x="607639" y="350329"/>
                  <a:pt x="596869" y="361083"/>
                  <a:pt x="583608" y="361083"/>
                </a:cubicBezTo>
                <a:cubicBezTo>
                  <a:pt x="570346" y="361083"/>
                  <a:pt x="559576" y="350329"/>
                  <a:pt x="559576" y="337088"/>
                </a:cubicBezTo>
                <a:lnTo>
                  <a:pt x="559576" y="327312"/>
                </a:lnTo>
                <a:lnTo>
                  <a:pt x="501723" y="327312"/>
                </a:lnTo>
                <a:cubicBezTo>
                  <a:pt x="497272" y="364282"/>
                  <a:pt x="482587" y="398142"/>
                  <a:pt x="460691" y="426047"/>
                </a:cubicBezTo>
                <a:lnTo>
                  <a:pt x="501634" y="467017"/>
                </a:lnTo>
                <a:lnTo>
                  <a:pt x="508576" y="460085"/>
                </a:lnTo>
                <a:cubicBezTo>
                  <a:pt x="517922" y="450753"/>
                  <a:pt x="533142" y="450753"/>
                  <a:pt x="542487" y="460085"/>
                </a:cubicBezTo>
                <a:cubicBezTo>
                  <a:pt x="551922" y="469416"/>
                  <a:pt x="551922" y="484613"/>
                  <a:pt x="542487" y="493945"/>
                </a:cubicBezTo>
                <a:cubicBezTo>
                  <a:pt x="512759" y="523717"/>
                  <a:pt x="518456" y="518029"/>
                  <a:pt x="518990" y="517496"/>
                </a:cubicBezTo>
                <a:cubicBezTo>
                  <a:pt x="518545" y="517940"/>
                  <a:pt x="514272" y="522206"/>
                  <a:pt x="494691" y="541668"/>
                </a:cubicBezTo>
                <a:cubicBezTo>
                  <a:pt x="485346" y="551089"/>
                  <a:pt x="470126" y="551089"/>
                  <a:pt x="460780" y="541668"/>
                </a:cubicBezTo>
                <a:cubicBezTo>
                  <a:pt x="451435" y="532337"/>
                  <a:pt x="451435" y="517140"/>
                  <a:pt x="460780" y="507809"/>
                </a:cubicBezTo>
                <a:lnTo>
                  <a:pt x="467723" y="500877"/>
                </a:lnTo>
                <a:lnTo>
                  <a:pt x="426691" y="459996"/>
                </a:lnTo>
                <a:cubicBezTo>
                  <a:pt x="398744" y="481858"/>
                  <a:pt x="364833" y="496522"/>
                  <a:pt x="327806" y="500966"/>
                </a:cubicBezTo>
                <a:lnTo>
                  <a:pt x="327806" y="558732"/>
                </a:lnTo>
                <a:lnTo>
                  <a:pt x="337597" y="558732"/>
                </a:lnTo>
                <a:cubicBezTo>
                  <a:pt x="350859" y="558732"/>
                  <a:pt x="361628" y="569485"/>
                  <a:pt x="361628" y="582727"/>
                </a:cubicBezTo>
                <a:cubicBezTo>
                  <a:pt x="361628" y="595969"/>
                  <a:pt x="350859" y="606722"/>
                  <a:pt x="337597" y="606722"/>
                </a:cubicBezTo>
                <a:lnTo>
                  <a:pt x="270042" y="606722"/>
                </a:lnTo>
                <a:cubicBezTo>
                  <a:pt x="256780" y="606722"/>
                  <a:pt x="246011" y="595969"/>
                  <a:pt x="246011" y="582727"/>
                </a:cubicBezTo>
                <a:cubicBezTo>
                  <a:pt x="246011" y="569485"/>
                  <a:pt x="256780" y="558732"/>
                  <a:pt x="270042" y="558732"/>
                </a:cubicBezTo>
                <a:lnTo>
                  <a:pt x="279833" y="558732"/>
                </a:lnTo>
                <a:lnTo>
                  <a:pt x="279833" y="500966"/>
                </a:lnTo>
                <a:cubicBezTo>
                  <a:pt x="242806" y="496522"/>
                  <a:pt x="208806" y="481858"/>
                  <a:pt x="180948" y="459996"/>
                </a:cubicBezTo>
                <a:lnTo>
                  <a:pt x="139916" y="500877"/>
                </a:lnTo>
                <a:lnTo>
                  <a:pt x="146859" y="507809"/>
                </a:lnTo>
                <a:cubicBezTo>
                  <a:pt x="156204" y="517140"/>
                  <a:pt x="156204" y="532337"/>
                  <a:pt x="146859" y="541668"/>
                </a:cubicBezTo>
                <a:cubicBezTo>
                  <a:pt x="137424" y="551089"/>
                  <a:pt x="122293" y="551089"/>
                  <a:pt x="112859" y="541668"/>
                </a:cubicBezTo>
                <a:lnTo>
                  <a:pt x="77257" y="506120"/>
                </a:lnTo>
                <a:lnTo>
                  <a:pt x="68534" y="497411"/>
                </a:lnTo>
                <a:lnTo>
                  <a:pt x="65063" y="493945"/>
                </a:lnTo>
                <a:cubicBezTo>
                  <a:pt x="55717" y="484613"/>
                  <a:pt x="55717" y="469416"/>
                  <a:pt x="65063" y="460085"/>
                </a:cubicBezTo>
                <a:cubicBezTo>
                  <a:pt x="74497" y="450753"/>
                  <a:pt x="89628" y="450753"/>
                  <a:pt x="99063" y="460085"/>
                </a:cubicBezTo>
                <a:lnTo>
                  <a:pt x="105916" y="467017"/>
                </a:lnTo>
                <a:lnTo>
                  <a:pt x="146948" y="426047"/>
                </a:lnTo>
                <a:cubicBezTo>
                  <a:pt x="125052" y="398142"/>
                  <a:pt x="110367" y="364282"/>
                  <a:pt x="105916" y="327312"/>
                </a:cubicBezTo>
                <a:lnTo>
                  <a:pt x="47974" y="327312"/>
                </a:lnTo>
                <a:lnTo>
                  <a:pt x="47974" y="337088"/>
                </a:lnTo>
                <a:cubicBezTo>
                  <a:pt x="47974" y="350329"/>
                  <a:pt x="37293" y="361083"/>
                  <a:pt x="24031" y="361083"/>
                </a:cubicBezTo>
                <a:cubicBezTo>
                  <a:pt x="10770" y="361083"/>
                  <a:pt x="0" y="350329"/>
                  <a:pt x="0" y="337088"/>
                </a:cubicBezTo>
                <a:lnTo>
                  <a:pt x="0" y="269634"/>
                </a:lnTo>
                <a:cubicBezTo>
                  <a:pt x="0" y="256393"/>
                  <a:pt x="10770" y="245639"/>
                  <a:pt x="24031" y="245639"/>
                </a:cubicBezTo>
                <a:cubicBezTo>
                  <a:pt x="37293" y="245639"/>
                  <a:pt x="47974" y="256393"/>
                  <a:pt x="47974" y="269634"/>
                </a:cubicBezTo>
                <a:lnTo>
                  <a:pt x="47974" y="279410"/>
                </a:lnTo>
                <a:lnTo>
                  <a:pt x="105916" y="279410"/>
                </a:lnTo>
                <a:cubicBezTo>
                  <a:pt x="110367" y="242440"/>
                  <a:pt x="125052" y="208491"/>
                  <a:pt x="146948" y="180675"/>
                </a:cubicBezTo>
                <a:lnTo>
                  <a:pt x="105916" y="139705"/>
                </a:lnTo>
                <a:lnTo>
                  <a:pt x="99063" y="146637"/>
                </a:lnTo>
                <a:cubicBezTo>
                  <a:pt x="89628" y="155969"/>
                  <a:pt x="74497" y="155969"/>
                  <a:pt x="65063" y="146637"/>
                </a:cubicBezTo>
                <a:cubicBezTo>
                  <a:pt x="55717" y="137217"/>
                  <a:pt x="55717" y="122109"/>
                  <a:pt x="65063" y="112688"/>
                </a:cubicBezTo>
                <a:lnTo>
                  <a:pt x="106450" y="71452"/>
                </a:lnTo>
                <a:lnTo>
                  <a:pt x="112859" y="64965"/>
                </a:lnTo>
                <a:cubicBezTo>
                  <a:pt x="122293" y="55633"/>
                  <a:pt x="137424" y="55633"/>
                  <a:pt x="146859" y="64965"/>
                </a:cubicBezTo>
                <a:cubicBezTo>
                  <a:pt x="156204" y="74385"/>
                  <a:pt x="156204" y="89493"/>
                  <a:pt x="146859" y="98913"/>
                </a:cubicBezTo>
                <a:lnTo>
                  <a:pt x="139916" y="105756"/>
                </a:lnTo>
                <a:lnTo>
                  <a:pt x="180948" y="146726"/>
                </a:lnTo>
                <a:cubicBezTo>
                  <a:pt x="208806" y="124864"/>
                  <a:pt x="242806" y="110200"/>
                  <a:pt x="279833" y="105756"/>
                </a:cubicBezTo>
                <a:lnTo>
                  <a:pt x="279833" y="47901"/>
                </a:lnTo>
                <a:lnTo>
                  <a:pt x="270042" y="47901"/>
                </a:lnTo>
                <a:cubicBezTo>
                  <a:pt x="256780" y="47901"/>
                  <a:pt x="246011" y="37237"/>
                  <a:pt x="246011" y="23995"/>
                </a:cubicBezTo>
                <a:cubicBezTo>
                  <a:pt x="246011" y="10753"/>
                  <a:pt x="256780" y="0"/>
                  <a:pt x="270042" y="0"/>
                </a:cubicBezTo>
                <a:close/>
              </a:path>
            </a:pathLst>
          </a:cu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rmAutofit fontScale="40000" lnSpcReduction="20000"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日期占位符 4"/>
          <p:cNvSpPr>
            <a:spLocks noGrp="1"/>
          </p:cNvSpPr>
          <p:nvPr>
            <p:ph type="dt" idx="2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i="1" spc="300">
                <a:solidFill>
                  <a:schemeClr val="accent1"/>
                </a:solidFill>
                <a:latin typeface="+mn-ea"/>
                <a:ea typeface="+mn-ea"/>
                <a:cs typeface="+mn-ea"/>
              </a:rPr>
              <a:t>止于至善</a:t>
            </a:r>
            <a:endParaRPr spc="3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4" name="灯片编号占位符 7"/>
          <p:cNvSpPr>
            <a:spLocks noGrp="1"/>
          </p:cNvSpPr>
          <p:nvPr>
            <p:ph type="sldNum" idx="28"/>
          </p:nvPr>
        </p:nvSpPr>
        <p:spPr>
          <a:xfrm>
            <a:off x="8775700" y="6235702"/>
            <a:ext cx="2743200" cy="365125"/>
          </a:xfrm>
        </p:spPr>
        <p:txBody>
          <a:bodyPr/>
          <a:lstStyle/>
          <a:p>
            <a:fld id="{C79ECAFE-A460-4E13-ABCB-32CAE6136244}" type="slidenum">
              <a:rPr/>
            </a:fld>
            <a:endParaRPr/>
          </a:p>
        </p:txBody>
      </p:sp>
      <p:sp>
        <p:nvSpPr>
          <p:cNvPr id="27" name="文本占位符 26"/>
          <p:cNvSpPr>
            <a:spLocks noGrp="1"/>
          </p:cNvSpPr>
          <p:nvPr>
            <p:ph type="body" idx="29" hasCustomPrompt="1"/>
          </p:nvPr>
        </p:nvSpPr>
        <p:spPr>
          <a:xfrm>
            <a:off x="1019067" y="2170482"/>
            <a:ext cx="3982720" cy="584775"/>
          </a:xfrm>
        </p:spPr>
        <p:txBody>
          <a:bodyPr lIns="0">
            <a:spAutoFit/>
          </a:bodyPr>
          <a:lstStyle>
            <a:lvl1pPr marL="0" indent="0">
              <a:lnSpc>
                <a:spcPct val="100000"/>
              </a:lnSpc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>
              <a:buNone/>
            </a:pPr>
            <a:r>
              <a:t>请输入你的团队名</a:t>
            </a:r>
          </a:p>
        </p:txBody>
      </p:sp>
      <p:sp>
        <p:nvSpPr>
          <p:cNvPr id="29" name="文本占位符 28"/>
          <p:cNvSpPr>
            <a:spLocks noGrp="1"/>
          </p:cNvSpPr>
          <p:nvPr>
            <p:ph type="body" idx="30" hasCustomPrompt="1"/>
          </p:nvPr>
        </p:nvSpPr>
        <p:spPr>
          <a:xfrm>
            <a:off x="1019067" y="3119036"/>
            <a:ext cx="3982720" cy="1706963"/>
          </a:xfrm>
        </p:spPr>
        <p:txBody>
          <a:bodyPr wrap="square" lIns="0">
            <a:noAutofit/>
          </a:bodyPr>
          <a:lstStyle>
            <a:lvl1pPr marL="0" indent="0">
              <a:buNone/>
              <a:defRPr sz="1800"/>
            </a:lvl1pPr>
          </a:lstStyle>
          <a:p>
            <a:pPr lvl="0">
              <a:buNone/>
            </a:pPr>
            <a:r>
              <a:t>请输入你的团队介绍</a:t>
            </a:r>
          </a:p>
        </p:txBody>
      </p:sp>
      <p:sp>
        <p:nvSpPr>
          <p:cNvPr id="33" name="图片占位符 32"/>
          <p:cNvSpPr>
            <a:spLocks noGrp="1"/>
          </p:cNvSpPr>
          <p:nvPr>
            <p:ph type="pic" idx="32"/>
          </p:nvPr>
        </p:nvSpPr>
        <p:spPr>
          <a:xfrm>
            <a:off x="7700964" y="1461189"/>
            <a:ext cx="1908733" cy="3364810"/>
          </a:xfrm>
          <a:custGeom>
            <a:avLst/>
            <a:gdLst>
              <a:gd name="connsiteX0" fmla="*/ 0 w 1908733"/>
              <a:gd name="connsiteY0" fmla="*/ 0 h 3364810"/>
              <a:gd name="connsiteX1" fmla="*/ 1908733 w 1908733"/>
              <a:gd name="connsiteY1" fmla="*/ 0 h 3364810"/>
              <a:gd name="connsiteX2" fmla="*/ 1908733 w 1908733"/>
              <a:gd name="connsiteY2" fmla="*/ 3364810 h 3364810"/>
              <a:gd name="connsiteX3" fmla="*/ 0 w 1908733"/>
              <a:gd name="connsiteY3" fmla="*/ 3364810 h 3364810"/>
            </a:gdLst>
            <a:ahLst/>
            <a:cxnLst/>
            <a:rect l="l" t="t" r="r" b="b"/>
            <a:pathLst>
              <a:path w="1908733" h="3364810">
                <a:moveTo>
                  <a:pt x="0" y="0"/>
                </a:moveTo>
                <a:lnTo>
                  <a:pt x="1908733" y="0"/>
                </a:lnTo>
                <a:lnTo>
                  <a:pt x="1908733" y="3364810"/>
                </a:lnTo>
                <a:lnTo>
                  <a:pt x="0" y="336481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/>
        </p:txBody>
      </p:sp>
      <p:sp>
        <p:nvSpPr>
          <p:cNvPr id="34" name="图片占位符 33"/>
          <p:cNvSpPr>
            <a:spLocks noGrp="1"/>
          </p:cNvSpPr>
          <p:nvPr>
            <p:ph type="pic" idx="33"/>
          </p:nvPr>
        </p:nvSpPr>
        <p:spPr>
          <a:xfrm>
            <a:off x="9609697" y="1461189"/>
            <a:ext cx="1908733" cy="3364810"/>
          </a:xfrm>
          <a:custGeom>
            <a:avLst/>
            <a:gdLst>
              <a:gd name="connsiteX0" fmla="*/ 0 w 1908733"/>
              <a:gd name="connsiteY0" fmla="*/ 0 h 3364810"/>
              <a:gd name="connsiteX1" fmla="*/ 1908733 w 1908733"/>
              <a:gd name="connsiteY1" fmla="*/ 0 h 3364810"/>
              <a:gd name="connsiteX2" fmla="*/ 1908733 w 1908733"/>
              <a:gd name="connsiteY2" fmla="*/ 3364810 h 3364810"/>
              <a:gd name="connsiteX3" fmla="*/ 0 w 1908733"/>
              <a:gd name="connsiteY3" fmla="*/ 3364810 h 3364810"/>
            </a:gdLst>
            <a:ahLst/>
            <a:cxnLst/>
            <a:rect l="l" t="t" r="r" b="b"/>
            <a:pathLst>
              <a:path w="1908733" h="3364810">
                <a:moveTo>
                  <a:pt x="0" y="0"/>
                </a:moveTo>
                <a:lnTo>
                  <a:pt x="1908733" y="0"/>
                </a:lnTo>
                <a:lnTo>
                  <a:pt x="1908733" y="3364810"/>
                </a:lnTo>
                <a:lnTo>
                  <a:pt x="0" y="336481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/>
        </p:txBody>
      </p:sp>
      <p:sp>
        <p:nvSpPr>
          <p:cNvPr id="25" name="文本占位符 11"/>
          <p:cNvSpPr>
            <a:spLocks noGrp="1"/>
          </p:cNvSpPr>
          <p:nvPr>
            <p:ph type="body" idx="22" hasCustomPrompt="1"/>
          </p:nvPr>
        </p:nvSpPr>
        <p:spPr>
          <a:xfrm>
            <a:off x="5792309" y="5510702"/>
            <a:ext cx="1908733" cy="6233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>
              <a:buNone/>
            </a:pPr>
            <a:r>
              <a:t>简单介绍一下</a:t>
            </a:r>
            <a:r>
              <a:t>ta</a:t>
            </a:r>
          </a:p>
        </p:txBody>
      </p:sp>
      <p:sp>
        <p:nvSpPr>
          <p:cNvPr id="26" name="文本占位符 11"/>
          <p:cNvSpPr>
            <a:spLocks noGrp="1"/>
          </p:cNvSpPr>
          <p:nvPr>
            <p:ph type="body" idx="34" hasCustomPrompt="1"/>
          </p:nvPr>
        </p:nvSpPr>
        <p:spPr>
          <a:xfrm>
            <a:off x="7700964" y="5510702"/>
            <a:ext cx="1908733" cy="6233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>
              <a:buNone/>
            </a:pPr>
            <a:r>
              <a:t>简单介绍一下</a:t>
            </a:r>
            <a:r>
              <a:t>ta</a:t>
            </a:r>
          </a:p>
        </p:txBody>
      </p:sp>
      <p:sp>
        <p:nvSpPr>
          <p:cNvPr id="28" name="文本占位符 11"/>
          <p:cNvSpPr>
            <a:spLocks noGrp="1"/>
          </p:cNvSpPr>
          <p:nvPr>
            <p:ph type="body" idx="35" hasCustomPrompt="1"/>
          </p:nvPr>
        </p:nvSpPr>
        <p:spPr>
          <a:xfrm>
            <a:off x="9609619" y="5510702"/>
            <a:ext cx="1908733" cy="6233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>
              <a:buNone/>
            </a:pPr>
            <a:r>
              <a:t>简单介绍一下</a:t>
            </a:r>
            <a:r>
              <a:t>ta</a:t>
            </a:r>
          </a:p>
        </p:txBody>
      </p:sp>
      <p:sp>
        <p:nvSpPr>
          <p:cNvPr id="30" name="文本占位符 11"/>
          <p:cNvSpPr>
            <a:spLocks noGrp="1"/>
          </p:cNvSpPr>
          <p:nvPr>
            <p:ph type="body" idx="36" hasCustomPrompt="1"/>
          </p:nvPr>
        </p:nvSpPr>
        <p:spPr>
          <a:xfrm>
            <a:off x="5792387" y="5105677"/>
            <a:ext cx="1908733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>
              <a:buNone/>
            </a:pPr>
            <a:r>
              <a:t>团队成员</a:t>
            </a:r>
            <a:r>
              <a:t>1</a:t>
            </a:r>
          </a:p>
        </p:txBody>
      </p:sp>
      <p:sp>
        <p:nvSpPr>
          <p:cNvPr id="31" name="文本占位符 11"/>
          <p:cNvSpPr>
            <a:spLocks noGrp="1"/>
          </p:cNvSpPr>
          <p:nvPr>
            <p:ph type="body" idx="37" hasCustomPrompt="1"/>
          </p:nvPr>
        </p:nvSpPr>
        <p:spPr>
          <a:xfrm>
            <a:off x="7700808" y="5105677"/>
            <a:ext cx="1908733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>
              <a:buNone/>
            </a:pPr>
            <a:r>
              <a:t>团队成员</a:t>
            </a:r>
            <a:r>
              <a:t>2</a:t>
            </a:r>
          </a:p>
        </p:txBody>
      </p:sp>
      <p:sp>
        <p:nvSpPr>
          <p:cNvPr id="35" name="文本占位符 11"/>
          <p:cNvSpPr>
            <a:spLocks noGrp="1"/>
          </p:cNvSpPr>
          <p:nvPr>
            <p:ph type="body" idx="38" hasCustomPrompt="1"/>
          </p:nvPr>
        </p:nvSpPr>
        <p:spPr>
          <a:xfrm>
            <a:off x="9609229" y="5105677"/>
            <a:ext cx="1908733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>
              <a:buNone/>
            </a:pPr>
            <a:r>
              <a:t>团队成员</a:t>
            </a:r>
            <a:r>
              <a:t>3</a:t>
            </a:r>
          </a:p>
        </p:txBody>
      </p:sp>
      <p:sp>
        <p:nvSpPr>
          <p:cNvPr id="24" name="直接连接符 23"/>
          <p:cNvSpPr>
            <a:spLocks noGrp="1"/>
          </p:cNvSpPr>
          <p:nvPr/>
        </p:nv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介绍内容拓展-2">
    <p:spTree>
      <p:nvGrpSpPr>
        <p:cNvPr id="1" name=""/>
        <p:cNvGrpSpPr/>
        <p:nvPr/>
      </p:nvGrpSpPr>
      <p:grpSpPr/>
      <p:pic>
        <p:nvPicPr>
          <p:cNvPr id="58" name="图片 57"/>
          <p:cNvPicPr>
            <a:picLocks noChangeAspect="1"/>
          </p:cNvPicPr>
          <p:nvPr/>
        </p:nvPicPr>
        <p:blipFill rotWithShape="1">
          <a:blip r:embed="rId2">
            <a:alphaModFix amt="5000"/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8" name="图片占位符 47"/>
          <p:cNvSpPr>
            <a:spLocks noGrp="1"/>
          </p:cNvSpPr>
          <p:nvPr>
            <p:ph type="pic" idx="31"/>
          </p:nvPr>
        </p:nvSpPr>
        <p:spPr>
          <a:xfrm>
            <a:off x="669868" y="3062205"/>
            <a:ext cx="2702712" cy="2106578"/>
          </a:xfrm>
          <a:custGeom>
            <a:avLst/>
            <a:gdLst>
              <a:gd name="connsiteX0" fmla="*/ 0 w 2712258"/>
              <a:gd name="connsiteY0" fmla="*/ 0 h 2106578"/>
              <a:gd name="connsiteX1" fmla="*/ 2712258 w 2712258"/>
              <a:gd name="connsiteY1" fmla="*/ 0 h 2106578"/>
              <a:gd name="connsiteX2" fmla="*/ 2712258 w 2712258"/>
              <a:gd name="connsiteY2" fmla="*/ 2106578 h 2106578"/>
              <a:gd name="connsiteX3" fmla="*/ 0 w 2712258"/>
              <a:gd name="connsiteY3" fmla="*/ 2106578 h 2106578"/>
            </a:gdLst>
            <a:ahLst/>
            <a:cxnLst/>
            <a:rect l="l" t="t" r="r" b="b"/>
            <a:pathLst>
              <a:path w="2712258" h="2106578">
                <a:moveTo>
                  <a:pt x="0" y="0"/>
                </a:moveTo>
                <a:lnTo>
                  <a:pt x="2712258" y="0"/>
                </a:lnTo>
                <a:lnTo>
                  <a:pt x="2712258" y="2106578"/>
                </a:lnTo>
                <a:lnTo>
                  <a:pt x="0" y="210657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/>
        </p:txBody>
      </p:sp>
      <p:sp>
        <p:nvSpPr>
          <p:cNvPr id="8" name="文本占位符 67"/>
          <p:cNvSpPr>
            <a:spLocks noGrp="1"/>
          </p:cNvSpPr>
          <p:nvPr>
            <p:ph type="body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  <a:cs typeface="+mj-ea"/>
              </a:defRPr>
            </a:lvl1pPr>
          </a:lstStyle>
          <a:p>
            <a:pPr lvl="0">
              <a:buNone/>
            </a:pPr>
            <a:r>
              <a:t>请输入你的章节标题</a:t>
            </a:r>
          </a:p>
        </p:txBody>
      </p:sp>
      <p:sp>
        <p:nvSpPr>
          <p:cNvPr id="10" name="íṥļîḓê"/>
          <p:cNvSpPr>
            <a:spLocks noGrp="1"/>
          </p:cNvSpPr>
          <p:nvPr/>
        </p:nvSpPr>
        <p:spPr>
          <a:xfrm>
            <a:off x="660400" y="344681"/>
            <a:ext cx="384771" cy="384771"/>
          </a:xfrm>
          <a:prstGeom prst="ellipse">
            <a:avLst/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rmAutofit fontScale="77500" lnSpcReduction="20000"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íṥlíḓê"/>
          <p:cNvSpPr>
            <a:spLocks noGrp="1"/>
          </p:cNvSpPr>
          <p:nvPr/>
        </p:nvSpPr>
        <p:spPr>
          <a:xfrm>
            <a:off x="695973" y="380253"/>
            <a:ext cx="313624" cy="31362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 fontScale="55000" lnSpcReduction="20000"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ïśļiḑé"/>
          <p:cNvSpPr>
            <a:spLocks noGrp="1"/>
          </p:cNvSpPr>
          <p:nvPr/>
        </p:nvSpPr>
        <p:spPr>
          <a:xfrm>
            <a:off x="756336" y="440762"/>
            <a:ext cx="192896" cy="192603"/>
          </a:xfrm>
          <a:custGeom>
            <a:avLst/>
            <a:gdLst>
              <a:gd name="connsiteX0" fmla="*/ 347041 w 607639"/>
              <a:gd name="connsiteY0" fmla="*/ 313875 h 606722"/>
              <a:gd name="connsiteX1" fmla="*/ 379713 w 607639"/>
              <a:gd name="connsiteY1" fmla="*/ 346512 h 606722"/>
              <a:gd name="connsiteX2" fmla="*/ 347041 w 607639"/>
              <a:gd name="connsiteY2" fmla="*/ 379149 h 606722"/>
              <a:gd name="connsiteX3" fmla="*/ 314369 w 607639"/>
              <a:gd name="connsiteY3" fmla="*/ 346512 h 606722"/>
              <a:gd name="connsiteX4" fmla="*/ 347041 w 607639"/>
              <a:gd name="connsiteY4" fmla="*/ 313875 h 606722"/>
              <a:gd name="connsiteX5" fmla="*/ 260563 w 607639"/>
              <a:gd name="connsiteY5" fmla="*/ 213037 h 606722"/>
              <a:gd name="connsiteX6" fmla="*/ 313452 w 607639"/>
              <a:gd name="connsiteY6" fmla="*/ 265856 h 606722"/>
              <a:gd name="connsiteX7" fmla="*/ 260563 w 607639"/>
              <a:gd name="connsiteY7" fmla="*/ 318675 h 606722"/>
              <a:gd name="connsiteX8" fmla="*/ 207674 w 607639"/>
              <a:gd name="connsiteY8" fmla="*/ 265856 h 606722"/>
              <a:gd name="connsiteX9" fmla="*/ 260563 w 607639"/>
              <a:gd name="connsiteY9" fmla="*/ 213037 h 606722"/>
              <a:gd name="connsiteX10" fmla="*/ 303775 w 607639"/>
              <a:gd name="connsiteY10" fmla="*/ 152236 h 606722"/>
              <a:gd name="connsiteX11" fmla="*/ 152466 w 607639"/>
              <a:gd name="connsiteY11" fmla="*/ 303317 h 606722"/>
              <a:gd name="connsiteX12" fmla="*/ 303775 w 607639"/>
              <a:gd name="connsiteY12" fmla="*/ 454486 h 606722"/>
              <a:gd name="connsiteX13" fmla="*/ 455173 w 607639"/>
              <a:gd name="connsiteY13" fmla="*/ 303317 h 606722"/>
              <a:gd name="connsiteX14" fmla="*/ 303775 w 607639"/>
              <a:gd name="connsiteY14" fmla="*/ 152236 h 606722"/>
              <a:gd name="connsiteX15" fmla="*/ 270042 w 607639"/>
              <a:gd name="connsiteY15" fmla="*/ 0 h 606722"/>
              <a:gd name="connsiteX16" fmla="*/ 337597 w 607639"/>
              <a:gd name="connsiteY16" fmla="*/ 0 h 606722"/>
              <a:gd name="connsiteX17" fmla="*/ 361628 w 607639"/>
              <a:gd name="connsiteY17" fmla="*/ 23995 h 606722"/>
              <a:gd name="connsiteX18" fmla="*/ 337597 w 607639"/>
              <a:gd name="connsiteY18" fmla="*/ 47901 h 606722"/>
              <a:gd name="connsiteX19" fmla="*/ 327806 w 607639"/>
              <a:gd name="connsiteY19" fmla="*/ 47901 h 606722"/>
              <a:gd name="connsiteX20" fmla="*/ 327806 w 607639"/>
              <a:gd name="connsiteY20" fmla="*/ 105756 h 606722"/>
              <a:gd name="connsiteX21" fmla="*/ 426691 w 607639"/>
              <a:gd name="connsiteY21" fmla="*/ 146726 h 606722"/>
              <a:gd name="connsiteX22" fmla="*/ 467723 w 607639"/>
              <a:gd name="connsiteY22" fmla="*/ 105756 h 606722"/>
              <a:gd name="connsiteX23" fmla="*/ 460780 w 607639"/>
              <a:gd name="connsiteY23" fmla="*/ 98913 h 606722"/>
              <a:gd name="connsiteX24" fmla="*/ 460780 w 607639"/>
              <a:gd name="connsiteY24" fmla="*/ 64965 h 606722"/>
              <a:gd name="connsiteX25" fmla="*/ 494691 w 607639"/>
              <a:gd name="connsiteY25" fmla="*/ 64965 h 606722"/>
              <a:gd name="connsiteX26" fmla="*/ 530382 w 607639"/>
              <a:gd name="connsiteY26" fmla="*/ 100602 h 606722"/>
              <a:gd name="connsiteX27" fmla="*/ 531094 w 607639"/>
              <a:gd name="connsiteY27" fmla="*/ 101313 h 606722"/>
              <a:gd name="connsiteX28" fmla="*/ 537414 w 607639"/>
              <a:gd name="connsiteY28" fmla="*/ 107534 h 606722"/>
              <a:gd name="connsiteX29" fmla="*/ 537770 w 607639"/>
              <a:gd name="connsiteY29" fmla="*/ 107978 h 606722"/>
              <a:gd name="connsiteX30" fmla="*/ 537948 w 607639"/>
              <a:gd name="connsiteY30" fmla="*/ 108156 h 606722"/>
              <a:gd name="connsiteX31" fmla="*/ 538482 w 607639"/>
              <a:gd name="connsiteY31" fmla="*/ 108689 h 606722"/>
              <a:gd name="connsiteX32" fmla="*/ 538215 w 607639"/>
              <a:gd name="connsiteY32" fmla="*/ 108423 h 606722"/>
              <a:gd name="connsiteX33" fmla="*/ 538749 w 607639"/>
              <a:gd name="connsiteY33" fmla="*/ 108867 h 606722"/>
              <a:gd name="connsiteX34" fmla="*/ 539105 w 607639"/>
              <a:gd name="connsiteY34" fmla="*/ 109311 h 606722"/>
              <a:gd name="connsiteX35" fmla="*/ 542487 w 607639"/>
              <a:gd name="connsiteY35" fmla="*/ 112688 h 606722"/>
              <a:gd name="connsiteX36" fmla="*/ 542487 w 607639"/>
              <a:gd name="connsiteY36" fmla="*/ 146637 h 606722"/>
              <a:gd name="connsiteX37" fmla="*/ 508576 w 607639"/>
              <a:gd name="connsiteY37" fmla="*/ 146637 h 606722"/>
              <a:gd name="connsiteX38" fmla="*/ 501634 w 607639"/>
              <a:gd name="connsiteY38" fmla="*/ 139705 h 606722"/>
              <a:gd name="connsiteX39" fmla="*/ 460691 w 607639"/>
              <a:gd name="connsiteY39" fmla="*/ 180675 h 606722"/>
              <a:gd name="connsiteX40" fmla="*/ 501723 w 607639"/>
              <a:gd name="connsiteY40" fmla="*/ 279410 h 606722"/>
              <a:gd name="connsiteX41" fmla="*/ 559576 w 607639"/>
              <a:gd name="connsiteY41" fmla="*/ 279410 h 606722"/>
              <a:gd name="connsiteX42" fmla="*/ 559576 w 607639"/>
              <a:gd name="connsiteY42" fmla="*/ 269634 h 606722"/>
              <a:gd name="connsiteX43" fmla="*/ 583608 w 607639"/>
              <a:gd name="connsiteY43" fmla="*/ 245639 h 606722"/>
              <a:gd name="connsiteX44" fmla="*/ 607639 w 607639"/>
              <a:gd name="connsiteY44" fmla="*/ 269634 h 606722"/>
              <a:gd name="connsiteX45" fmla="*/ 607639 w 607639"/>
              <a:gd name="connsiteY45" fmla="*/ 337088 h 606722"/>
              <a:gd name="connsiteX46" fmla="*/ 583608 w 607639"/>
              <a:gd name="connsiteY46" fmla="*/ 361083 h 606722"/>
              <a:gd name="connsiteX47" fmla="*/ 559576 w 607639"/>
              <a:gd name="connsiteY47" fmla="*/ 337088 h 606722"/>
              <a:gd name="connsiteX48" fmla="*/ 559576 w 607639"/>
              <a:gd name="connsiteY48" fmla="*/ 327312 h 606722"/>
              <a:gd name="connsiteX49" fmla="*/ 501723 w 607639"/>
              <a:gd name="connsiteY49" fmla="*/ 327312 h 606722"/>
              <a:gd name="connsiteX50" fmla="*/ 460691 w 607639"/>
              <a:gd name="connsiteY50" fmla="*/ 426047 h 606722"/>
              <a:gd name="connsiteX51" fmla="*/ 501634 w 607639"/>
              <a:gd name="connsiteY51" fmla="*/ 467017 h 606722"/>
              <a:gd name="connsiteX52" fmla="*/ 508576 w 607639"/>
              <a:gd name="connsiteY52" fmla="*/ 460085 h 606722"/>
              <a:gd name="connsiteX53" fmla="*/ 542487 w 607639"/>
              <a:gd name="connsiteY53" fmla="*/ 460085 h 606722"/>
              <a:gd name="connsiteX54" fmla="*/ 542487 w 607639"/>
              <a:gd name="connsiteY54" fmla="*/ 493945 h 606722"/>
              <a:gd name="connsiteX55" fmla="*/ 518990 w 607639"/>
              <a:gd name="connsiteY55" fmla="*/ 517496 h 606722"/>
              <a:gd name="connsiteX56" fmla="*/ 494691 w 607639"/>
              <a:gd name="connsiteY56" fmla="*/ 541668 h 606722"/>
              <a:gd name="connsiteX57" fmla="*/ 460780 w 607639"/>
              <a:gd name="connsiteY57" fmla="*/ 541668 h 606722"/>
              <a:gd name="connsiteX58" fmla="*/ 460780 w 607639"/>
              <a:gd name="connsiteY58" fmla="*/ 507809 h 606722"/>
              <a:gd name="connsiteX59" fmla="*/ 467723 w 607639"/>
              <a:gd name="connsiteY59" fmla="*/ 500877 h 606722"/>
              <a:gd name="connsiteX60" fmla="*/ 426691 w 607639"/>
              <a:gd name="connsiteY60" fmla="*/ 459996 h 606722"/>
              <a:gd name="connsiteX61" fmla="*/ 327806 w 607639"/>
              <a:gd name="connsiteY61" fmla="*/ 500966 h 606722"/>
              <a:gd name="connsiteX62" fmla="*/ 327806 w 607639"/>
              <a:gd name="connsiteY62" fmla="*/ 558732 h 606722"/>
              <a:gd name="connsiteX63" fmla="*/ 337597 w 607639"/>
              <a:gd name="connsiteY63" fmla="*/ 558732 h 606722"/>
              <a:gd name="connsiteX64" fmla="*/ 361628 w 607639"/>
              <a:gd name="connsiteY64" fmla="*/ 582727 h 606722"/>
              <a:gd name="connsiteX65" fmla="*/ 337597 w 607639"/>
              <a:gd name="connsiteY65" fmla="*/ 606722 h 606722"/>
              <a:gd name="connsiteX66" fmla="*/ 270042 w 607639"/>
              <a:gd name="connsiteY66" fmla="*/ 606722 h 606722"/>
              <a:gd name="connsiteX67" fmla="*/ 246011 w 607639"/>
              <a:gd name="connsiteY67" fmla="*/ 582727 h 606722"/>
              <a:gd name="connsiteX68" fmla="*/ 270042 w 607639"/>
              <a:gd name="connsiteY68" fmla="*/ 558732 h 606722"/>
              <a:gd name="connsiteX69" fmla="*/ 279833 w 607639"/>
              <a:gd name="connsiteY69" fmla="*/ 558732 h 606722"/>
              <a:gd name="connsiteX70" fmla="*/ 279833 w 607639"/>
              <a:gd name="connsiteY70" fmla="*/ 500966 h 606722"/>
              <a:gd name="connsiteX71" fmla="*/ 180948 w 607639"/>
              <a:gd name="connsiteY71" fmla="*/ 459996 h 606722"/>
              <a:gd name="connsiteX72" fmla="*/ 139916 w 607639"/>
              <a:gd name="connsiteY72" fmla="*/ 500877 h 606722"/>
              <a:gd name="connsiteX73" fmla="*/ 146859 w 607639"/>
              <a:gd name="connsiteY73" fmla="*/ 507809 h 606722"/>
              <a:gd name="connsiteX74" fmla="*/ 146859 w 607639"/>
              <a:gd name="connsiteY74" fmla="*/ 541668 h 606722"/>
              <a:gd name="connsiteX75" fmla="*/ 112859 w 607639"/>
              <a:gd name="connsiteY75" fmla="*/ 541668 h 606722"/>
              <a:gd name="connsiteX76" fmla="*/ 77257 w 607639"/>
              <a:gd name="connsiteY76" fmla="*/ 506120 h 606722"/>
              <a:gd name="connsiteX77" fmla="*/ 68534 w 607639"/>
              <a:gd name="connsiteY77" fmla="*/ 497411 h 606722"/>
              <a:gd name="connsiteX78" fmla="*/ 65063 w 607639"/>
              <a:gd name="connsiteY78" fmla="*/ 493945 h 606722"/>
              <a:gd name="connsiteX79" fmla="*/ 65063 w 607639"/>
              <a:gd name="connsiteY79" fmla="*/ 460085 h 606722"/>
              <a:gd name="connsiteX80" fmla="*/ 99063 w 607639"/>
              <a:gd name="connsiteY80" fmla="*/ 460085 h 606722"/>
              <a:gd name="connsiteX81" fmla="*/ 105916 w 607639"/>
              <a:gd name="connsiteY81" fmla="*/ 467017 h 606722"/>
              <a:gd name="connsiteX82" fmla="*/ 146948 w 607639"/>
              <a:gd name="connsiteY82" fmla="*/ 426047 h 606722"/>
              <a:gd name="connsiteX83" fmla="*/ 105916 w 607639"/>
              <a:gd name="connsiteY83" fmla="*/ 327312 h 606722"/>
              <a:gd name="connsiteX84" fmla="*/ 47974 w 607639"/>
              <a:gd name="connsiteY84" fmla="*/ 327312 h 606722"/>
              <a:gd name="connsiteX85" fmla="*/ 47974 w 607639"/>
              <a:gd name="connsiteY85" fmla="*/ 337088 h 606722"/>
              <a:gd name="connsiteX86" fmla="*/ 24031 w 607639"/>
              <a:gd name="connsiteY86" fmla="*/ 361083 h 606722"/>
              <a:gd name="connsiteX87" fmla="*/ 0 w 607639"/>
              <a:gd name="connsiteY87" fmla="*/ 337088 h 606722"/>
              <a:gd name="connsiteX88" fmla="*/ 0 w 607639"/>
              <a:gd name="connsiteY88" fmla="*/ 269634 h 606722"/>
              <a:gd name="connsiteX89" fmla="*/ 24031 w 607639"/>
              <a:gd name="connsiteY89" fmla="*/ 245639 h 606722"/>
              <a:gd name="connsiteX90" fmla="*/ 47974 w 607639"/>
              <a:gd name="connsiteY90" fmla="*/ 269634 h 606722"/>
              <a:gd name="connsiteX91" fmla="*/ 47974 w 607639"/>
              <a:gd name="connsiteY91" fmla="*/ 279410 h 606722"/>
              <a:gd name="connsiteX92" fmla="*/ 105916 w 607639"/>
              <a:gd name="connsiteY92" fmla="*/ 279410 h 606722"/>
              <a:gd name="connsiteX93" fmla="*/ 146948 w 607639"/>
              <a:gd name="connsiteY93" fmla="*/ 180675 h 606722"/>
              <a:gd name="connsiteX94" fmla="*/ 105916 w 607639"/>
              <a:gd name="connsiteY94" fmla="*/ 139705 h 606722"/>
              <a:gd name="connsiteX95" fmla="*/ 99063 w 607639"/>
              <a:gd name="connsiteY95" fmla="*/ 146637 h 606722"/>
              <a:gd name="connsiteX96" fmla="*/ 65063 w 607639"/>
              <a:gd name="connsiteY96" fmla="*/ 146637 h 606722"/>
              <a:gd name="connsiteX97" fmla="*/ 65063 w 607639"/>
              <a:gd name="connsiteY97" fmla="*/ 112688 h 606722"/>
              <a:gd name="connsiteX98" fmla="*/ 106450 w 607639"/>
              <a:gd name="connsiteY98" fmla="*/ 71452 h 606722"/>
              <a:gd name="connsiteX99" fmla="*/ 112859 w 607639"/>
              <a:gd name="connsiteY99" fmla="*/ 64965 h 606722"/>
              <a:gd name="connsiteX100" fmla="*/ 146859 w 607639"/>
              <a:gd name="connsiteY100" fmla="*/ 64965 h 606722"/>
              <a:gd name="connsiteX101" fmla="*/ 146859 w 607639"/>
              <a:gd name="connsiteY101" fmla="*/ 98913 h 606722"/>
              <a:gd name="connsiteX102" fmla="*/ 139916 w 607639"/>
              <a:gd name="connsiteY102" fmla="*/ 105756 h 606722"/>
              <a:gd name="connsiteX103" fmla="*/ 180948 w 607639"/>
              <a:gd name="connsiteY103" fmla="*/ 146726 h 606722"/>
              <a:gd name="connsiteX104" fmla="*/ 279833 w 607639"/>
              <a:gd name="connsiteY104" fmla="*/ 105756 h 606722"/>
              <a:gd name="connsiteX105" fmla="*/ 279833 w 607639"/>
              <a:gd name="connsiteY105" fmla="*/ 47901 h 606722"/>
              <a:gd name="connsiteX106" fmla="*/ 270042 w 607639"/>
              <a:gd name="connsiteY106" fmla="*/ 47901 h 606722"/>
              <a:gd name="connsiteX107" fmla="*/ 246011 w 607639"/>
              <a:gd name="connsiteY107" fmla="*/ 23995 h 606722"/>
              <a:gd name="connsiteX108" fmla="*/ 270042 w 607639"/>
              <a:gd name="connsiteY108" fmla="*/ 0 h 606722"/>
            </a:gdLst>
            <a:ahLst/>
            <a:cxnLst/>
            <a:rect l="l" t="t" r="r" b="b"/>
            <a:pathLst>
              <a:path w="607639" h="606722">
                <a:moveTo>
                  <a:pt x="347041" y="313875"/>
                </a:moveTo>
                <a:cubicBezTo>
                  <a:pt x="365085" y="313875"/>
                  <a:pt x="379713" y="328487"/>
                  <a:pt x="379713" y="346512"/>
                </a:cubicBezTo>
                <a:cubicBezTo>
                  <a:pt x="379713" y="364537"/>
                  <a:pt x="365085" y="379149"/>
                  <a:pt x="347041" y="379149"/>
                </a:cubicBezTo>
                <a:cubicBezTo>
                  <a:pt x="328997" y="379149"/>
                  <a:pt x="314369" y="364537"/>
                  <a:pt x="314369" y="346512"/>
                </a:cubicBezTo>
                <a:cubicBezTo>
                  <a:pt x="314369" y="328487"/>
                  <a:pt x="328997" y="313875"/>
                  <a:pt x="347041" y="313875"/>
                </a:cubicBezTo>
                <a:close/>
                <a:moveTo>
                  <a:pt x="260563" y="213037"/>
                </a:moveTo>
                <a:cubicBezTo>
                  <a:pt x="289773" y="213037"/>
                  <a:pt x="313452" y="236685"/>
                  <a:pt x="313452" y="265856"/>
                </a:cubicBezTo>
                <a:cubicBezTo>
                  <a:pt x="313452" y="295027"/>
                  <a:pt x="289773" y="318675"/>
                  <a:pt x="260563" y="318675"/>
                </a:cubicBezTo>
                <a:cubicBezTo>
                  <a:pt x="231353" y="318675"/>
                  <a:pt x="207674" y="295027"/>
                  <a:pt x="207674" y="265856"/>
                </a:cubicBezTo>
                <a:cubicBezTo>
                  <a:pt x="207674" y="236685"/>
                  <a:pt x="231353" y="213037"/>
                  <a:pt x="260563" y="213037"/>
                </a:cubicBezTo>
                <a:close/>
                <a:moveTo>
                  <a:pt x="303775" y="152236"/>
                </a:moveTo>
                <a:cubicBezTo>
                  <a:pt x="220377" y="152236"/>
                  <a:pt x="152466" y="220045"/>
                  <a:pt x="152466" y="303317"/>
                </a:cubicBezTo>
                <a:cubicBezTo>
                  <a:pt x="152466" y="386678"/>
                  <a:pt x="220377" y="454486"/>
                  <a:pt x="303775" y="454486"/>
                </a:cubicBezTo>
                <a:cubicBezTo>
                  <a:pt x="387262" y="454486"/>
                  <a:pt x="455173" y="386678"/>
                  <a:pt x="455173" y="303317"/>
                </a:cubicBezTo>
                <a:cubicBezTo>
                  <a:pt x="455173" y="220045"/>
                  <a:pt x="387262" y="152236"/>
                  <a:pt x="303775" y="152236"/>
                </a:cubicBezTo>
                <a:close/>
                <a:moveTo>
                  <a:pt x="270042" y="0"/>
                </a:moveTo>
                <a:lnTo>
                  <a:pt x="337597" y="0"/>
                </a:lnTo>
                <a:cubicBezTo>
                  <a:pt x="350859" y="0"/>
                  <a:pt x="361628" y="10753"/>
                  <a:pt x="361628" y="23995"/>
                </a:cubicBezTo>
                <a:cubicBezTo>
                  <a:pt x="361628" y="37237"/>
                  <a:pt x="350859" y="47901"/>
                  <a:pt x="337597" y="47901"/>
                </a:cubicBezTo>
                <a:lnTo>
                  <a:pt x="327806" y="47901"/>
                </a:lnTo>
                <a:lnTo>
                  <a:pt x="327806" y="105756"/>
                </a:lnTo>
                <a:cubicBezTo>
                  <a:pt x="364833" y="110200"/>
                  <a:pt x="398744" y="124864"/>
                  <a:pt x="426691" y="146726"/>
                </a:cubicBezTo>
                <a:lnTo>
                  <a:pt x="467723" y="105756"/>
                </a:lnTo>
                <a:lnTo>
                  <a:pt x="460780" y="98913"/>
                </a:lnTo>
                <a:cubicBezTo>
                  <a:pt x="451435" y="89493"/>
                  <a:pt x="451435" y="74385"/>
                  <a:pt x="460780" y="64965"/>
                </a:cubicBezTo>
                <a:cubicBezTo>
                  <a:pt x="470126" y="55633"/>
                  <a:pt x="485346" y="55633"/>
                  <a:pt x="494691" y="64965"/>
                </a:cubicBezTo>
                <a:lnTo>
                  <a:pt x="530382" y="100602"/>
                </a:lnTo>
                <a:lnTo>
                  <a:pt x="531094" y="101313"/>
                </a:lnTo>
                <a:lnTo>
                  <a:pt x="537414" y="107534"/>
                </a:lnTo>
                <a:lnTo>
                  <a:pt x="537770" y="107978"/>
                </a:lnTo>
                <a:lnTo>
                  <a:pt x="537948" y="108156"/>
                </a:lnTo>
                <a:lnTo>
                  <a:pt x="538482" y="108689"/>
                </a:lnTo>
                <a:lnTo>
                  <a:pt x="538215" y="108423"/>
                </a:lnTo>
                <a:lnTo>
                  <a:pt x="538749" y="108867"/>
                </a:lnTo>
                <a:lnTo>
                  <a:pt x="539105" y="109311"/>
                </a:lnTo>
                <a:lnTo>
                  <a:pt x="542487" y="112688"/>
                </a:lnTo>
                <a:cubicBezTo>
                  <a:pt x="551922" y="122109"/>
                  <a:pt x="551922" y="137217"/>
                  <a:pt x="542487" y="146637"/>
                </a:cubicBezTo>
                <a:cubicBezTo>
                  <a:pt x="533142" y="155969"/>
                  <a:pt x="517922" y="155969"/>
                  <a:pt x="508576" y="146637"/>
                </a:cubicBezTo>
                <a:lnTo>
                  <a:pt x="501634" y="139705"/>
                </a:lnTo>
                <a:lnTo>
                  <a:pt x="460691" y="180675"/>
                </a:lnTo>
                <a:cubicBezTo>
                  <a:pt x="482587" y="208491"/>
                  <a:pt x="497272" y="242440"/>
                  <a:pt x="501723" y="279410"/>
                </a:cubicBezTo>
                <a:lnTo>
                  <a:pt x="559576" y="279410"/>
                </a:lnTo>
                <a:lnTo>
                  <a:pt x="559576" y="269634"/>
                </a:lnTo>
                <a:cubicBezTo>
                  <a:pt x="559576" y="256393"/>
                  <a:pt x="570346" y="245639"/>
                  <a:pt x="583608" y="245639"/>
                </a:cubicBezTo>
                <a:cubicBezTo>
                  <a:pt x="596869" y="245639"/>
                  <a:pt x="607639" y="256393"/>
                  <a:pt x="607639" y="269634"/>
                </a:cubicBezTo>
                <a:lnTo>
                  <a:pt x="607639" y="337088"/>
                </a:lnTo>
                <a:cubicBezTo>
                  <a:pt x="607639" y="350329"/>
                  <a:pt x="596869" y="361083"/>
                  <a:pt x="583608" y="361083"/>
                </a:cubicBezTo>
                <a:cubicBezTo>
                  <a:pt x="570346" y="361083"/>
                  <a:pt x="559576" y="350329"/>
                  <a:pt x="559576" y="337088"/>
                </a:cubicBezTo>
                <a:lnTo>
                  <a:pt x="559576" y="327312"/>
                </a:lnTo>
                <a:lnTo>
                  <a:pt x="501723" y="327312"/>
                </a:lnTo>
                <a:cubicBezTo>
                  <a:pt x="497272" y="364282"/>
                  <a:pt x="482587" y="398142"/>
                  <a:pt x="460691" y="426047"/>
                </a:cubicBezTo>
                <a:lnTo>
                  <a:pt x="501634" y="467017"/>
                </a:lnTo>
                <a:lnTo>
                  <a:pt x="508576" y="460085"/>
                </a:lnTo>
                <a:cubicBezTo>
                  <a:pt x="517922" y="450753"/>
                  <a:pt x="533142" y="450753"/>
                  <a:pt x="542487" y="460085"/>
                </a:cubicBezTo>
                <a:cubicBezTo>
                  <a:pt x="551922" y="469416"/>
                  <a:pt x="551922" y="484613"/>
                  <a:pt x="542487" y="493945"/>
                </a:cubicBezTo>
                <a:cubicBezTo>
                  <a:pt x="512759" y="523717"/>
                  <a:pt x="518456" y="518029"/>
                  <a:pt x="518990" y="517496"/>
                </a:cubicBezTo>
                <a:cubicBezTo>
                  <a:pt x="518545" y="517940"/>
                  <a:pt x="514272" y="522206"/>
                  <a:pt x="494691" y="541668"/>
                </a:cubicBezTo>
                <a:cubicBezTo>
                  <a:pt x="485346" y="551089"/>
                  <a:pt x="470126" y="551089"/>
                  <a:pt x="460780" y="541668"/>
                </a:cubicBezTo>
                <a:cubicBezTo>
                  <a:pt x="451435" y="532337"/>
                  <a:pt x="451435" y="517140"/>
                  <a:pt x="460780" y="507809"/>
                </a:cubicBezTo>
                <a:lnTo>
                  <a:pt x="467723" y="500877"/>
                </a:lnTo>
                <a:lnTo>
                  <a:pt x="426691" y="459996"/>
                </a:lnTo>
                <a:cubicBezTo>
                  <a:pt x="398744" y="481858"/>
                  <a:pt x="364833" y="496522"/>
                  <a:pt x="327806" y="500966"/>
                </a:cubicBezTo>
                <a:lnTo>
                  <a:pt x="327806" y="558732"/>
                </a:lnTo>
                <a:lnTo>
                  <a:pt x="337597" y="558732"/>
                </a:lnTo>
                <a:cubicBezTo>
                  <a:pt x="350859" y="558732"/>
                  <a:pt x="361628" y="569485"/>
                  <a:pt x="361628" y="582727"/>
                </a:cubicBezTo>
                <a:cubicBezTo>
                  <a:pt x="361628" y="595969"/>
                  <a:pt x="350859" y="606722"/>
                  <a:pt x="337597" y="606722"/>
                </a:cubicBezTo>
                <a:lnTo>
                  <a:pt x="270042" y="606722"/>
                </a:lnTo>
                <a:cubicBezTo>
                  <a:pt x="256780" y="606722"/>
                  <a:pt x="246011" y="595969"/>
                  <a:pt x="246011" y="582727"/>
                </a:cubicBezTo>
                <a:cubicBezTo>
                  <a:pt x="246011" y="569485"/>
                  <a:pt x="256780" y="558732"/>
                  <a:pt x="270042" y="558732"/>
                </a:cubicBezTo>
                <a:lnTo>
                  <a:pt x="279833" y="558732"/>
                </a:lnTo>
                <a:lnTo>
                  <a:pt x="279833" y="500966"/>
                </a:lnTo>
                <a:cubicBezTo>
                  <a:pt x="242806" y="496522"/>
                  <a:pt x="208806" y="481858"/>
                  <a:pt x="180948" y="459996"/>
                </a:cubicBezTo>
                <a:lnTo>
                  <a:pt x="139916" y="500877"/>
                </a:lnTo>
                <a:lnTo>
                  <a:pt x="146859" y="507809"/>
                </a:lnTo>
                <a:cubicBezTo>
                  <a:pt x="156204" y="517140"/>
                  <a:pt x="156204" y="532337"/>
                  <a:pt x="146859" y="541668"/>
                </a:cubicBezTo>
                <a:cubicBezTo>
                  <a:pt x="137424" y="551089"/>
                  <a:pt x="122293" y="551089"/>
                  <a:pt x="112859" y="541668"/>
                </a:cubicBezTo>
                <a:lnTo>
                  <a:pt x="77257" y="506120"/>
                </a:lnTo>
                <a:lnTo>
                  <a:pt x="68534" y="497411"/>
                </a:lnTo>
                <a:lnTo>
                  <a:pt x="65063" y="493945"/>
                </a:lnTo>
                <a:cubicBezTo>
                  <a:pt x="55717" y="484613"/>
                  <a:pt x="55717" y="469416"/>
                  <a:pt x="65063" y="460085"/>
                </a:cubicBezTo>
                <a:cubicBezTo>
                  <a:pt x="74497" y="450753"/>
                  <a:pt x="89628" y="450753"/>
                  <a:pt x="99063" y="460085"/>
                </a:cubicBezTo>
                <a:lnTo>
                  <a:pt x="105916" y="467017"/>
                </a:lnTo>
                <a:lnTo>
                  <a:pt x="146948" y="426047"/>
                </a:lnTo>
                <a:cubicBezTo>
                  <a:pt x="125052" y="398142"/>
                  <a:pt x="110367" y="364282"/>
                  <a:pt x="105916" y="327312"/>
                </a:cubicBezTo>
                <a:lnTo>
                  <a:pt x="47974" y="327312"/>
                </a:lnTo>
                <a:lnTo>
                  <a:pt x="47974" y="337088"/>
                </a:lnTo>
                <a:cubicBezTo>
                  <a:pt x="47974" y="350329"/>
                  <a:pt x="37293" y="361083"/>
                  <a:pt x="24031" y="361083"/>
                </a:cubicBezTo>
                <a:cubicBezTo>
                  <a:pt x="10770" y="361083"/>
                  <a:pt x="0" y="350329"/>
                  <a:pt x="0" y="337088"/>
                </a:cubicBezTo>
                <a:lnTo>
                  <a:pt x="0" y="269634"/>
                </a:lnTo>
                <a:cubicBezTo>
                  <a:pt x="0" y="256393"/>
                  <a:pt x="10770" y="245639"/>
                  <a:pt x="24031" y="245639"/>
                </a:cubicBezTo>
                <a:cubicBezTo>
                  <a:pt x="37293" y="245639"/>
                  <a:pt x="47974" y="256393"/>
                  <a:pt x="47974" y="269634"/>
                </a:cubicBezTo>
                <a:lnTo>
                  <a:pt x="47974" y="279410"/>
                </a:lnTo>
                <a:lnTo>
                  <a:pt x="105916" y="279410"/>
                </a:lnTo>
                <a:cubicBezTo>
                  <a:pt x="110367" y="242440"/>
                  <a:pt x="125052" y="208491"/>
                  <a:pt x="146948" y="180675"/>
                </a:cubicBezTo>
                <a:lnTo>
                  <a:pt x="105916" y="139705"/>
                </a:lnTo>
                <a:lnTo>
                  <a:pt x="99063" y="146637"/>
                </a:lnTo>
                <a:cubicBezTo>
                  <a:pt x="89628" y="155969"/>
                  <a:pt x="74497" y="155969"/>
                  <a:pt x="65063" y="146637"/>
                </a:cubicBezTo>
                <a:cubicBezTo>
                  <a:pt x="55717" y="137217"/>
                  <a:pt x="55717" y="122109"/>
                  <a:pt x="65063" y="112688"/>
                </a:cubicBezTo>
                <a:lnTo>
                  <a:pt x="106450" y="71452"/>
                </a:lnTo>
                <a:lnTo>
                  <a:pt x="112859" y="64965"/>
                </a:lnTo>
                <a:cubicBezTo>
                  <a:pt x="122293" y="55633"/>
                  <a:pt x="137424" y="55633"/>
                  <a:pt x="146859" y="64965"/>
                </a:cubicBezTo>
                <a:cubicBezTo>
                  <a:pt x="156204" y="74385"/>
                  <a:pt x="156204" y="89493"/>
                  <a:pt x="146859" y="98913"/>
                </a:cubicBezTo>
                <a:lnTo>
                  <a:pt x="139916" y="105756"/>
                </a:lnTo>
                <a:lnTo>
                  <a:pt x="180948" y="146726"/>
                </a:lnTo>
                <a:cubicBezTo>
                  <a:pt x="208806" y="124864"/>
                  <a:pt x="242806" y="110200"/>
                  <a:pt x="279833" y="105756"/>
                </a:cubicBezTo>
                <a:lnTo>
                  <a:pt x="279833" y="47901"/>
                </a:lnTo>
                <a:lnTo>
                  <a:pt x="270042" y="47901"/>
                </a:lnTo>
                <a:cubicBezTo>
                  <a:pt x="256780" y="47901"/>
                  <a:pt x="246011" y="37237"/>
                  <a:pt x="246011" y="23995"/>
                </a:cubicBezTo>
                <a:cubicBezTo>
                  <a:pt x="246011" y="10753"/>
                  <a:pt x="256780" y="0"/>
                  <a:pt x="270042" y="0"/>
                </a:cubicBezTo>
                <a:close/>
              </a:path>
            </a:pathLst>
          </a:cu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rmAutofit fontScale="40000" lnSpcReduction="20000"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日期占位符 4"/>
          <p:cNvSpPr>
            <a:spLocks noGrp="1"/>
          </p:cNvSpPr>
          <p:nvPr>
            <p:ph type="dt" idx="2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i="1" spc="300">
                <a:solidFill>
                  <a:schemeClr val="accent1"/>
                </a:solidFill>
                <a:latin typeface="+mn-ea"/>
                <a:ea typeface="+mn-ea"/>
                <a:cs typeface="+mn-ea"/>
              </a:rPr>
              <a:t>止于至善</a:t>
            </a:r>
            <a:endParaRPr spc="3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4" name="灯片编号占位符 7"/>
          <p:cNvSpPr>
            <a:spLocks noGrp="1"/>
          </p:cNvSpPr>
          <p:nvPr>
            <p:ph type="sldNum" idx="28"/>
          </p:nvPr>
        </p:nvSpPr>
        <p:spPr>
          <a:xfrm>
            <a:off x="8775700" y="6235702"/>
            <a:ext cx="2743200" cy="365125"/>
          </a:xfrm>
        </p:spPr>
        <p:txBody>
          <a:bodyPr/>
          <a:lstStyle/>
          <a:p>
            <a:fld id="{C79ECAFE-A460-4E13-ABCB-32CAE6136244}" type="slidenum">
              <a:rPr/>
            </a:fld>
            <a:endParaRPr/>
          </a:p>
        </p:txBody>
      </p:sp>
      <p:sp>
        <p:nvSpPr>
          <p:cNvPr id="15" name="文本框 14"/>
          <p:cNvSpPr>
            <a:spLocks noGrp="1"/>
          </p:cNvSpPr>
          <p:nvPr/>
        </p:nvSpPr>
        <p:spPr>
          <a:xfrm>
            <a:off x="4104640" y="852965"/>
            <a:ext cx="3982720" cy="1107996"/>
          </a:xfrm>
          <a:prstGeom prst="rect">
            <a:avLst/>
          </a:prstGeom>
          <a:noFill/>
        </p:spPr>
        <p:txBody>
          <a:bodyPr wrap="square" lIns="90000">
            <a:spAutoFit/>
          </a:bodyPr>
          <a:lstStyle/>
          <a:p>
            <a:pPr algn="ctr">
              <a:buNone/>
            </a:pPr>
            <a:r>
              <a:rPr sz="6600" i="1">
                <a:solidFill>
                  <a:schemeClr val="bg1">
                    <a:lumMod val="95000"/>
                  </a:schemeClr>
                </a:solidFill>
              </a:rPr>
              <a:t>Our team</a:t>
            </a:r>
            <a:endParaRPr sz="6600" i="1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6" name="文本占位符 26"/>
          <p:cNvSpPr>
            <a:spLocks noGrp="1"/>
          </p:cNvSpPr>
          <p:nvPr>
            <p:ph type="body" idx="29" hasCustomPrompt="1"/>
          </p:nvPr>
        </p:nvSpPr>
        <p:spPr>
          <a:xfrm>
            <a:off x="4104640" y="1593828"/>
            <a:ext cx="3982720" cy="584775"/>
          </a:xfrm>
        </p:spPr>
        <p:txBody>
          <a:bodyPr lIns="90000">
            <a:sp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>
              <a:buNone/>
            </a:pPr>
            <a:r>
              <a:t>请输入你的团队名</a:t>
            </a:r>
          </a:p>
        </p:txBody>
      </p:sp>
      <p:sp>
        <p:nvSpPr>
          <p:cNvPr id="17" name="文本占位符 28"/>
          <p:cNvSpPr>
            <a:spLocks noGrp="1"/>
          </p:cNvSpPr>
          <p:nvPr>
            <p:ph type="body" idx="30" hasCustomPrompt="1"/>
          </p:nvPr>
        </p:nvSpPr>
        <p:spPr>
          <a:xfrm>
            <a:off x="682883" y="2295279"/>
            <a:ext cx="10826234" cy="425698"/>
          </a:xfrm>
        </p:spPr>
        <p:txBody>
          <a:bodyPr wrap="square" lIns="90000">
            <a:normAutofit/>
          </a:bodyPr>
          <a:lstStyle>
            <a:lvl1pPr marL="0" indent="0" algn="ctr">
              <a:buNone/>
              <a:defRPr sz="1800"/>
            </a:lvl1pPr>
          </a:lstStyle>
          <a:p>
            <a:pPr lvl="0">
              <a:buNone/>
            </a:pPr>
            <a:r>
              <a:t>请输入你的团队介绍</a:t>
            </a:r>
          </a:p>
        </p:txBody>
      </p:sp>
      <p:sp>
        <p:nvSpPr>
          <p:cNvPr id="33" name="文本占位符 11"/>
          <p:cNvSpPr>
            <a:spLocks noGrp="1"/>
          </p:cNvSpPr>
          <p:nvPr>
            <p:ph type="body" idx="22" hasCustomPrompt="1"/>
          </p:nvPr>
        </p:nvSpPr>
        <p:spPr>
          <a:xfrm>
            <a:off x="660322" y="5732617"/>
            <a:ext cx="2712258" cy="40011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>
              <a:buNone/>
            </a:pPr>
            <a:r>
              <a:t>简单介绍一下</a:t>
            </a:r>
            <a:r>
              <a:t>ta</a:t>
            </a:r>
          </a:p>
        </p:txBody>
      </p:sp>
      <p:sp>
        <p:nvSpPr>
          <p:cNvPr id="34" name="文本占位符 11"/>
          <p:cNvSpPr>
            <a:spLocks noGrp="1"/>
          </p:cNvSpPr>
          <p:nvPr>
            <p:ph type="body" idx="36" hasCustomPrompt="1"/>
          </p:nvPr>
        </p:nvSpPr>
        <p:spPr>
          <a:xfrm>
            <a:off x="660400" y="5327590"/>
            <a:ext cx="2712258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>
              <a:buNone/>
            </a:pPr>
            <a:r>
              <a:t>团队成员</a:t>
            </a:r>
            <a:r>
              <a:t>1</a:t>
            </a:r>
          </a:p>
        </p:txBody>
      </p:sp>
      <p:sp>
        <p:nvSpPr>
          <p:cNvPr id="41" name="文本占位符 11"/>
          <p:cNvSpPr>
            <a:spLocks noGrp="1"/>
          </p:cNvSpPr>
          <p:nvPr>
            <p:ph type="body" idx="37" hasCustomPrompt="1"/>
          </p:nvPr>
        </p:nvSpPr>
        <p:spPr>
          <a:xfrm>
            <a:off x="3382047" y="5732616"/>
            <a:ext cx="2712258" cy="4014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>
              <a:buNone/>
            </a:pPr>
            <a:r>
              <a:t>简单介绍一下</a:t>
            </a:r>
            <a:r>
              <a:t>ta</a:t>
            </a:r>
          </a:p>
        </p:txBody>
      </p:sp>
      <p:sp>
        <p:nvSpPr>
          <p:cNvPr id="42" name="文本占位符 11"/>
          <p:cNvSpPr>
            <a:spLocks noGrp="1"/>
          </p:cNvSpPr>
          <p:nvPr>
            <p:ph type="body" idx="38" hasCustomPrompt="1"/>
          </p:nvPr>
        </p:nvSpPr>
        <p:spPr>
          <a:xfrm>
            <a:off x="3382125" y="5327590"/>
            <a:ext cx="2712258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>
              <a:buNone/>
            </a:pPr>
            <a:r>
              <a:t>团队成员</a:t>
            </a:r>
            <a:r>
              <a:t>2</a:t>
            </a:r>
          </a:p>
        </p:txBody>
      </p:sp>
      <p:sp>
        <p:nvSpPr>
          <p:cNvPr id="43" name="文本占位符 11"/>
          <p:cNvSpPr>
            <a:spLocks noGrp="1"/>
          </p:cNvSpPr>
          <p:nvPr>
            <p:ph type="body" idx="39" hasCustomPrompt="1"/>
          </p:nvPr>
        </p:nvSpPr>
        <p:spPr>
          <a:xfrm>
            <a:off x="6103772" y="5732616"/>
            <a:ext cx="2712258" cy="4014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>
              <a:buNone/>
            </a:pPr>
            <a:r>
              <a:t>简单介绍一下</a:t>
            </a:r>
            <a:r>
              <a:t>ta</a:t>
            </a:r>
          </a:p>
        </p:txBody>
      </p:sp>
      <p:sp>
        <p:nvSpPr>
          <p:cNvPr id="44" name="文本占位符 11"/>
          <p:cNvSpPr>
            <a:spLocks noGrp="1"/>
          </p:cNvSpPr>
          <p:nvPr>
            <p:ph type="body" idx="40" hasCustomPrompt="1"/>
          </p:nvPr>
        </p:nvSpPr>
        <p:spPr>
          <a:xfrm>
            <a:off x="6103850" y="5327590"/>
            <a:ext cx="2712258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>
              <a:buNone/>
            </a:pPr>
            <a:r>
              <a:t>团队成员</a:t>
            </a:r>
            <a:r>
              <a:t>3</a:t>
            </a:r>
          </a:p>
        </p:txBody>
      </p:sp>
      <p:sp>
        <p:nvSpPr>
          <p:cNvPr id="45" name="文本占位符 11"/>
          <p:cNvSpPr>
            <a:spLocks noGrp="1"/>
          </p:cNvSpPr>
          <p:nvPr>
            <p:ph type="body" idx="41" hasCustomPrompt="1"/>
          </p:nvPr>
        </p:nvSpPr>
        <p:spPr>
          <a:xfrm>
            <a:off x="8825497" y="5732616"/>
            <a:ext cx="2693323" cy="40011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>
              <a:buNone/>
            </a:pPr>
            <a:r>
              <a:t>简单介绍一下</a:t>
            </a:r>
            <a:r>
              <a:t>ta</a:t>
            </a:r>
          </a:p>
        </p:txBody>
      </p:sp>
      <p:sp>
        <p:nvSpPr>
          <p:cNvPr id="46" name="文本占位符 11"/>
          <p:cNvSpPr>
            <a:spLocks noGrp="1"/>
          </p:cNvSpPr>
          <p:nvPr>
            <p:ph type="body" idx="42" hasCustomPrompt="1"/>
          </p:nvPr>
        </p:nvSpPr>
        <p:spPr>
          <a:xfrm>
            <a:off x="8825575" y="5327590"/>
            <a:ext cx="2693323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>
              <a:buNone/>
            </a:pPr>
            <a:r>
              <a:t>团队成员</a:t>
            </a:r>
            <a:r>
              <a:t>4</a:t>
            </a:r>
          </a:p>
        </p:txBody>
      </p:sp>
      <p:sp>
        <p:nvSpPr>
          <p:cNvPr id="55" name="图片占位符 54"/>
          <p:cNvSpPr>
            <a:spLocks noGrp="1"/>
          </p:cNvSpPr>
          <p:nvPr>
            <p:ph type="pic" idx="43"/>
          </p:nvPr>
        </p:nvSpPr>
        <p:spPr>
          <a:xfrm>
            <a:off x="3382047" y="3062205"/>
            <a:ext cx="2702712" cy="2106578"/>
          </a:xfrm>
          <a:custGeom>
            <a:avLst/>
            <a:gdLst>
              <a:gd name="connsiteX0" fmla="*/ 0 w 2712258"/>
              <a:gd name="connsiteY0" fmla="*/ 0 h 2106578"/>
              <a:gd name="connsiteX1" fmla="*/ 2712258 w 2712258"/>
              <a:gd name="connsiteY1" fmla="*/ 0 h 2106578"/>
              <a:gd name="connsiteX2" fmla="*/ 2712258 w 2712258"/>
              <a:gd name="connsiteY2" fmla="*/ 2106578 h 2106578"/>
              <a:gd name="connsiteX3" fmla="*/ 0 w 2712258"/>
              <a:gd name="connsiteY3" fmla="*/ 2106578 h 2106578"/>
            </a:gdLst>
            <a:ahLst/>
            <a:cxnLst/>
            <a:rect l="l" t="t" r="r" b="b"/>
            <a:pathLst>
              <a:path w="2712258" h="2106578">
                <a:moveTo>
                  <a:pt x="0" y="0"/>
                </a:moveTo>
                <a:lnTo>
                  <a:pt x="2712258" y="0"/>
                </a:lnTo>
                <a:lnTo>
                  <a:pt x="2712258" y="2106578"/>
                </a:lnTo>
                <a:lnTo>
                  <a:pt x="0" y="210657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/>
        </p:txBody>
      </p:sp>
      <p:sp>
        <p:nvSpPr>
          <p:cNvPr id="56" name="图片占位符 55"/>
          <p:cNvSpPr>
            <a:spLocks noGrp="1"/>
          </p:cNvSpPr>
          <p:nvPr>
            <p:ph type="pic" idx="44"/>
          </p:nvPr>
        </p:nvSpPr>
        <p:spPr>
          <a:xfrm>
            <a:off x="6094226" y="3062205"/>
            <a:ext cx="2702712" cy="2106578"/>
          </a:xfrm>
          <a:custGeom>
            <a:avLst/>
            <a:gdLst>
              <a:gd name="connsiteX0" fmla="*/ 0 w 2712258"/>
              <a:gd name="connsiteY0" fmla="*/ 0 h 2106578"/>
              <a:gd name="connsiteX1" fmla="*/ 2712258 w 2712258"/>
              <a:gd name="connsiteY1" fmla="*/ 0 h 2106578"/>
              <a:gd name="connsiteX2" fmla="*/ 2712258 w 2712258"/>
              <a:gd name="connsiteY2" fmla="*/ 2106578 h 2106578"/>
              <a:gd name="connsiteX3" fmla="*/ 0 w 2712258"/>
              <a:gd name="connsiteY3" fmla="*/ 2106578 h 2106578"/>
            </a:gdLst>
            <a:ahLst/>
            <a:cxnLst/>
            <a:rect l="l" t="t" r="r" b="b"/>
            <a:pathLst>
              <a:path w="2712258" h="2106578">
                <a:moveTo>
                  <a:pt x="0" y="0"/>
                </a:moveTo>
                <a:lnTo>
                  <a:pt x="2712258" y="0"/>
                </a:lnTo>
                <a:lnTo>
                  <a:pt x="2712258" y="2106578"/>
                </a:lnTo>
                <a:lnTo>
                  <a:pt x="0" y="210657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/>
        </p:txBody>
      </p:sp>
      <p:sp>
        <p:nvSpPr>
          <p:cNvPr id="57" name="图片占位符 56"/>
          <p:cNvSpPr>
            <a:spLocks noGrp="1"/>
          </p:cNvSpPr>
          <p:nvPr>
            <p:ph type="pic" idx="45"/>
          </p:nvPr>
        </p:nvSpPr>
        <p:spPr>
          <a:xfrm>
            <a:off x="8806405" y="3062205"/>
            <a:ext cx="2702712" cy="2106578"/>
          </a:xfrm>
          <a:custGeom>
            <a:avLst/>
            <a:gdLst>
              <a:gd name="connsiteX0" fmla="*/ 0 w 2712258"/>
              <a:gd name="connsiteY0" fmla="*/ 0 h 2106578"/>
              <a:gd name="connsiteX1" fmla="*/ 2712258 w 2712258"/>
              <a:gd name="connsiteY1" fmla="*/ 0 h 2106578"/>
              <a:gd name="connsiteX2" fmla="*/ 2712258 w 2712258"/>
              <a:gd name="connsiteY2" fmla="*/ 2106578 h 2106578"/>
              <a:gd name="connsiteX3" fmla="*/ 0 w 2712258"/>
              <a:gd name="connsiteY3" fmla="*/ 2106578 h 2106578"/>
            </a:gdLst>
            <a:ahLst/>
            <a:cxnLst/>
            <a:rect l="l" t="t" r="r" b="b"/>
            <a:pathLst>
              <a:path w="2712258" h="2106578">
                <a:moveTo>
                  <a:pt x="0" y="0"/>
                </a:moveTo>
                <a:lnTo>
                  <a:pt x="2712258" y="0"/>
                </a:lnTo>
                <a:lnTo>
                  <a:pt x="2712258" y="2106578"/>
                </a:lnTo>
                <a:lnTo>
                  <a:pt x="0" y="210657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/>
        </p:txBody>
      </p:sp>
      <p:sp>
        <p:nvSpPr>
          <p:cNvPr id="27" name="直接连接符 26"/>
          <p:cNvSpPr>
            <a:spLocks noGrp="1"/>
          </p:cNvSpPr>
          <p:nvPr/>
        </p:nv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（主副标题）">
    <p:spTree>
      <p:nvGrpSpPr>
        <p:cNvPr id="1" name=""/>
        <p:cNvGrpSpPr/>
        <p:nvPr/>
      </p:nvGrpSpPr>
      <p:grpSpPr/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2">
            <a:alphaModFix amt="5000"/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8" name="文本占位符 67"/>
          <p:cNvSpPr>
            <a:spLocks noGrp="1"/>
          </p:cNvSpPr>
          <p:nvPr>
            <p:ph type="body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  <a:cs typeface="+mj-ea"/>
              </a:defRPr>
            </a:lvl1pPr>
          </a:lstStyle>
          <a:p>
            <a:pPr lvl="0">
              <a:buNone/>
            </a:pPr>
            <a:r>
              <a:t>请输入你的章节标题</a:t>
            </a:r>
          </a:p>
        </p:txBody>
      </p:sp>
      <p:sp>
        <p:nvSpPr>
          <p:cNvPr id="69" name="文本占位符 67"/>
          <p:cNvSpPr>
            <a:spLocks noGrp="1"/>
          </p:cNvSpPr>
          <p:nvPr>
            <p:ph type="body" idx="12" hasCustomPrompt="1"/>
          </p:nvPr>
        </p:nvSpPr>
        <p:spPr>
          <a:xfrm>
            <a:off x="3950574" y="1119503"/>
            <a:ext cx="4290852" cy="585866"/>
          </a:xfrm>
          <a:prstGeom prst="rect">
            <a:avLst/>
          </a:prstGeom>
        </p:spPr>
        <p:txBody>
          <a:bodyPr lIns="90000" bIns="46800">
            <a:sp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1"/>
                </a:solidFill>
                <a:latin typeface="+mj-ea"/>
                <a:ea typeface="+mj-ea"/>
                <a:cs typeface="+mj-ea"/>
              </a:defRPr>
            </a:lvl1pPr>
          </a:lstStyle>
          <a:p>
            <a:pPr lvl="0">
              <a:buNone/>
            </a:pPr>
            <a:r>
              <a:t>请输入你的主标题</a:t>
            </a:r>
          </a:p>
        </p:txBody>
      </p:sp>
      <p:sp>
        <p:nvSpPr>
          <p:cNvPr id="72" name="文本占位符 67"/>
          <p:cNvSpPr>
            <a:spLocks noGrp="1"/>
          </p:cNvSpPr>
          <p:nvPr>
            <p:ph type="body" idx="13" hasCustomPrompt="1"/>
          </p:nvPr>
        </p:nvSpPr>
        <p:spPr>
          <a:xfrm>
            <a:off x="3950574" y="1740158"/>
            <a:ext cx="4290852" cy="462755"/>
          </a:xfrm>
          <a:prstGeom prst="rect">
            <a:avLst/>
          </a:prstGeom>
        </p:spPr>
        <p:txBody>
          <a:bodyPr lIns="90000" bIns="46800">
            <a:sp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  <a:latin typeface="+mj-ea"/>
                <a:ea typeface="+mj-ea"/>
                <a:cs typeface="+mj-ea"/>
              </a:defRPr>
            </a:lvl1pPr>
          </a:lstStyle>
          <a:p>
            <a:pPr lvl="0">
              <a:buNone/>
            </a:pPr>
            <a:r>
              <a:t>请输入你的副标题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4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i="1" spc="300">
                <a:solidFill>
                  <a:schemeClr val="accent1"/>
                </a:solidFill>
                <a:latin typeface="+mn-ea"/>
                <a:ea typeface="+mn-ea"/>
                <a:cs typeface="+mn-ea"/>
              </a:rPr>
              <a:t>止于至善</a:t>
            </a:r>
            <a:endParaRPr spc="3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idx="16"/>
          </p:nvPr>
        </p:nvSpPr>
        <p:spPr/>
        <p:txBody>
          <a:bodyPr/>
          <a:lstStyle/>
          <a:p>
            <a:fld id="{C79ECAFE-A460-4E13-ABCB-32CAE6136244}" type="slidenum">
              <a:rPr/>
            </a:fld>
            <a:endParaRPr/>
          </a:p>
        </p:txBody>
      </p:sp>
      <p:sp>
        <p:nvSpPr>
          <p:cNvPr id="19" name="íṥļîḓê"/>
          <p:cNvSpPr>
            <a:spLocks noGrp="1"/>
          </p:cNvSpPr>
          <p:nvPr/>
        </p:nvSpPr>
        <p:spPr>
          <a:xfrm>
            <a:off x="660400" y="344681"/>
            <a:ext cx="384771" cy="384771"/>
          </a:xfrm>
          <a:prstGeom prst="ellipse">
            <a:avLst/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rmAutofit fontScale="77500" lnSpcReduction="20000"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0" name="íṥlíḓê"/>
          <p:cNvSpPr>
            <a:spLocks noGrp="1"/>
          </p:cNvSpPr>
          <p:nvPr/>
        </p:nvSpPr>
        <p:spPr>
          <a:xfrm>
            <a:off x="695973" y="380253"/>
            <a:ext cx="313624" cy="31362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 fontScale="55000" lnSpcReduction="20000"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" name="ïśļiḑé"/>
          <p:cNvSpPr>
            <a:spLocks noGrp="1"/>
          </p:cNvSpPr>
          <p:nvPr/>
        </p:nvSpPr>
        <p:spPr>
          <a:xfrm>
            <a:off x="756336" y="440762"/>
            <a:ext cx="192896" cy="192603"/>
          </a:xfrm>
          <a:custGeom>
            <a:avLst/>
            <a:gdLst>
              <a:gd name="connsiteX0" fmla="*/ 347041 w 607639"/>
              <a:gd name="connsiteY0" fmla="*/ 313875 h 606722"/>
              <a:gd name="connsiteX1" fmla="*/ 379713 w 607639"/>
              <a:gd name="connsiteY1" fmla="*/ 346512 h 606722"/>
              <a:gd name="connsiteX2" fmla="*/ 347041 w 607639"/>
              <a:gd name="connsiteY2" fmla="*/ 379149 h 606722"/>
              <a:gd name="connsiteX3" fmla="*/ 314369 w 607639"/>
              <a:gd name="connsiteY3" fmla="*/ 346512 h 606722"/>
              <a:gd name="connsiteX4" fmla="*/ 347041 w 607639"/>
              <a:gd name="connsiteY4" fmla="*/ 313875 h 606722"/>
              <a:gd name="connsiteX5" fmla="*/ 260563 w 607639"/>
              <a:gd name="connsiteY5" fmla="*/ 213037 h 606722"/>
              <a:gd name="connsiteX6" fmla="*/ 313452 w 607639"/>
              <a:gd name="connsiteY6" fmla="*/ 265856 h 606722"/>
              <a:gd name="connsiteX7" fmla="*/ 260563 w 607639"/>
              <a:gd name="connsiteY7" fmla="*/ 318675 h 606722"/>
              <a:gd name="connsiteX8" fmla="*/ 207674 w 607639"/>
              <a:gd name="connsiteY8" fmla="*/ 265856 h 606722"/>
              <a:gd name="connsiteX9" fmla="*/ 260563 w 607639"/>
              <a:gd name="connsiteY9" fmla="*/ 213037 h 606722"/>
              <a:gd name="connsiteX10" fmla="*/ 303775 w 607639"/>
              <a:gd name="connsiteY10" fmla="*/ 152236 h 606722"/>
              <a:gd name="connsiteX11" fmla="*/ 152466 w 607639"/>
              <a:gd name="connsiteY11" fmla="*/ 303317 h 606722"/>
              <a:gd name="connsiteX12" fmla="*/ 303775 w 607639"/>
              <a:gd name="connsiteY12" fmla="*/ 454486 h 606722"/>
              <a:gd name="connsiteX13" fmla="*/ 455173 w 607639"/>
              <a:gd name="connsiteY13" fmla="*/ 303317 h 606722"/>
              <a:gd name="connsiteX14" fmla="*/ 303775 w 607639"/>
              <a:gd name="connsiteY14" fmla="*/ 152236 h 606722"/>
              <a:gd name="connsiteX15" fmla="*/ 270042 w 607639"/>
              <a:gd name="connsiteY15" fmla="*/ 0 h 606722"/>
              <a:gd name="connsiteX16" fmla="*/ 337597 w 607639"/>
              <a:gd name="connsiteY16" fmla="*/ 0 h 606722"/>
              <a:gd name="connsiteX17" fmla="*/ 361628 w 607639"/>
              <a:gd name="connsiteY17" fmla="*/ 23995 h 606722"/>
              <a:gd name="connsiteX18" fmla="*/ 337597 w 607639"/>
              <a:gd name="connsiteY18" fmla="*/ 47901 h 606722"/>
              <a:gd name="connsiteX19" fmla="*/ 327806 w 607639"/>
              <a:gd name="connsiteY19" fmla="*/ 47901 h 606722"/>
              <a:gd name="connsiteX20" fmla="*/ 327806 w 607639"/>
              <a:gd name="connsiteY20" fmla="*/ 105756 h 606722"/>
              <a:gd name="connsiteX21" fmla="*/ 426691 w 607639"/>
              <a:gd name="connsiteY21" fmla="*/ 146726 h 606722"/>
              <a:gd name="connsiteX22" fmla="*/ 467723 w 607639"/>
              <a:gd name="connsiteY22" fmla="*/ 105756 h 606722"/>
              <a:gd name="connsiteX23" fmla="*/ 460780 w 607639"/>
              <a:gd name="connsiteY23" fmla="*/ 98913 h 606722"/>
              <a:gd name="connsiteX24" fmla="*/ 460780 w 607639"/>
              <a:gd name="connsiteY24" fmla="*/ 64965 h 606722"/>
              <a:gd name="connsiteX25" fmla="*/ 494691 w 607639"/>
              <a:gd name="connsiteY25" fmla="*/ 64965 h 606722"/>
              <a:gd name="connsiteX26" fmla="*/ 530382 w 607639"/>
              <a:gd name="connsiteY26" fmla="*/ 100602 h 606722"/>
              <a:gd name="connsiteX27" fmla="*/ 531094 w 607639"/>
              <a:gd name="connsiteY27" fmla="*/ 101313 h 606722"/>
              <a:gd name="connsiteX28" fmla="*/ 537414 w 607639"/>
              <a:gd name="connsiteY28" fmla="*/ 107534 h 606722"/>
              <a:gd name="connsiteX29" fmla="*/ 537770 w 607639"/>
              <a:gd name="connsiteY29" fmla="*/ 107978 h 606722"/>
              <a:gd name="connsiteX30" fmla="*/ 537948 w 607639"/>
              <a:gd name="connsiteY30" fmla="*/ 108156 h 606722"/>
              <a:gd name="connsiteX31" fmla="*/ 538482 w 607639"/>
              <a:gd name="connsiteY31" fmla="*/ 108689 h 606722"/>
              <a:gd name="connsiteX32" fmla="*/ 538215 w 607639"/>
              <a:gd name="connsiteY32" fmla="*/ 108423 h 606722"/>
              <a:gd name="connsiteX33" fmla="*/ 538749 w 607639"/>
              <a:gd name="connsiteY33" fmla="*/ 108867 h 606722"/>
              <a:gd name="connsiteX34" fmla="*/ 539105 w 607639"/>
              <a:gd name="connsiteY34" fmla="*/ 109311 h 606722"/>
              <a:gd name="connsiteX35" fmla="*/ 542487 w 607639"/>
              <a:gd name="connsiteY35" fmla="*/ 112688 h 606722"/>
              <a:gd name="connsiteX36" fmla="*/ 542487 w 607639"/>
              <a:gd name="connsiteY36" fmla="*/ 146637 h 606722"/>
              <a:gd name="connsiteX37" fmla="*/ 508576 w 607639"/>
              <a:gd name="connsiteY37" fmla="*/ 146637 h 606722"/>
              <a:gd name="connsiteX38" fmla="*/ 501634 w 607639"/>
              <a:gd name="connsiteY38" fmla="*/ 139705 h 606722"/>
              <a:gd name="connsiteX39" fmla="*/ 460691 w 607639"/>
              <a:gd name="connsiteY39" fmla="*/ 180675 h 606722"/>
              <a:gd name="connsiteX40" fmla="*/ 501723 w 607639"/>
              <a:gd name="connsiteY40" fmla="*/ 279410 h 606722"/>
              <a:gd name="connsiteX41" fmla="*/ 559576 w 607639"/>
              <a:gd name="connsiteY41" fmla="*/ 279410 h 606722"/>
              <a:gd name="connsiteX42" fmla="*/ 559576 w 607639"/>
              <a:gd name="connsiteY42" fmla="*/ 269634 h 606722"/>
              <a:gd name="connsiteX43" fmla="*/ 583608 w 607639"/>
              <a:gd name="connsiteY43" fmla="*/ 245639 h 606722"/>
              <a:gd name="connsiteX44" fmla="*/ 607639 w 607639"/>
              <a:gd name="connsiteY44" fmla="*/ 269634 h 606722"/>
              <a:gd name="connsiteX45" fmla="*/ 607639 w 607639"/>
              <a:gd name="connsiteY45" fmla="*/ 337088 h 606722"/>
              <a:gd name="connsiteX46" fmla="*/ 583608 w 607639"/>
              <a:gd name="connsiteY46" fmla="*/ 361083 h 606722"/>
              <a:gd name="connsiteX47" fmla="*/ 559576 w 607639"/>
              <a:gd name="connsiteY47" fmla="*/ 337088 h 606722"/>
              <a:gd name="connsiteX48" fmla="*/ 559576 w 607639"/>
              <a:gd name="connsiteY48" fmla="*/ 327312 h 606722"/>
              <a:gd name="connsiteX49" fmla="*/ 501723 w 607639"/>
              <a:gd name="connsiteY49" fmla="*/ 327312 h 606722"/>
              <a:gd name="connsiteX50" fmla="*/ 460691 w 607639"/>
              <a:gd name="connsiteY50" fmla="*/ 426047 h 606722"/>
              <a:gd name="connsiteX51" fmla="*/ 501634 w 607639"/>
              <a:gd name="connsiteY51" fmla="*/ 467017 h 606722"/>
              <a:gd name="connsiteX52" fmla="*/ 508576 w 607639"/>
              <a:gd name="connsiteY52" fmla="*/ 460085 h 606722"/>
              <a:gd name="connsiteX53" fmla="*/ 542487 w 607639"/>
              <a:gd name="connsiteY53" fmla="*/ 460085 h 606722"/>
              <a:gd name="connsiteX54" fmla="*/ 542487 w 607639"/>
              <a:gd name="connsiteY54" fmla="*/ 493945 h 606722"/>
              <a:gd name="connsiteX55" fmla="*/ 518990 w 607639"/>
              <a:gd name="connsiteY55" fmla="*/ 517496 h 606722"/>
              <a:gd name="connsiteX56" fmla="*/ 494691 w 607639"/>
              <a:gd name="connsiteY56" fmla="*/ 541668 h 606722"/>
              <a:gd name="connsiteX57" fmla="*/ 460780 w 607639"/>
              <a:gd name="connsiteY57" fmla="*/ 541668 h 606722"/>
              <a:gd name="connsiteX58" fmla="*/ 460780 w 607639"/>
              <a:gd name="connsiteY58" fmla="*/ 507809 h 606722"/>
              <a:gd name="connsiteX59" fmla="*/ 467723 w 607639"/>
              <a:gd name="connsiteY59" fmla="*/ 500877 h 606722"/>
              <a:gd name="connsiteX60" fmla="*/ 426691 w 607639"/>
              <a:gd name="connsiteY60" fmla="*/ 459996 h 606722"/>
              <a:gd name="connsiteX61" fmla="*/ 327806 w 607639"/>
              <a:gd name="connsiteY61" fmla="*/ 500966 h 606722"/>
              <a:gd name="connsiteX62" fmla="*/ 327806 w 607639"/>
              <a:gd name="connsiteY62" fmla="*/ 558732 h 606722"/>
              <a:gd name="connsiteX63" fmla="*/ 337597 w 607639"/>
              <a:gd name="connsiteY63" fmla="*/ 558732 h 606722"/>
              <a:gd name="connsiteX64" fmla="*/ 361628 w 607639"/>
              <a:gd name="connsiteY64" fmla="*/ 582727 h 606722"/>
              <a:gd name="connsiteX65" fmla="*/ 337597 w 607639"/>
              <a:gd name="connsiteY65" fmla="*/ 606722 h 606722"/>
              <a:gd name="connsiteX66" fmla="*/ 270042 w 607639"/>
              <a:gd name="connsiteY66" fmla="*/ 606722 h 606722"/>
              <a:gd name="connsiteX67" fmla="*/ 246011 w 607639"/>
              <a:gd name="connsiteY67" fmla="*/ 582727 h 606722"/>
              <a:gd name="connsiteX68" fmla="*/ 270042 w 607639"/>
              <a:gd name="connsiteY68" fmla="*/ 558732 h 606722"/>
              <a:gd name="connsiteX69" fmla="*/ 279833 w 607639"/>
              <a:gd name="connsiteY69" fmla="*/ 558732 h 606722"/>
              <a:gd name="connsiteX70" fmla="*/ 279833 w 607639"/>
              <a:gd name="connsiteY70" fmla="*/ 500966 h 606722"/>
              <a:gd name="connsiteX71" fmla="*/ 180948 w 607639"/>
              <a:gd name="connsiteY71" fmla="*/ 459996 h 606722"/>
              <a:gd name="connsiteX72" fmla="*/ 139916 w 607639"/>
              <a:gd name="connsiteY72" fmla="*/ 500877 h 606722"/>
              <a:gd name="connsiteX73" fmla="*/ 146859 w 607639"/>
              <a:gd name="connsiteY73" fmla="*/ 507809 h 606722"/>
              <a:gd name="connsiteX74" fmla="*/ 146859 w 607639"/>
              <a:gd name="connsiteY74" fmla="*/ 541668 h 606722"/>
              <a:gd name="connsiteX75" fmla="*/ 112859 w 607639"/>
              <a:gd name="connsiteY75" fmla="*/ 541668 h 606722"/>
              <a:gd name="connsiteX76" fmla="*/ 77257 w 607639"/>
              <a:gd name="connsiteY76" fmla="*/ 506120 h 606722"/>
              <a:gd name="connsiteX77" fmla="*/ 68534 w 607639"/>
              <a:gd name="connsiteY77" fmla="*/ 497411 h 606722"/>
              <a:gd name="connsiteX78" fmla="*/ 65063 w 607639"/>
              <a:gd name="connsiteY78" fmla="*/ 493945 h 606722"/>
              <a:gd name="connsiteX79" fmla="*/ 65063 w 607639"/>
              <a:gd name="connsiteY79" fmla="*/ 460085 h 606722"/>
              <a:gd name="connsiteX80" fmla="*/ 99063 w 607639"/>
              <a:gd name="connsiteY80" fmla="*/ 460085 h 606722"/>
              <a:gd name="connsiteX81" fmla="*/ 105916 w 607639"/>
              <a:gd name="connsiteY81" fmla="*/ 467017 h 606722"/>
              <a:gd name="connsiteX82" fmla="*/ 146948 w 607639"/>
              <a:gd name="connsiteY82" fmla="*/ 426047 h 606722"/>
              <a:gd name="connsiteX83" fmla="*/ 105916 w 607639"/>
              <a:gd name="connsiteY83" fmla="*/ 327312 h 606722"/>
              <a:gd name="connsiteX84" fmla="*/ 47974 w 607639"/>
              <a:gd name="connsiteY84" fmla="*/ 327312 h 606722"/>
              <a:gd name="connsiteX85" fmla="*/ 47974 w 607639"/>
              <a:gd name="connsiteY85" fmla="*/ 337088 h 606722"/>
              <a:gd name="connsiteX86" fmla="*/ 24031 w 607639"/>
              <a:gd name="connsiteY86" fmla="*/ 361083 h 606722"/>
              <a:gd name="connsiteX87" fmla="*/ 0 w 607639"/>
              <a:gd name="connsiteY87" fmla="*/ 337088 h 606722"/>
              <a:gd name="connsiteX88" fmla="*/ 0 w 607639"/>
              <a:gd name="connsiteY88" fmla="*/ 269634 h 606722"/>
              <a:gd name="connsiteX89" fmla="*/ 24031 w 607639"/>
              <a:gd name="connsiteY89" fmla="*/ 245639 h 606722"/>
              <a:gd name="connsiteX90" fmla="*/ 47974 w 607639"/>
              <a:gd name="connsiteY90" fmla="*/ 269634 h 606722"/>
              <a:gd name="connsiteX91" fmla="*/ 47974 w 607639"/>
              <a:gd name="connsiteY91" fmla="*/ 279410 h 606722"/>
              <a:gd name="connsiteX92" fmla="*/ 105916 w 607639"/>
              <a:gd name="connsiteY92" fmla="*/ 279410 h 606722"/>
              <a:gd name="connsiteX93" fmla="*/ 146948 w 607639"/>
              <a:gd name="connsiteY93" fmla="*/ 180675 h 606722"/>
              <a:gd name="connsiteX94" fmla="*/ 105916 w 607639"/>
              <a:gd name="connsiteY94" fmla="*/ 139705 h 606722"/>
              <a:gd name="connsiteX95" fmla="*/ 99063 w 607639"/>
              <a:gd name="connsiteY95" fmla="*/ 146637 h 606722"/>
              <a:gd name="connsiteX96" fmla="*/ 65063 w 607639"/>
              <a:gd name="connsiteY96" fmla="*/ 146637 h 606722"/>
              <a:gd name="connsiteX97" fmla="*/ 65063 w 607639"/>
              <a:gd name="connsiteY97" fmla="*/ 112688 h 606722"/>
              <a:gd name="connsiteX98" fmla="*/ 106450 w 607639"/>
              <a:gd name="connsiteY98" fmla="*/ 71452 h 606722"/>
              <a:gd name="connsiteX99" fmla="*/ 112859 w 607639"/>
              <a:gd name="connsiteY99" fmla="*/ 64965 h 606722"/>
              <a:gd name="connsiteX100" fmla="*/ 146859 w 607639"/>
              <a:gd name="connsiteY100" fmla="*/ 64965 h 606722"/>
              <a:gd name="connsiteX101" fmla="*/ 146859 w 607639"/>
              <a:gd name="connsiteY101" fmla="*/ 98913 h 606722"/>
              <a:gd name="connsiteX102" fmla="*/ 139916 w 607639"/>
              <a:gd name="connsiteY102" fmla="*/ 105756 h 606722"/>
              <a:gd name="connsiteX103" fmla="*/ 180948 w 607639"/>
              <a:gd name="connsiteY103" fmla="*/ 146726 h 606722"/>
              <a:gd name="connsiteX104" fmla="*/ 279833 w 607639"/>
              <a:gd name="connsiteY104" fmla="*/ 105756 h 606722"/>
              <a:gd name="connsiteX105" fmla="*/ 279833 w 607639"/>
              <a:gd name="connsiteY105" fmla="*/ 47901 h 606722"/>
              <a:gd name="connsiteX106" fmla="*/ 270042 w 607639"/>
              <a:gd name="connsiteY106" fmla="*/ 47901 h 606722"/>
              <a:gd name="connsiteX107" fmla="*/ 246011 w 607639"/>
              <a:gd name="connsiteY107" fmla="*/ 23995 h 606722"/>
              <a:gd name="connsiteX108" fmla="*/ 270042 w 607639"/>
              <a:gd name="connsiteY108" fmla="*/ 0 h 606722"/>
            </a:gdLst>
            <a:ahLst/>
            <a:cxnLst/>
            <a:rect l="l" t="t" r="r" b="b"/>
            <a:pathLst>
              <a:path w="607639" h="606722">
                <a:moveTo>
                  <a:pt x="347041" y="313875"/>
                </a:moveTo>
                <a:cubicBezTo>
                  <a:pt x="365085" y="313875"/>
                  <a:pt x="379713" y="328487"/>
                  <a:pt x="379713" y="346512"/>
                </a:cubicBezTo>
                <a:cubicBezTo>
                  <a:pt x="379713" y="364537"/>
                  <a:pt x="365085" y="379149"/>
                  <a:pt x="347041" y="379149"/>
                </a:cubicBezTo>
                <a:cubicBezTo>
                  <a:pt x="328997" y="379149"/>
                  <a:pt x="314369" y="364537"/>
                  <a:pt x="314369" y="346512"/>
                </a:cubicBezTo>
                <a:cubicBezTo>
                  <a:pt x="314369" y="328487"/>
                  <a:pt x="328997" y="313875"/>
                  <a:pt x="347041" y="313875"/>
                </a:cubicBezTo>
                <a:close/>
                <a:moveTo>
                  <a:pt x="260563" y="213037"/>
                </a:moveTo>
                <a:cubicBezTo>
                  <a:pt x="289773" y="213037"/>
                  <a:pt x="313452" y="236685"/>
                  <a:pt x="313452" y="265856"/>
                </a:cubicBezTo>
                <a:cubicBezTo>
                  <a:pt x="313452" y="295027"/>
                  <a:pt x="289773" y="318675"/>
                  <a:pt x="260563" y="318675"/>
                </a:cubicBezTo>
                <a:cubicBezTo>
                  <a:pt x="231353" y="318675"/>
                  <a:pt x="207674" y="295027"/>
                  <a:pt x="207674" y="265856"/>
                </a:cubicBezTo>
                <a:cubicBezTo>
                  <a:pt x="207674" y="236685"/>
                  <a:pt x="231353" y="213037"/>
                  <a:pt x="260563" y="213037"/>
                </a:cubicBezTo>
                <a:close/>
                <a:moveTo>
                  <a:pt x="303775" y="152236"/>
                </a:moveTo>
                <a:cubicBezTo>
                  <a:pt x="220377" y="152236"/>
                  <a:pt x="152466" y="220045"/>
                  <a:pt x="152466" y="303317"/>
                </a:cubicBezTo>
                <a:cubicBezTo>
                  <a:pt x="152466" y="386678"/>
                  <a:pt x="220377" y="454486"/>
                  <a:pt x="303775" y="454486"/>
                </a:cubicBezTo>
                <a:cubicBezTo>
                  <a:pt x="387262" y="454486"/>
                  <a:pt x="455173" y="386678"/>
                  <a:pt x="455173" y="303317"/>
                </a:cubicBezTo>
                <a:cubicBezTo>
                  <a:pt x="455173" y="220045"/>
                  <a:pt x="387262" y="152236"/>
                  <a:pt x="303775" y="152236"/>
                </a:cubicBezTo>
                <a:close/>
                <a:moveTo>
                  <a:pt x="270042" y="0"/>
                </a:moveTo>
                <a:lnTo>
                  <a:pt x="337597" y="0"/>
                </a:lnTo>
                <a:cubicBezTo>
                  <a:pt x="350859" y="0"/>
                  <a:pt x="361628" y="10753"/>
                  <a:pt x="361628" y="23995"/>
                </a:cubicBezTo>
                <a:cubicBezTo>
                  <a:pt x="361628" y="37237"/>
                  <a:pt x="350859" y="47901"/>
                  <a:pt x="337597" y="47901"/>
                </a:cubicBezTo>
                <a:lnTo>
                  <a:pt x="327806" y="47901"/>
                </a:lnTo>
                <a:lnTo>
                  <a:pt x="327806" y="105756"/>
                </a:lnTo>
                <a:cubicBezTo>
                  <a:pt x="364833" y="110200"/>
                  <a:pt x="398744" y="124864"/>
                  <a:pt x="426691" y="146726"/>
                </a:cubicBezTo>
                <a:lnTo>
                  <a:pt x="467723" y="105756"/>
                </a:lnTo>
                <a:lnTo>
                  <a:pt x="460780" y="98913"/>
                </a:lnTo>
                <a:cubicBezTo>
                  <a:pt x="451435" y="89493"/>
                  <a:pt x="451435" y="74385"/>
                  <a:pt x="460780" y="64965"/>
                </a:cubicBezTo>
                <a:cubicBezTo>
                  <a:pt x="470126" y="55633"/>
                  <a:pt x="485346" y="55633"/>
                  <a:pt x="494691" y="64965"/>
                </a:cubicBezTo>
                <a:lnTo>
                  <a:pt x="530382" y="100602"/>
                </a:lnTo>
                <a:lnTo>
                  <a:pt x="531094" y="101313"/>
                </a:lnTo>
                <a:lnTo>
                  <a:pt x="537414" y="107534"/>
                </a:lnTo>
                <a:lnTo>
                  <a:pt x="537770" y="107978"/>
                </a:lnTo>
                <a:lnTo>
                  <a:pt x="537948" y="108156"/>
                </a:lnTo>
                <a:lnTo>
                  <a:pt x="538482" y="108689"/>
                </a:lnTo>
                <a:lnTo>
                  <a:pt x="538215" y="108423"/>
                </a:lnTo>
                <a:lnTo>
                  <a:pt x="538749" y="108867"/>
                </a:lnTo>
                <a:lnTo>
                  <a:pt x="539105" y="109311"/>
                </a:lnTo>
                <a:lnTo>
                  <a:pt x="542487" y="112688"/>
                </a:lnTo>
                <a:cubicBezTo>
                  <a:pt x="551922" y="122109"/>
                  <a:pt x="551922" y="137217"/>
                  <a:pt x="542487" y="146637"/>
                </a:cubicBezTo>
                <a:cubicBezTo>
                  <a:pt x="533142" y="155969"/>
                  <a:pt x="517922" y="155969"/>
                  <a:pt x="508576" y="146637"/>
                </a:cubicBezTo>
                <a:lnTo>
                  <a:pt x="501634" y="139705"/>
                </a:lnTo>
                <a:lnTo>
                  <a:pt x="460691" y="180675"/>
                </a:lnTo>
                <a:cubicBezTo>
                  <a:pt x="482587" y="208491"/>
                  <a:pt x="497272" y="242440"/>
                  <a:pt x="501723" y="279410"/>
                </a:cubicBezTo>
                <a:lnTo>
                  <a:pt x="559576" y="279410"/>
                </a:lnTo>
                <a:lnTo>
                  <a:pt x="559576" y="269634"/>
                </a:lnTo>
                <a:cubicBezTo>
                  <a:pt x="559576" y="256393"/>
                  <a:pt x="570346" y="245639"/>
                  <a:pt x="583608" y="245639"/>
                </a:cubicBezTo>
                <a:cubicBezTo>
                  <a:pt x="596869" y="245639"/>
                  <a:pt x="607639" y="256393"/>
                  <a:pt x="607639" y="269634"/>
                </a:cubicBezTo>
                <a:lnTo>
                  <a:pt x="607639" y="337088"/>
                </a:lnTo>
                <a:cubicBezTo>
                  <a:pt x="607639" y="350329"/>
                  <a:pt x="596869" y="361083"/>
                  <a:pt x="583608" y="361083"/>
                </a:cubicBezTo>
                <a:cubicBezTo>
                  <a:pt x="570346" y="361083"/>
                  <a:pt x="559576" y="350329"/>
                  <a:pt x="559576" y="337088"/>
                </a:cubicBezTo>
                <a:lnTo>
                  <a:pt x="559576" y="327312"/>
                </a:lnTo>
                <a:lnTo>
                  <a:pt x="501723" y="327312"/>
                </a:lnTo>
                <a:cubicBezTo>
                  <a:pt x="497272" y="364282"/>
                  <a:pt x="482587" y="398142"/>
                  <a:pt x="460691" y="426047"/>
                </a:cubicBezTo>
                <a:lnTo>
                  <a:pt x="501634" y="467017"/>
                </a:lnTo>
                <a:lnTo>
                  <a:pt x="508576" y="460085"/>
                </a:lnTo>
                <a:cubicBezTo>
                  <a:pt x="517922" y="450753"/>
                  <a:pt x="533142" y="450753"/>
                  <a:pt x="542487" y="460085"/>
                </a:cubicBezTo>
                <a:cubicBezTo>
                  <a:pt x="551922" y="469416"/>
                  <a:pt x="551922" y="484613"/>
                  <a:pt x="542487" y="493945"/>
                </a:cubicBezTo>
                <a:cubicBezTo>
                  <a:pt x="512759" y="523717"/>
                  <a:pt x="518456" y="518029"/>
                  <a:pt x="518990" y="517496"/>
                </a:cubicBezTo>
                <a:cubicBezTo>
                  <a:pt x="518545" y="517940"/>
                  <a:pt x="514272" y="522206"/>
                  <a:pt x="494691" y="541668"/>
                </a:cubicBezTo>
                <a:cubicBezTo>
                  <a:pt x="485346" y="551089"/>
                  <a:pt x="470126" y="551089"/>
                  <a:pt x="460780" y="541668"/>
                </a:cubicBezTo>
                <a:cubicBezTo>
                  <a:pt x="451435" y="532337"/>
                  <a:pt x="451435" y="517140"/>
                  <a:pt x="460780" y="507809"/>
                </a:cubicBezTo>
                <a:lnTo>
                  <a:pt x="467723" y="500877"/>
                </a:lnTo>
                <a:lnTo>
                  <a:pt x="426691" y="459996"/>
                </a:lnTo>
                <a:cubicBezTo>
                  <a:pt x="398744" y="481858"/>
                  <a:pt x="364833" y="496522"/>
                  <a:pt x="327806" y="500966"/>
                </a:cubicBezTo>
                <a:lnTo>
                  <a:pt x="327806" y="558732"/>
                </a:lnTo>
                <a:lnTo>
                  <a:pt x="337597" y="558732"/>
                </a:lnTo>
                <a:cubicBezTo>
                  <a:pt x="350859" y="558732"/>
                  <a:pt x="361628" y="569485"/>
                  <a:pt x="361628" y="582727"/>
                </a:cubicBezTo>
                <a:cubicBezTo>
                  <a:pt x="361628" y="595969"/>
                  <a:pt x="350859" y="606722"/>
                  <a:pt x="337597" y="606722"/>
                </a:cubicBezTo>
                <a:lnTo>
                  <a:pt x="270042" y="606722"/>
                </a:lnTo>
                <a:cubicBezTo>
                  <a:pt x="256780" y="606722"/>
                  <a:pt x="246011" y="595969"/>
                  <a:pt x="246011" y="582727"/>
                </a:cubicBezTo>
                <a:cubicBezTo>
                  <a:pt x="246011" y="569485"/>
                  <a:pt x="256780" y="558732"/>
                  <a:pt x="270042" y="558732"/>
                </a:cubicBezTo>
                <a:lnTo>
                  <a:pt x="279833" y="558732"/>
                </a:lnTo>
                <a:lnTo>
                  <a:pt x="279833" y="500966"/>
                </a:lnTo>
                <a:cubicBezTo>
                  <a:pt x="242806" y="496522"/>
                  <a:pt x="208806" y="481858"/>
                  <a:pt x="180948" y="459996"/>
                </a:cubicBezTo>
                <a:lnTo>
                  <a:pt x="139916" y="500877"/>
                </a:lnTo>
                <a:lnTo>
                  <a:pt x="146859" y="507809"/>
                </a:lnTo>
                <a:cubicBezTo>
                  <a:pt x="156204" y="517140"/>
                  <a:pt x="156204" y="532337"/>
                  <a:pt x="146859" y="541668"/>
                </a:cubicBezTo>
                <a:cubicBezTo>
                  <a:pt x="137424" y="551089"/>
                  <a:pt x="122293" y="551089"/>
                  <a:pt x="112859" y="541668"/>
                </a:cubicBezTo>
                <a:lnTo>
                  <a:pt x="77257" y="506120"/>
                </a:lnTo>
                <a:lnTo>
                  <a:pt x="68534" y="497411"/>
                </a:lnTo>
                <a:lnTo>
                  <a:pt x="65063" y="493945"/>
                </a:lnTo>
                <a:cubicBezTo>
                  <a:pt x="55717" y="484613"/>
                  <a:pt x="55717" y="469416"/>
                  <a:pt x="65063" y="460085"/>
                </a:cubicBezTo>
                <a:cubicBezTo>
                  <a:pt x="74497" y="450753"/>
                  <a:pt x="89628" y="450753"/>
                  <a:pt x="99063" y="460085"/>
                </a:cubicBezTo>
                <a:lnTo>
                  <a:pt x="105916" y="467017"/>
                </a:lnTo>
                <a:lnTo>
                  <a:pt x="146948" y="426047"/>
                </a:lnTo>
                <a:cubicBezTo>
                  <a:pt x="125052" y="398142"/>
                  <a:pt x="110367" y="364282"/>
                  <a:pt x="105916" y="327312"/>
                </a:cubicBezTo>
                <a:lnTo>
                  <a:pt x="47974" y="327312"/>
                </a:lnTo>
                <a:lnTo>
                  <a:pt x="47974" y="337088"/>
                </a:lnTo>
                <a:cubicBezTo>
                  <a:pt x="47974" y="350329"/>
                  <a:pt x="37293" y="361083"/>
                  <a:pt x="24031" y="361083"/>
                </a:cubicBezTo>
                <a:cubicBezTo>
                  <a:pt x="10770" y="361083"/>
                  <a:pt x="0" y="350329"/>
                  <a:pt x="0" y="337088"/>
                </a:cubicBezTo>
                <a:lnTo>
                  <a:pt x="0" y="269634"/>
                </a:lnTo>
                <a:cubicBezTo>
                  <a:pt x="0" y="256393"/>
                  <a:pt x="10770" y="245639"/>
                  <a:pt x="24031" y="245639"/>
                </a:cubicBezTo>
                <a:cubicBezTo>
                  <a:pt x="37293" y="245639"/>
                  <a:pt x="47974" y="256393"/>
                  <a:pt x="47974" y="269634"/>
                </a:cubicBezTo>
                <a:lnTo>
                  <a:pt x="47974" y="279410"/>
                </a:lnTo>
                <a:lnTo>
                  <a:pt x="105916" y="279410"/>
                </a:lnTo>
                <a:cubicBezTo>
                  <a:pt x="110367" y="242440"/>
                  <a:pt x="125052" y="208491"/>
                  <a:pt x="146948" y="180675"/>
                </a:cubicBezTo>
                <a:lnTo>
                  <a:pt x="105916" y="139705"/>
                </a:lnTo>
                <a:lnTo>
                  <a:pt x="99063" y="146637"/>
                </a:lnTo>
                <a:cubicBezTo>
                  <a:pt x="89628" y="155969"/>
                  <a:pt x="74497" y="155969"/>
                  <a:pt x="65063" y="146637"/>
                </a:cubicBezTo>
                <a:cubicBezTo>
                  <a:pt x="55717" y="137217"/>
                  <a:pt x="55717" y="122109"/>
                  <a:pt x="65063" y="112688"/>
                </a:cubicBezTo>
                <a:lnTo>
                  <a:pt x="106450" y="71452"/>
                </a:lnTo>
                <a:lnTo>
                  <a:pt x="112859" y="64965"/>
                </a:lnTo>
                <a:cubicBezTo>
                  <a:pt x="122293" y="55633"/>
                  <a:pt x="137424" y="55633"/>
                  <a:pt x="146859" y="64965"/>
                </a:cubicBezTo>
                <a:cubicBezTo>
                  <a:pt x="156204" y="74385"/>
                  <a:pt x="156204" y="89493"/>
                  <a:pt x="146859" y="98913"/>
                </a:cubicBezTo>
                <a:lnTo>
                  <a:pt x="139916" y="105756"/>
                </a:lnTo>
                <a:lnTo>
                  <a:pt x="180948" y="146726"/>
                </a:lnTo>
                <a:cubicBezTo>
                  <a:pt x="208806" y="124864"/>
                  <a:pt x="242806" y="110200"/>
                  <a:pt x="279833" y="105756"/>
                </a:cubicBezTo>
                <a:lnTo>
                  <a:pt x="279833" y="47901"/>
                </a:lnTo>
                <a:lnTo>
                  <a:pt x="270042" y="47901"/>
                </a:lnTo>
                <a:cubicBezTo>
                  <a:pt x="256780" y="47901"/>
                  <a:pt x="246011" y="37237"/>
                  <a:pt x="246011" y="23995"/>
                </a:cubicBezTo>
                <a:cubicBezTo>
                  <a:pt x="246011" y="10753"/>
                  <a:pt x="256780" y="0"/>
                  <a:pt x="270042" y="0"/>
                </a:cubicBezTo>
                <a:close/>
              </a:path>
            </a:pathLst>
          </a:cu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rmAutofit fontScale="40000" lnSpcReduction="20000"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（无主副标题）">
    <p:spTree>
      <p:nvGrpSpPr>
        <p:cNvPr id="1" name=""/>
        <p:cNvGrpSpPr/>
        <p:nvPr/>
      </p:nvGrpSpPr>
      <p:grpSpPr/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2">
            <a:alphaModFix amt="5000"/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文本占位符 67"/>
          <p:cNvSpPr>
            <a:spLocks noGrp="1"/>
          </p:cNvSpPr>
          <p:nvPr>
            <p:ph type="body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  <a:cs typeface="+mj-ea"/>
              </a:defRPr>
            </a:lvl1pPr>
          </a:lstStyle>
          <a:p>
            <a:pPr lvl="0">
              <a:buNone/>
            </a:pPr>
            <a:r>
              <a:t>请输入你的章节标题</a:t>
            </a:r>
          </a:p>
        </p:txBody>
      </p:sp>
      <p:sp>
        <p:nvSpPr>
          <p:cNvPr id="17" name="íṥļîḓê"/>
          <p:cNvSpPr>
            <a:spLocks noGrp="1"/>
          </p:cNvSpPr>
          <p:nvPr/>
        </p:nvSpPr>
        <p:spPr>
          <a:xfrm>
            <a:off x="660400" y="344681"/>
            <a:ext cx="384771" cy="384771"/>
          </a:xfrm>
          <a:prstGeom prst="ellipse">
            <a:avLst/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rmAutofit fontScale="77500" lnSpcReduction="20000"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" name="íṥlíḓê"/>
          <p:cNvSpPr>
            <a:spLocks noGrp="1"/>
          </p:cNvSpPr>
          <p:nvPr/>
        </p:nvSpPr>
        <p:spPr>
          <a:xfrm>
            <a:off x="695973" y="380253"/>
            <a:ext cx="313624" cy="31362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 fontScale="55000" lnSpcReduction="20000"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6" name="ïśļiḑé"/>
          <p:cNvSpPr>
            <a:spLocks noGrp="1"/>
          </p:cNvSpPr>
          <p:nvPr/>
        </p:nvSpPr>
        <p:spPr>
          <a:xfrm>
            <a:off x="756336" y="440762"/>
            <a:ext cx="192896" cy="192603"/>
          </a:xfrm>
          <a:custGeom>
            <a:avLst/>
            <a:gdLst>
              <a:gd name="connsiteX0" fmla="*/ 347041 w 607639"/>
              <a:gd name="connsiteY0" fmla="*/ 313875 h 606722"/>
              <a:gd name="connsiteX1" fmla="*/ 379713 w 607639"/>
              <a:gd name="connsiteY1" fmla="*/ 346512 h 606722"/>
              <a:gd name="connsiteX2" fmla="*/ 347041 w 607639"/>
              <a:gd name="connsiteY2" fmla="*/ 379149 h 606722"/>
              <a:gd name="connsiteX3" fmla="*/ 314369 w 607639"/>
              <a:gd name="connsiteY3" fmla="*/ 346512 h 606722"/>
              <a:gd name="connsiteX4" fmla="*/ 347041 w 607639"/>
              <a:gd name="connsiteY4" fmla="*/ 313875 h 606722"/>
              <a:gd name="connsiteX5" fmla="*/ 260563 w 607639"/>
              <a:gd name="connsiteY5" fmla="*/ 213037 h 606722"/>
              <a:gd name="connsiteX6" fmla="*/ 313452 w 607639"/>
              <a:gd name="connsiteY6" fmla="*/ 265856 h 606722"/>
              <a:gd name="connsiteX7" fmla="*/ 260563 w 607639"/>
              <a:gd name="connsiteY7" fmla="*/ 318675 h 606722"/>
              <a:gd name="connsiteX8" fmla="*/ 207674 w 607639"/>
              <a:gd name="connsiteY8" fmla="*/ 265856 h 606722"/>
              <a:gd name="connsiteX9" fmla="*/ 260563 w 607639"/>
              <a:gd name="connsiteY9" fmla="*/ 213037 h 606722"/>
              <a:gd name="connsiteX10" fmla="*/ 303775 w 607639"/>
              <a:gd name="connsiteY10" fmla="*/ 152236 h 606722"/>
              <a:gd name="connsiteX11" fmla="*/ 152466 w 607639"/>
              <a:gd name="connsiteY11" fmla="*/ 303317 h 606722"/>
              <a:gd name="connsiteX12" fmla="*/ 303775 w 607639"/>
              <a:gd name="connsiteY12" fmla="*/ 454486 h 606722"/>
              <a:gd name="connsiteX13" fmla="*/ 455173 w 607639"/>
              <a:gd name="connsiteY13" fmla="*/ 303317 h 606722"/>
              <a:gd name="connsiteX14" fmla="*/ 303775 w 607639"/>
              <a:gd name="connsiteY14" fmla="*/ 152236 h 606722"/>
              <a:gd name="connsiteX15" fmla="*/ 270042 w 607639"/>
              <a:gd name="connsiteY15" fmla="*/ 0 h 606722"/>
              <a:gd name="connsiteX16" fmla="*/ 337597 w 607639"/>
              <a:gd name="connsiteY16" fmla="*/ 0 h 606722"/>
              <a:gd name="connsiteX17" fmla="*/ 361628 w 607639"/>
              <a:gd name="connsiteY17" fmla="*/ 23995 h 606722"/>
              <a:gd name="connsiteX18" fmla="*/ 337597 w 607639"/>
              <a:gd name="connsiteY18" fmla="*/ 47901 h 606722"/>
              <a:gd name="connsiteX19" fmla="*/ 327806 w 607639"/>
              <a:gd name="connsiteY19" fmla="*/ 47901 h 606722"/>
              <a:gd name="connsiteX20" fmla="*/ 327806 w 607639"/>
              <a:gd name="connsiteY20" fmla="*/ 105756 h 606722"/>
              <a:gd name="connsiteX21" fmla="*/ 426691 w 607639"/>
              <a:gd name="connsiteY21" fmla="*/ 146726 h 606722"/>
              <a:gd name="connsiteX22" fmla="*/ 467723 w 607639"/>
              <a:gd name="connsiteY22" fmla="*/ 105756 h 606722"/>
              <a:gd name="connsiteX23" fmla="*/ 460780 w 607639"/>
              <a:gd name="connsiteY23" fmla="*/ 98913 h 606722"/>
              <a:gd name="connsiteX24" fmla="*/ 460780 w 607639"/>
              <a:gd name="connsiteY24" fmla="*/ 64965 h 606722"/>
              <a:gd name="connsiteX25" fmla="*/ 494691 w 607639"/>
              <a:gd name="connsiteY25" fmla="*/ 64965 h 606722"/>
              <a:gd name="connsiteX26" fmla="*/ 530382 w 607639"/>
              <a:gd name="connsiteY26" fmla="*/ 100602 h 606722"/>
              <a:gd name="connsiteX27" fmla="*/ 531094 w 607639"/>
              <a:gd name="connsiteY27" fmla="*/ 101313 h 606722"/>
              <a:gd name="connsiteX28" fmla="*/ 537414 w 607639"/>
              <a:gd name="connsiteY28" fmla="*/ 107534 h 606722"/>
              <a:gd name="connsiteX29" fmla="*/ 537770 w 607639"/>
              <a:gd name="connsiteY29" fmla="*/ 107978 h 606722"/>
              <a:gd name="connsiteX30" fmla="*/ 537948 w 607639"/>
              <a:gd name="connsiteY30" fmla="*/ 108156 h 606722"/>
              <a:gd name="connsiteX31" fmla="*/ 538482 w 607639"/>
              <a:gd name="connsiteY31" fmla="*/ 108689 h 606722"/>
              <a:gd name="connsiteX32" fmla="*/ 538215 w 607639"/>
              <a:gd name="connsiteY32" fmla="*/ 108423 h 606722"/>
              <a:gd name="connsiteX33" fmla="*/ 538749 w 607639"/>
              <a:gd name="connsiteY33" fmla="*/ 108867 h 606722"/>
              <a:gd name="connsiteX34" fmla="*/ 539105 w 607639"/>
              <a:gd name="connsiteY34" fmla="*/ 109311 h 606722"/>
              <a:gd name="connsiteX35" fmla="*/ 542487 w 607639"/>
              <a:gd name="connsiteY35" fmla="*/ 112688 h 606722"/>
              <a:gd name="connsiteX36" fmla="*/ 542487 w 607639"/>
              <a:gd name="connsiteY36" fmla="*/ 146637 h 606722"/>
              <a:gd name="connsiteX37" fmla="*/ 508576 w 607639"/>
              <a:gd name="connsiteY37" fmla="*/ 146637 h 606722"/>
              <a:gd name="connsiteX38" fmla="*/ 501634 w 607639"/>
              <a:gd name="connsiteY38" fmla="*/ 139705 h 606722"/>
              <a:gd name="connsiteX39" fmla="*/ 460691 w 607639"/>
              <a:gd name="connsiteY39" fmla="*/ 180675 h 606722"/>
              <a:gd name="connsiteX40" fmla="*/ 501723 w 607639"/>
              <a:gd name="connsiteY40" fmla="*/ 279410 h 606722"/>
              <a:gd name="connsiteX41" fmla="*/ 559576 w 607639"/>
              <a:gd name="connsiteY41" fmla="*/ 279410 h 606722"/>
              <a:gd name="connsiteX42" fmla="*/ 559576 w 607639"/>
              <a:gd name="connsiteY42" fmla="*/ 269634 h 606722"/>
              <a:gd name="connsiteX43" fmla="*/ 583608 w 607639"/>
              <a:gd name="connsiteY43" fmla="*/ 245639 h 606722"/>
              <a:gd name="connsiteX44" fmla="*/ 607639 w 607639"/>
              <a:gd name="connsiteY44" fmla="*/ 269634 h 606722"/>
              <a:gd name="connsiteX45" fmla="*/ 607639 w 607639"/>
              <a:gd name="connsiteY45" fmla="*/ 337088 h 606722"/>
              <a:gd name="connsiteX46" fmla="*/ 583608 w 607639"/>
              <a:gd name="connsiteY46" fmla="*/ 361083 h 606722"/>
              <a:gd name="connsiteX47" fmla="*/ 559576 w 607639"/>
              <a:gd name="connsiteY47" fmla="*/ 337088 h 606722"/>
              <a:gd name="connsiteX48" fmla="*/ 559576 w 607639"/>
              <a:gd name="connsiteY48" fmla="*/ 327312 h 606722"/>
              <a:gd name="connsiteX49" fmla="*/ 501723 w 607639"/>
              <a:gd name="connsiteY49" fmla="*/ 327312 h 606722"/>
              <a:gd name="connsiteX50" fmla="*/ 460691 w 607639"/>
              <a:gd name="connsiteY50" fmla="*/ 426047 h 606722"/>
              <a:gd name="connsiteX51" fmla="*/ 501634 w 607639"/>
              <a:gd name="connsiteY51" fmla="*/ 467017 h 606722"/>
              <a:gd name="connsiteX52" fmla="*/ 508576 w 607639"/>
              <a:gd name="connsiteY52" fmla="*/ 460085 h 606722"/>
              <a:gd name="connsiteX53" fmla="*/ 542487 w 607639"/>
              <a:gd name="connsiteY53" fmla="*/ 460085 h 606722"/>
              <a:gd name="connsiteX54" fmla="*/ 542487 w 607639"/>
              <a:gd name="connsiteY54" fmla="*/ 493945 h 606722"/>
              <a:gd name="connsiteX55" fmla="*/ 518990 w 607639"/>
              <a:gd name="connsiteY55" fmla="*/ 517496 h 606722"/>
              <a:gd name="connsiteX56" fmla="*/ 494691 w 607639"/>
              <a:gd name="connsiteY56" fmla="*/ 541668 h 606722"/>
              <a:gd name="connsiteX57" fmla="*/ 460780 w 607639"/>
              <a:gd name="connsiteY57" fmla="*/ 541668 h 606722"/>
              <a:gd name="connsiteX58" fmla="*/ 460780 w 607639"/>
              <a:gd name="connsiteY58" fmla="*/ 507809 h 606722"/>
              <a:gd name="connsiteX59" fmla="*/ 467723 w 607639"/>
              <a:gd name="connsiteY59" fmla="*/ 500877 h 606722"/>
              <a:gd name="connsiteX60" fmla="*/ 426691 w 607639"/>
              <a:gd name="connsiteY60" fmla="*/ 459996 h 606722"/>
              <a:gd name="connsiteX61" fmla="*/ 327806 w 607639"/>
              <a:gd name="connsiteY61" fmla="*/ 500966 h 606722"/>
              <a:gd name="connsiteX62" fmla="*/ 327806 w 607639"/>
              <a:gd name="connsiteY62" fmla="*/ 558732 h 606722"/>
              <a:gd name="connsiteX63" fmla="*/ 337597 w 607639"/>
              <a:gd name="connsiteY63" fmla="*/ 558732 h 606722"/>
              <a:gd name="connsiteX64" fmla="*/ 361628 w 607639"/>
              <a:gd name="connsiteY64" fmla="*/ 582727 h 606722"/>
              <a:gd name="connsiteX65" fmla="*/ 337597 w 607639"/>
              <a:gd name="connsiteY65" fmla="*/ 606722 h 606722"/>
              <a:gd name="connsiteX66" fmla="*/ 270042 w 607639"/>
              <a:gd name="connsiteY66" fmla="*/ 606722 h 606722"/>
              <a:gd name="connsiteX67" fmla="*/ 246011 w 607639"/>
              <a:gd name="connsiteY67" fmla="*/ 582727 h 606722"/>
              <a:gd name="connsiteX68" fmla="*/ 270042 w 607639"/>
              <a:gd name="connsiteY68" fmla="*/ 558732 h 606722"/>
              <a:gd name="connsiteX69" fmla="*/ 279833 w 607639"/>
              <a:gd name="connsiteY69" fmla="*/ 558732 h 606722"/>
              <a:gd name="connsiteX70" fmla="*/ 279833 w 607639"/>
              <a:gd name="connsiteY70" fmla="*/ 500966 h 606722"/>
              <a:gd name="connsiteX71" fmla="*/ 180948 w 607639"/>
              <a:gd name="connsiteY71" fmla="*/ 459996 h 606722"/>
              <a:gd name="connsiteX72" fmla="*/ 139916 w 607639"/>
              <a:gd name="connsiteY72" fmla="*/ 500877 h 606722"/>
              <a:gd name="connsiteX73" fmla="*/ 146859 w 607639"/>
              <a:gd name="connsiteY73" fmla="*/ 507809 h 606722"/>
              <a:gd name="connsiteX74" fmla="*/ 146859 w 607639"/>
              <a:gd name="connsiteY74" fmla="*/ 541668 h 606722"/>
              <a:gd name="connsiteX75" fmla="*/ 112859 w 607639"/>
              <a:gd name="connsiteY75" fmla="*/ 541668 h 606722"/>
              <a:gd name="connsiteX76" fmla="*/ 77257 w 607639"/>
              <a:gd name="connsiteY76" fmla="*/ 506120 h 606722"/>
              <a:gd name="connsiteX77" fmla="*/ 68534 w 607639"/>
              <a:gd name="connsiteY77" fmla="*/ 497411 h 606722"/>
              <a:gd name="connsiteX78" fmla="*/ 65063 w 607639"/>
              <a:gd name="connsiteY78" fmla="*/ 493945 h 606722"/>
              <a:gd name="connsiteX79" fmla="*/ 65063 w 607639"/>
              <a:gd name="connsiteY79" fmla="*/ 460085 h 606722"/>
              <a:gd name="connsiteX80" fmla="*/ 99063 w 607639"/>
              <a:gd name="connsiteY80" fmla="*/ 460085 h 606722"/>
              <a:gd name="connsiteX81" fmla="*/ 105916 w 607639"/>
              <a:gd name="connsiteY81" fmla="*/ 467017 h 606722"/>
              <a:gd name="connsiteX82" fmla="*/ 146948 w 607639"/>
              <a:gd name="connsiteY82" fmla="*/ 426047 h 606722"/>
              <a:gd name="connsiteX83" fmla="*/ 105916 w 607639"/>
              <a:gd name="connsiteY83" fmla="*/ 327312 h 606722"/>
              <a:gd name="connsiteX84" fmla="*/ 47974 w 607639"/>
              <a:gd name="connsiteY84" fmla="*/ 327312 h 606722"/>
              <a:gd name="connsiteX85" fmla="*/ 47974 w 607639"/>
              <a:gd name="connsiteY85" fmla="*/ 337088 h 606722"/>
              <a:gd name="connsiteX86" fmla="*/ 24031 w 607639"/>
              <a:gd name="connsiteY86" fmla="*/ 361083 h 606722"/>
              <a:gd name="connsiteX87" fmla="*/ 0 w 607639"/>
              <a:gd name="connsiteY87" fmla="*/ 337088 h 606722"/>
              <a:gd name="connsiteX88" fmla="*/ 0 w 607639"/>
              <a:gd name="connsiteY88" fmla="*/ 269634 h 606722"/>
              <a:gd name="connsiteX89" fmla="*/ 24031 w 607639"/>
              <a:gd name="connsiteY89" fmla="*/ 245639 h 606722"/>
              <a:gd name="connsiteX90" fmla="*/ 47974 w 607639"/>
              <a:gd name="connsiteY90" fmla="*/ 269634 h 606722"/>
              <a:gd name="connsiteX91" fmla="*/ 47974 w 607639"/>
              <a:gd name="connsiteY91" fmla="*/ 279410 h 606722"/>
              <a:gd name="connsiteX92" fmla="*/ 105916 w 607639"/>
              <a:gd name="connsiteY92" fmla="*/ 279410 h 606722"/>
              <a:gd name="connsiteX93" fmla="*/ 146948 w 607639"/>
              <a:gd name="connsiteY93" fmla="*/ 180675 h 606722"/>
              <a:gd name="connsiteX94" fmla="*/ 105916 w 607639"/>
              <a:gd name="connsiteY94" fmla="*/ 139705 h 606722"/>
              <a:gd name="connsiteX95" fmla="*/ 99063 w 607639"/>
              <a:gd name="connsiteY95" fmla="*/ 146637 h 606722"/>
              <a:gd name="connsiteX96" fmla="*/ 65063 w 607639"/>
              <a:gd name="connsiteY96" fmla="*/ 146637 h 606722"/>
              <a:gd name="connsiteX97" fmla="*/ 65063 w 607639"/>
              <a:gd name="connsiteY97" fmla="*/ 112688 h 606722"/>
              <a:gd name="connsiteX98" fmla="*/ 106450 w 607639"/>
              <a:gd name="connsiteY98" fmla="*/ 71452 h 606722"/>
              <a:gd name="connsiteX99" fmla="*/ 112859 w 607639"/>
              <a:gd name="connsiteY99" fmla="*/ 64965 h 606722"/>
              <a:gd name="connsiteX100" fmla="*/ 146859 w 607639"/>
              <a:gd name="connsiteY100" fmla="*/ 64965 h 606722"/>
              <a:gd name="connsiteX101" fmla="*/ 146859 w 607639"/>
              <a:gd name="connsiteY101" fmla="*/ 98913 h 606722"/>
              <a:gd name="connsiteX102" fmla="*/ 139916 w 607639"/>
              <a:gd name="connsiteY102" fmla="*/ 105756 h 606722"/>
              <a:gd name="connsiteX103" fmla="*/ 180948 w 607639"/>
              <a:gd name="connsiteY103" fmla="*/ 146726 h 606722"/>
              <a:gd name="connsiteX104" fmla="*/ 279833 w 607639"/>
              <a:gd name="connsiteY104" fmla="*/ 105756 h 606722"/>
              <a:gd name="connsiteX105" fmla="*/ 279833 w 607639"/>
              <a:gd name="connsiteY105" fmla="*/ 47901 h 606722"/>
              <a:gd name="connsiteX106" fmla="*/ 270042 w 607639"/>
              <a:gd name="connsiteY106" fmla="*/ 47901 h 606722"/>
              <a:gd name="connsiteX107" fmla="*/ 246011 w 607639"/>
              <a:gd name="connsiteY107" fmla="*/ 23995 h 606722"/>
              <a:gd name="connsiteX108" fmla="*/ 270042 w 607639"/>
              <a:gd name="connsiteY108" fmla="*/ 0 h 606722"/>
            </a:gdLst>
            <a:ahLst/>
            <a:cxnLst/>
            <a:rect l="l" t="t" r="r" b="b"/>
            <a:pathLst>
              <a:path w="607639" h="606722">
                <a:moveTo>
                  <a:pt x="347041" y="313875"/>
                </a:moveTo>
                <a:cubicBezTo>
                  <a:pt x="365085" y="313875"/>
                  <a:pt x="379713" y="328487"/>
                  <a:pt x="379713" y="346512"/>
                </a:cubicBezTo>
                <a:cubicBezTo>
                  <a:pt x="379713" y="364537"/>
                  <a:pt x="365085" y="379149"/>
                  <a:pt x="347041" y="379149"/>
                </a:cubicBezTo>
                <a:cubicBezTo>
                  <a:pt x="328997" y="379149"/>
                  <a:pt x="314369" y="364537"/>
                  <a:pt x="314369" y="346512"/>
                </a:cubicBezTo>
                <a:cubicBezTo>
                  <a:pt x="314369" y="328487"/>
                  <a:pt x="328997" y="313875"/>
                  <a:pt x="347041" y="313875"/>
                </a:cubicBezTo>
                <a:close/>
                <a:moveTo>
                  <a:pt x="260563" y="213037"/>
                </a:moveTo>
                <a:cubicBezTo>
                  <a:pt x="289773" y="213037"/>
                  <a:pt x="313452" y="236685"/>
                  <a:pt x="313452" y="265856"/>
                </a:cubicBezTo>
                <a:cubicBezTo>
                  <a:pt x="313452" y="295027"/>
                  <a:pt x="289773" y="318675"/>
                  <a:pt x="260563" y="318675"/>
                </a:cubicBezTo>
                <a:cubicBezTo>
                  <a:pt x="231353" y="318675"/>
                  <a:pt x="207674" y="295027"/>
                  <a:pt x="207674" y="265856"/>
                </a:cubicBezTo>
                <a:cubicBezTo>
                  <a:pt x="207674" y="236685"/>
                  <a:pt x="231353" y="213037"/>
                  <a:pt x="260563" y="213037"/>
                </a:cubicBezTo>
                <a:close/>
                <a:moveTo>
                  <a:pt x="303775" y="152236"/>
                </a:moveTo>
                <a:cubicBezTo>
                  <a:pt x="220377" y="152236"/>
                  <a:pt x="152466" y="220045"/>
                  <a:pt x="152466" y="303317"/>
                </a:cubicBezTo>
                <a:cubicBezTo>
                  <a:pt x="152466" y="386678"/>
                  <a:pt x="220377" y="454486"/>
                  <a:pt x="303775" y="454486"/>
                </a:cubicBezTo>
                <a:cubicBezTo>
                  <a:pt x="387262" y="454486"/>
                  <a:pt x="455173" y="386678"/>
                  <a:pt x="455173" y="303317"/>
                </a:cubicBezTo>
                <a:cubicBezTo>
                  <a:pt x="455173" y="220045"/>
                  <a:pt x="387262" y="152236"/>
                  <a:pt x="303775" y="152236"/>
                </a:cubicBezTo>
                <a:close/>
                <a:moveTo>
                  <a:pt x="270042" y="0"/>
                </a:moveTo>
                <a:lnTo>
                  <a:pt x="337597" y="0"/>
                </a:lnTo>
                <a:cubicBezTo>
                  <a:pt x="350859" y="0"/>
                  <a:pt x="361628" y="10753"/>
                  <a:pt x="361628" y="23995"/>
                </a:cubicBezTo>
                <a:cubicBezTo>
                  <a:pt x="361628" y="37237"/>
                  <a:pt x="350859" y="47901"/>
                  <a:pt x="337597" y="47901"/>
                </a:cubicBezTo>
                <a:lnTo>
                  <a:pt x="327806" y="47901"/>
                </a:lnTo>
                <a:lnTo>
                  <a:pt x="327806" y="105756"/>
                </a:lnTo>
                <a:cubicBezTo>
                  <a:pt x="364833" y="110200"/>
                  <a:pt x="398744" y="124864"/>
                  <a:pt x="426691" y="146726"/>
                </a:cubicBezTo>
                <a:lnTo>
                  <a:pt x="467723" y="105756"/>
                </a:lnTo>
                <a:lnTo>
                  <a:pt x="460780" y="98913"/>
                </a:lnTo>
                <a:cubicBezTo>
                  <a:pt x="451435" y="89493"/>
                  <a:pt x="451435" y="74385"/>
                  <a:pt x="460780" y="64965"/>
                </a:cubicBezTo>
                <a:cubicBezTo>
                  <a:pt x="470126" y="55633"/>
                  <a:pt x="485346" y="55633"/>
                  <a:pt x="494691" y="64965"/>
                </a:cubicBezTo>
                <a:lnTo>
                  <a:pt x="530382" y="100602"/>
                </a:lnTo>
                <a:lnTo>
                  <a:pt x="531094" y="101313"/>
                </a:lnTo>
                <a:lnTo>
                  <a:pt x="537414" y="107534"/>
                </a:lnTo>
                <a:lnTo>
                  <a:pt x="537770" y="107978"/>
                </a:lnTo>
                <a:lnTo>
                  <a:pt x="537948" y="108156"/>
                </a:lnTo>
                <a:lnTo>
                  <a:pt x="538482" y="108689"/>
                </a:lnTo>
                <a:lnTo>
                  <a:pt x="538215" y="108423"/>
                </a:lnTo>
                <a:lnTo>
                  <a:pt x="538749" y="108867"/>
                </a:lnTo>
                <a:lnTo>
                  <a:pt x="539105" y="109311"/>
                </a:lnTo>
                <a:lnTo>
                  <a:pt x="542487" y="112688"/>
                </a:lnTo>
                <a:cubicBezTo>
                  <a:pt x="551922" y="122109"/>
                  <a:pt x="551922" y="137217"/>
                  <a:pt x="542487" y="146637"/>
                </a:cubicBezTo>
                <a:cubicBezTo>
                  <a:pt x="533142" y="155969"/>
                  <a:pt x="517922" y="155969"/>
                  <a:pt x="508576" y="146637"/>
                </a:cubicBezTo>
                <a:lnTo>
                  <a:pt x="501634" y="139705"/>
                </a:lnTo>
                <a:lnTo>
                  <a:pt x="460691" y="180675"/>
                </a:lnTo>
                <a:cubicBezTo>
                  <a:pt x="482587" y="208491"/>
                  <a:pt x="497272" y="242440"/>
                  <a:pt x="501723" y="279410"/>
                </a:cubicBezTo>
                <a:lnTo>
                  <a:pt x="559576" y="279410"/>
                </a:lnTo>
                <a:lnTo>
                  <a:pt x="559576" y="269634"/>
                </a:lnTo>
                <a:cubicBezTo>
                  <a:pt x="559576" y="256393"/>
                  <a:pt x="570346" y="245639"/>
                  <a:pt x="583608" y="245639"/>
                </a:cubicBezTo>
                <a:cubicBezTo>
                  <a:pt x="596869" y="245639"/>
                  <a:pt x="607639" y="256393"/>
                  <a:pt x="607639" y="269634"/>
                </a:cubicBezTo>
                <a:lnTo>
                  <a:pt x="607639" y="337088"/>
                </a:lnTo>
                <a:cubicBezTo>
                  <a:pt x="607639" y="350329"/>
                  <a:pt x="596869" y="361083"/>
                  <a:pt x="583608" y="361083"/>
                </a:cubicBezTo>
                <a:cubicBezTo>
                  <a:pt x="570346" y="361083"/>
                  <a:pt x="559576" y="350329"/>
                  <a:pt x="559576" y="337088"/>
                </a:cubicBezTo>
                <a:lnTo>
                  <a:pt x="559576" y="327312"/>
                </a:lnTo>
                <a:lnTo>
                  <a:pt x="501723" y="327312"/>
                </a:lnTo>
                <a:cubicBezTo>
                  <a:pt x="497272" y="364282"/>
                  <a:pt x="482587" y="398142"/>
                  <a:pt x="460691" y="426047"/>
                </a:cubicBezTo>
                <a:lnTo>
                  <a:pt x="501634" y="467017"/>
                </a:lnTo>
                <a:lnTo>
                  <a:pt x="508576" y="460085"/>
                </a:lnTo>
                <a:cubicBezTo>
                  <a:pt x="517922" y="450753"/>
                  <a:pt x="533142" y="450753"/>
                  <a:pt x="542487" y="460085"/>
                </a:cubicBezTo>
                <a:cubicBezTo>
                  <a:pt x="551922" y="469416"/>
                  <a:pt x="551922" y="484613"/>
                  <a:pt x="542487" y="493945"/>
                </a:cubicBezTo>
                <a:cubicBezTo>
                  <a:pt x="512759" y="523717"/>
                  <a:pt x="518456" y="518029"/>
                  <a:pt x="518990" y="517496"/>
                </a:cubicBezTo>
                <a:cubicBezTo>
                  <a:pt x="518545" y="517940"/>
                  <a:pt x="514272" y="522206"/>
                  <a:pt x="494691" y="541668"/>
                </a:cubicBezTo>
                <a:cubicBezTo>
                  <a:pt x="485346" y="551089"/>
                  <a:pt x="470126" y="551089"/>
                  <a:pt x="460780" y="541668"/>
                </a:cubicBezTo>
                <a:cubicBezTo>
                  <a:pt x="451435" y="532337"/>
                  <a:pt x="451435" y="517140"/>
                  <a:pt x="460780" y="507809"/>
                </a:cubicBezTo>
                <a:lnTo>
                  <a:pt x="467723" y="500877"/>
                </a:lnTo>
                <a:lnTo>
                  <a:pt x="426691" y="459996"/>
                </a:lnTo>
                <a:cubicBezTo>
                  <a:pt x="398744" y="481858"/>
                  <a:pt x="364833" y="496522"/>
                  <a:pt x="327806" y="500966"/>
                </a:cubicBezTo>
                <a:lnTo>
                  <a:pt x="327806" y="558732"/>
                </a:lnTo>
                <a:lnTo>
                  <a:pt x="337597" y="558732"/>
                </a:lnTo>
                <a:cubicBezTo>
                  <a:pt x="350859" y="558732"/>
                  <a:pt x="361628" y="569485"/>
                  <a:pt x="361628" y="582727"/>
                </a:cubicBezTo>
                <a:cubicBezTo>
                  <a:pt x="361628" y="595969"/>
                  <a:pt x="350859" y="606722"/>
                  <a:pt x="337597" y="606722"/>
                </a:cubicBezTo>
                <a:lnTo>
                  <a:pt x="270042" y="606722"/>
                </a:lnTo>
                <a:cubicBezTo>
                  <a:pt x="256780" y="606722"/>
                  <a:pt x="246011" y="595969"/>
                  <a:pt x="246011" y="582727"/>
                </a:cubicBezTo>
                <a:cubicBezTo>
                  <a:pt x="246011" y="569485"/>
                  <a:pt x="256780" y="558732"/>
                  <a:pt x="270042" y="558732"/>
                </a:cubicBezTo>
                <a:lnTo>
                  <a:pt x="279833" y="558732"/>
                </a:lnTo>
                <a:lnTo>
                  <a:pt x="279833" y="500966"/>
                </a:lnTo>
                <a:cubicBezTo>
                  <a:pt x="242806" y="496522"/>
                  <a:pt x="208806" y="481858"/>
                  <a:pt x="180948" y="459996"/>
                </a:cubicBezTo>
                <a:lnTo>
                  <a:pt x="139916" y="500877"/>
                </a:lnTo>
                <a:lnTo>
                  <a:pt x="146859" y="507809"/>
                </a:lnTo>
                <a:cubicBezTo>
                  <a:pt x="156204" y="517140"/>
                  <a:pt x="156204" y="532337"/>
                  <a:pt x="146859" y="541668"/>
                </a:cubicBezTo>
                <a:cubicBezTo>
                  <a:pt x="137424" y="551089"/>
                  <a:pt x="122293" y="551089"/>
                  <a:pt x="112859" y="541668"/>
                </a:cubicBezTo>
                <a:lnTo>
                  <a:pt x="77257" y="506120"/>
                </a:lnTo>
                <a:lnTo>
                  <a:pt x="68534" y="497411"/>
                </a:lnTo>
                <a:lnTo>
                  <a:pt x="65063" y="493945"/>
                </a:lnTo>
                <a:cubicBezTo>
                  <a:pt x="55717" y="484613"/>
                  <a:pt x="55717" y="469416"/>
                  <a:pt x="65063" y="460085"/>
                </a:cubicBezTo>
                <a:cubicBezTo>
                  <a:pt x="74497" y="450753"/>
                  <a:pt x="89628" y="450753"/>
                  <a:pt x="99063" y="460085"/>
                </a:cubicBezTo>
                <a:lnTo>
                  <a:pt x="105916" y="467017"/>
                </a:lnTo>
                <a:lnTo>
                  <a:pt x="146948" y="426047"/>
                </a:lnTo>
                <a:cubicBezTo>
                  <a:pt x="125052" y="398142"/>
                  <a:pt x="110367" y="364282"/>
                  <a:pt x="105916" y="327312"/>
                </a:cubicBezTo>
                <a:lnTo>
                  <a:pt x="47974" y="327312"/>
                </a:lnTo>
                <a:lnTo>
                  <a:pt x="47974" y="337088"/>
                </a:lnTo>
                <a:cubicBezTo>
                  <a:pt x="47974" y="350329"/>
                  <a:pt x="37293" y="361083"/>
                  <a:pt x="24031" y="361083"/>
                </a:cubicBezTo>
                <a:cubicBezTo>
                  <a:pt x="10770" y="361083"/>
                  <a:pt x="0" y="350329"/>
                  <a:pt x="0" y="337088"/>
                </a:cubicBezTo>
                <a:lnTo>
                  <a:pt x="0" y="269634"/>
                </a:lnTo>
                <a:cubicBezTo>
                  <a:pt x="0" y="256393"/>
                  <a:pt x="10770" y="245639"/>
                  <a:pt x="24031" y="245639"/>
                </a:cubicBezTo>
                <a:cubicBezTo>
                  <a:pt x="37293" y="245639"/>
                  <a:pt x="47974" y="256393"/>
                  <a:pt x="47974" y="269634"/>
                </a:cubicBezTo>
                <a:lnTo>
                  <a:pt x="47974" y="279410"/>
                </a:lnTo>
                <a:lnTo>
                  <a:pt x="105916" y="279410"/>
                </a:lnTo>
                <a:cubicBezTo>
                  <a:pt x="110367" y="242440"/>
                  <a:pt x="125052" y="208491"/>
                  <a:pt x="146948" y="180675"/>
                </a:cubicBezTo>
                <a:lnTo>
                  <a:pt x="105916" y="139705"/>
                </a:lnTo>
                <a:lnTo>
                  <a:pt x="99063" y="146637"/>
                </a:lnTo>
                <a:cubicBezTo>
                  <a:pt x="89628" y="155969"/>
                  <a:pt x="74497" y="155969"/>
                  <a:pt x="65063" y="146637"/>
                </a:cubicBezTo>
                <a:cubicBezTo>
                  <a:pt x="55717" y="137217"/>
                  <a:pt x="55717" y="122109"/>
                  <a:pt x="65063" y="112688"/>
                </a:cubicBezTo>
                <a:lnTo>
                  <a:pt x="106450" y="71452"/>
                </a:lnTo>
                <a:lnTo>
                  <a:pt x="112859" y="64965"/>
                </a:lnTo>
                <a:cubicBezTo>
                  <a:pt x="122293" y="55633"/>
                  <a:pt x="137424" y="55633"/>
                  <a:pt x="146859" y="64965"/>
                </a:cubicBezTo>
                <a:cubicBezTo>
                  <a:pt x="156204" y="74385"/>
                  <a:pt x="156204" y="89493"/>
                  <a:pt x="146859" y="98913"/>
                </a:cubicBezTo>
                <a:lnTo>
                  <a:pt x="139916" y="105756"/>
                </a:lnTo>
                <a:lnTo>
                  <a:pt x="180948" y="146726"/>
                </a:lnTo>
                <a:cubicBezTo>
                  <a:pt x="208806" y="124864"/>
                  <a:pt x="242806" y="110200"/>
                  <a:pt x="279833" y="105756"/>
                </a:cubicBezTo>
                <a:lnTo>
                  <a:pt x="279833" y="47901"/>
                </a:lnTo>
                <a:lnTo>
                  <a:pt x="270042" y="47901"/>
                </a:lnTo>
                <a:cubicBezTo>
                  <a:pt x="256780" y="47901"/>
                  <a:pt x="246011" y="37237"/>
                  <a:pt x="246011" y="23995"/>
                </a:cubicBezTo>
                <a:cubicBezTo>
                  <a:pt x="246011" y="10753"/>
                  <a:pt x="256780" y="0"/>
                  <a:pt x="270042" y="0"/>
                </a:cubicBezTo>
                <a:close/>
              </a:path>
            </a:pathLst>
          </a:cu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rmAutofit fontScale="40000" lnSpcReduction="20000"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idx="1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i="1" spc="300">
                <a:solidFill>
                  <a:schemeClr val="accent1"/>
                </a:solidFill>
                <a:latin typeface="+mn-ea"/>
                <a:ea typeface="+mn-ea"/>
                <a:cs typeface="+mn-ea"/>
              </a:rPr>
              <a:t>止于至善</a:t>
            </a:r>
            <a:endParaRPr spc="3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C79ECAFE-A460-4E13-ABCB-32CAE6136244}" type="slidenum">
              <a:rPr/>
            </a:fld>
            <a:endParaRPr/>
          </a:p>
        </p:txBody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图文-1）">
    <p:spTree>
      <p:nvGrpSpPr>
        <p:cNvPr id="1" name=""/>
        <p:cNvGrpSpPr/>
        <p:nvPr/>
      </p:nvGrpSpPr>
      <p:grpSpPr/>
      <p:pic>
        <p:nvPicPr>
          <p:cNvPr id="28" name="图片 27"/>
          <p:cNvPicPr>
            <a:picLocks noChangeAspect="1"/>
          </p:cNvPicPr>
          <p:nvPr/>
        </p:nvPicPr>
        <p:blipFill rotWithShape="1">
          <a:blip r:embed="rId2">
            <a:alphaModFix amt="5000"/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1" name="椭圆 60"/>
          <p:cNvSpPr>
            <a:spLocks noGrp="1"/>
          </p:cNvSpPr>
          <p:nvPr/>
        </p:nvSpPr>
        <p:spPr>
          <a:xfrm>
            <a:off x="5194921" y="1699260"/>
            <a:ext cx="1789458" cy="181313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2" name="椭圆 61"/>
          <p:cNvSpPr>
            <a:spLocks noGrp="1"/>
          </p:cNvSpPr>
          <p:nvPr/>
        </p:nvSpPr>
        <p:spPr>
          <a:xfrm>
            <a:off x="8999857" y="1699260"/>
            <a:ext cx="1789458" cy="181313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0" name="椭圆 29"/>
          <p:cNvSpPr>
            <a:spLocks noGrp="1"/>
          </p:cNvSpPr>
          <p:nvPr/>
        </p:nvSpPr>
        <p:spPr>
          <a:xfrm>
            <a:off x="1389985" y="1699260"/>
            <a:ext cx="1789458" cy="181313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4" name="图片占位符 53"/>
          <p:cNvSpPr>
            <a:spLocks noGrp="1"/>
          </p:cNvSpPr>
          <p:nvPr>
            <p:ph type="pic" idx="12"/>
          </p:nvPr>
        </p:nvSpPr>
        <p:spPr>
          <a:xfrm>
            <a:off x="1437869" y="1747777"/>
            <a:ext cx="1693690" cy="1716096"/>
          </a:xfrm>
          <a:custGeom>
            <a:avLst/>
            <a:gdLst>
              <a:gd name="connsiteX0" fmla="*/ 846845 w 1693690"/>
              <a:gd name="connsiteY0" fmla="*/ 0 h 1716096"/>
              <a:gd name="connsiteX1" fmla="*/ 1693690 w 1693690"/>
              <a:gd name="connsiteY1" fmla="*/ 858048 h 1716096"/>
              <a:gd name="connsiteX2" fmla="*/ 846845 w 1693690"/>
              <a:gd name="connsiteY2" fmla="*/ 1716096 h 1716096"/>
              <a:gd name="connsiteX3" fmla="*/ 0 w 1693690"/>
              <a:gd name="connsiteY3" fmla="*/ 858048 h 1716096"/>
              <a:gd name="connsiteX4" fmla="*/ 846845 w 1693690"/>
              <a:gd name="connsiteY4" fmla="*/ 0 h 1716096"/>
            </a:gdLst>
            <a:ahLst/>
            <a:cxnLst/>
            <a:rect l="l" t="t" r="r" b="b"/>
            <a:pathLst>
              <a:path w="1693690" h="1716096">
                <a:moveTo>
                  <a:pt x="846845" y="0"/>
                </a:moveTo>
                <a:cubicBezTo>
                  <a:pt x="1314545" y="0"/>
                  <a:pt x="1693690" y="384161"/>
                  <a:pt x="1693690" y="858048"/>
                </a:cubicBezTo>
                <a:cubicBezTo>
                  <a:pt x="1693690" y="1331935"/>
                  <a:pt x="1314545" y="1716096"/>
                  <a:pt x="846845" y="1716096"/>
                </a:cubicBezTo>
                <a:cubicBezTo>
                  <a:pt x="379145" y="1716096"/>
                  <a:pt x="0" y="1331935"/>
                  <a:pt x="0" y="858048"/>
                </a:cubicBezTo>
                <a:cubicBezTo>
                  <a:pt x="0" y="384161"/>
                  <a:pt x="379145" y="0"/>
                  <a:pt x="84684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buNone/>
              <a:defRPr/>
            </a:lvl1pPr>
          </a:lstStyle>
          <a:p/>
        </p:txBody>
      </p:sp>
      <p:sp>
        <p:nvSpPr>
          <p:cNvPr id="25" name="文本占位符 67"/>
          <p:cNvSpPr>
            <a:spLocks noGrp="1"/>
          </p:cNvSpPr>
          <p:nvPr>
            <p:ph type="body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  <a:cs typeface="+mj-ea"/>
              </a:defRPr>
            </a:lvl1pPr>
          </a:lstStyle>
          <a:p>
            <a:pPr lvl="0">
              <a:buNone/>
            </a:pPr>
            <a:r>
              <a:t>请输入你的章节标题</a:t>
            </a: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60400" y="2730417"/>
            <a:ext cx="3248628" cy="3403683"/>
          </a:xfrm>
          <a:prstGeom prst="rect">
            <a:avLst/>
          </a:pr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8270272" y="2730417"/>
            <a:ext cx="3248628" cy="3403683"/>
          </a:xfrm>
          <a:prstGeom prst="rect">
            <a:avLst/>
          </a:pr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4465336" y="2730417"/>
            <a:ext cx="3248628" cy="3403683"/>
          </a:xfrm>
          <a:prstGeom prst="rect">
            <a:avLst/>
          </a:pr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9" name="图片占位符 58"/>
          <p:cNvSpPr>
            <a:spLocks noGrp="1"/>
          </p:cNvSpPr>
          <p:nvPr>
            <p:ph type="pic" idx="13"/>
          </p:nvPr>
        </p:nvSpPr>
        <p:spPr>
          <a:xfrm>
            <a:off x="5242805" y="1747777"/>
            <a:ext cx="1693690" cy="1716096"/>
          </a:xfrm>
          <a:custGeom>
            <a:avLst/>
            <a:gdLst>
              <a:gd name="connsiteX0" fmla="*/ 846845 w 1693690"/>
              <a:gd name="connsiteY0" fmla="*/ 0 h 1716096"/>
              <a:gd name="connsiteX1" fmla="*/ 1693690 w 1693690"/>
              <a:gd name="connsiteY1" fmla="*/ 858048 h 1716096"/>
              <a:gd name="connsiteX2" fmla="*/ 846845 w 1693690"/>
              <a:gd name="connsiteY2" fmla="*/ 1716096 h 1716096"/>
              <a:gd name="connsiteX3" fmla="*/ 0 w 1693690"/>
              <a:gd name="connsiteY3" fmla="*/ 858048 h 1716096"/>
              <a:gd name="connsiteX4" fmla="*/ 846845 w 1693690"/>
              <a:gd name="connsiteY4" fmla="*/ 0 h 1716096"/>
            </a:gdLst>
            <a:ahLst/>
            <a:cxnLst/>
            <a:rect l="l" t="t" r="r" b="b"/>
            <a:pathLst>
              <a:path w="1693690" h="1716096">
                <a:moveTo>
                  <a:pt x="846845" y="0"/>
                </a:moveTo>
                <a:cubicBezTo>
                  <a:pt x="1314545" y="0"/>
                  <a:pt x="1693690" y="384161"/>
                  <a:pt x="1693690" y="858048"/>
                </a:cubicBezTo>
                <a:cubicBezTo>
                  <a:pt x="1693690" y="1331935"/>
                  <a:pt x="1314545" y="1716096"/>
                  <a:pt x="846845" y="1716096"/>
                </a:cubicBezTo>
                <a:cubicBezTo>
                  <a:pt x="379145" y="1716096"/>
                  <a:pt x="0" y="1331935"/>
                  <a:pt x="0" y="858048"/>
                </a:cubicBezTo>
                <a:cubicBezTo>
                  <a:pt x="0" y="384161"/>
                  <a:pt x="379145" y="0"/>
                  <a:pt x="84684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buNone/>
              <a:defRPr/>
            </a:lvl1pPr>
          </a:lstStyle>
          <a:p/>
        </p:txBody>
      </p:sp>
      <p:sp>
        <p:nvSpPr>
          <p:cNvPr id="60" name="图片占位符 59"/>
          <p:cNvSpPr>
            <a:spLocks noGrp="1"/>
          </p:cNvSpPr>
          <p:nvPr>
            <p:ph type="pic" idx="14"/>
          </p:nvPr>
        </p:nvSpPr>
        <p:spPr>
          <a:xfrm>
            <a:off x="9047741" y="1747777"/>
            <a:ext cx="1693690" cy="1716096"/>
          </a:xfrm>
          <a:custGeom>
            <a:avLst/>
            <a:gdLst>
              <a:gd name="connsiteX0" fmla="*/ 846845 w 1693690"/>
              <a:gd name="connsiteY0" fmla="*/ 0 h 1716096"/>
              <a:gd name="connsiteX1" fmla="*/ 1693690 w 1693690"/>
              <a:gd name="connsiteY1" fmla="*/ 858048 h 1716096"/>
              <a:gd name="connsiteX2" fmla="*/ 846845 w 1693690"/>
              <a:gd name="connsiteY2" fmla="*/ 1716096 h 1716096"/>
              <a:gd name="connsiteX3" fmla="*/ 0 w 1693690"/>
              <a:gd name="connsiteY3" fmla="*/ 858048 h 1716096"/>
              <a:gd name="connsiteX4" fmla="*/ 846845 w 1693690"/>
              <a:gd name="connsiteY4" fmla="*/ 0 h 1716096"/>
            </a:gdLst>
            <a:ahLst/>
            <a:cxnLst/>
            <a:rect l="l" t="t" r="r" b="b"/>
            <a:pathLst>
              <a:path w="1693690" h="1716096">
                <a:moveTo>
                  <a:pt x="846845" y="0"/>
                </a:moveTo>
                <a:cubicBezTo>
                  <a:pt x="1314545" y="0"/>
                  <a:pt x="1693690" y="384161"/>
                  <a:pt x="1693690" y="858048"/>
                </a:cubicBezTo>
                <a:cubicBezTo>
                  <a:pt x="1693690" y="1331935"/>
                  <a:pt x="1314545" y="1716096"/>
                  <a:pt x="846845" y="1716096"/>
                </a:cubicBezTo>
                <a:cubicBezTo>
                  <a:pt x="379145" y="1716096"/>
                  <a:pt x="0" y="1331935"/>
                  <a:pt x="0" y="858048"/>
                </a:cubicBezTo>
                <a:cubicBezTo>
                  <a:pt x="0" y="384161"/>
                  <a:pt x="379145" y="0"/>
                  <a:pt x="84684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buNone/>
              <a:defRPr/>
            </a:lvl1pPr>
          </a:lstStyle>
          <a:p/>
        </p:txBody>
      </p:sp>
      <p:sp>
        <p:nvSpPr>
          <p:cNvPr id="63" name="文本占位符 8"/>
          <p:cNvSpPr>
            <a:spLocks noGrp="1"/>
          </p:cNvSpPr>
          <p:nvPr>
            <p:ph type="body" idx="15" hasCustomPrompt="1"/>
          </p:nvPr>
        </p:nvSpPr>
        <p:spPr>
          <a:xfrm>
            <a:off x="943753" y="3648867"/>
            <a:ext cx="2681922" cy="39400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>
              <a:buNone/>
            </a:pPr>
            <a:r>
              <a:t>请输入你的标题</a:t>
            </a:r>
          </a:p>
        </p:txBody>
      </p:sp>
      <p:sp>
        <p:nvSpPr>
          <p:cNvPr id="66" name="文本占位符 11"/>
          <p:cNvSpPr>
            <a:spLocks noGrp="1"/>
          </p:cNvSpPr>
          <p:nvPr>
            <p:ph type="body" idx="16" hasCustomPrompt="1"/>
          </p:nvPr>
        </p:nvSpPr>
        <p:spPr>
          <a:xfrm>
            <a:off x="822334" y="4325324"/>
            <a:ext cx="2924760" cy="14773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>
              <a:buNone/>
            </a:pPr>
            <a:r>
              <a:t>请输入你的内容</a:t>
            </a:r>
          </a:p>
        </p:txBody>
      </p:sp>
      <p:sp>
        <p:nvSpPr>
          <p:cNvPr id="67" name="文本占位符 8"/>
          <p:cNvSpPr>
            <a:spLocks noGrp="1"/>
          </p:cNvSpPr>
          <p:nvPr>
            <p:ph type="body" idx="17" hasCustomPrompt="1"/>
          </p:nvPr>
        </p:nvSpPr>
        <p:spPr>
          <a:xfrm>
            <a:off x="4748689" y="3648867"/>
            <a:ext cx="2681922" cy="39400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>
              <a:buNone/>
            </a:pPr>
            <a:r>
              <a:t>请输入你的标题</a:t>
            </a:r>
          </a:p>
        </p:txBody>
      </p:sp>
      <p:sp>
        <p:nvSpPr>
          <p:cNvPr id="68" name="文本占位符 11"/>
          <p:cNvSpPr>
            <a:spLocks noGrp="1"/>
          </p:cNvSpPr>
          <p:nvPr>
            <p:ph type="body" idx="18" hasCustomPrompt="1"/>
          </p:nvPr>
        </p:nvSpPr>
        <p:spPr>
          <a:xfrm>
            <a:off x="4627270" y="4325324"/>
            <a:ext cx="2924760" cy="14773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>
              <a:buNone/>
            </a:pPr>
            <a:r>
              <a:t>请输入你的内容</a:t>
            </a:r>
          </a:p>
        </p:txBody>
      </p:sp>
      <p:sp>
        <p:nvSpPr>
          <p:cNvPr id="69" name="文本占位符 8"/>
          <p:cNvSpPr>
            <a:spLocks noGrp="1"/>
          </p:cNvSpPr>
          <p:nvPr>
            <p:ph type="body" idx="19" hasCustomPrompt="1"/>
          </p:nvPr>
        </p:nvSpPr>
        <p:spPr>
          <a:xfrm>
            <a:off x="8553625" y="3648867"/>
            <a:ext cx="2681922" cy="39400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>
              <a:buNone/>
            </a:pPr>
            <a:r>
              <a:t>请输入你的标题</a:t>
            </a:r>
          </a:p>
        </p:txBody>
      </p:sp>
      <p:sp>
        <p:nvSpPr>
          <p:cNvPr id="70" name="文本占位符 11"/>
          <p:cNvSpPr>
            <a:spLocks noGrp="1"/>
          </p:cNvSpPr>
          <p:nvPr>
            <p:ph type="body" idx="20" hasCustomPrompt="1"/>
          </p:nvPr>
        </p:nvSpPr>
        <p:spPr>
          <a:xfrm>
            <a:off x="8432206" y="4325324"/>
            <a:ext cx="2924760" cy="14773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>
              <a:buNone/>
            </a:pPr>
            <a:r>
              <a:t>请输入你的内容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21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i="1" spc="300">
                <a:solidFill>
                  <a:schemeClr val="accent1"/>
                </a:solidFill>
                <a:latin typeface="+mn-ea"/>
                <a:ea typeface="+mn-ea"/>
                <a:cs typeface="+mn-ea"/>
              </a:rPr>
              <a:t>止于至善</a:t>
            </a:r>
            <a:endParaRPr spc="3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C79ECAFE-A460-4E13-ABCB-32CAE6136244}" type="slidenum">
              <a:rPr/>
            </a:fld>
            <a:endParaRPr/>
          </a:p>
        </p:txBody>
      </p:sp>
      <p:sp>
        <p:nvSpPr>
          <p:cNvPr id="36" name="íṥļîḓê"/>
          <p:cNvSpPr>
            <a:spLocks noGrp="1"/>
          </p:cNvSpPr>
          <p:nvPr/>
        </p:nvSpPr>
        <p:spPr>
          <a:xfrm>
            <a:off x="660400" y="344681"/>
            <a:ext cx="384771" cy="384771"/>
          </a:xfrm>
          <a:prstGeom prst="ellipse">
            <a:avLst/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rmAutofit fontScale="77500" lnSpcReduction="20000"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7" name="íṥlíḓê"/>
          <p:cNvSpPr>
            <a:spLocks noGrp="1"/>
          </p:cNvSpPr>
          <p:nvPr/>
        </p:nvSpPr>
        <p:spPr>
          <a:xfrm>
            <a:off x="695973" y="380253"/>
            <a:ext cx="313624" cy="31362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 fontScale="55000" lnSpcReduction="20000"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8" name="ïśļiḑé"/>
          <p:cNvSpPr>
            <a:spLocks noGrp="1"/>
          </p:cNvSpPr>
          <p:nvPr/>
        </p:nvSpPr>
        <p:spPr>
          <a:xfrm>
            <a:off x="756336" y="440762"/>
            <a:ext cx="192896" cy="192603"/>
          </a:xfrm>
          <a:custGeom>
            <a:avLst/>
            <a:gdLst>
              <a:gd name="connsiteX0" fmla="*/ 347041 w 607639"/>
              <a:gd name="connsiteY0" fmla="*/ 313875 h 606722"/>
              <a:gd name="connsiteX1" fmla="*/ 379713 w 607639"/>
              <a:gd name="connsiteY1" fmla="*/ 346512 h 606722"/>
              <a:gd name="connsiteX2" fmla="*/ 347041 w 607639"/>
              <a:gd name="connsiteY2" fmla="*/ 379149 h 606722"/>
              <a:gd name="connsiteX3" fmla="*/ 314369 w 607639"/>
              <a:gd name="connsiteY3" fmla="*/ 346512 h 606722"/>
              <a:gd name="connsiteX4" fmla="*/ 347041 w 607639"/>
              <a:gd name="connsiteY4" fmla="*/ 313875 h 606722"/>
              <a:gd name="connsiteX5" fmla="*/ 260563 w 607639"/>
              <a:gd name="connsiteY5" fmla="*/ 213037 h 606722"/>
              <a:gd name="connsiteX6" fmla="*/ 313452 w 607639"/>
              <a:gd name="connsiteY6" fmla="*/ 265856 h 606722"/>
              <a:gd name="connsiteX7" fmla="*/ 260563 w 607639"/>
              <a:gd name="connsiteY7" fmla="*/ 318675 h 606722"/>
              <a:gd name="connsiteX8" fmla="*/ 207674 w 607639"/>
              <a:gd name="connsiteY8" fmla="*/ 265856 h 606722"/>
              <a:gd name="connsiteX9" fmla="*/ 260563 w 607639"/>
              <a:gd name="connsiteY9" fmla="*/ 213037 h 606722"/>
              <a:gd name="connsiteX10" fmla="*/ 303775 w 607639"/>
              <a:gd name="connsiteY10" fmla="*/ 152236 h 606722"/>
              <a:gd name="connsiteX11" fmla="*/ 152466 w 607639"/>
              <a:gd name="connsiteY11" fmla="*/ 303317 h 606722"/>
              <a:gd name="connsiteX12" fmla="*/ 303775 w 607639"/>
              <a:gd name="connsiteY12" fmla="*/ 454486 h 606722"/>
              <a:gd name="connsiteX13" fmla="*/ 455173 w 607639"/>
              <a:gd name="connsiteY13" fmla="*/ 303317 h 606722"/>
              <a:gd name="connsiteX14" fmla="*/ 303775 w 607639"/>
              <a:gd name="connsiteY14" fmla="*/ 152236 h 606722"/>
              <a:gd name="connsiteX15" fmla="*/ 270042 w 607639"/>
              <a:gd name="connsiteY15" fmla="*/ 0 h 606722"/>
              <a:gd name="connsiteX16" fmla="*/ 337597 w 607639"/>
              <a:gd name="connsiteY16" fmla="*/ 0 h 606722"/>
              <a:gd name="connsiteX17" fmla="*/ 361628 w 607639"/>
              <a:gd name="connsiteY17" fmla="*/ 23995 h 606722"/>
              <a:gd name="connsiteX18" fmla="*/ 337597 w 607639"/>
              <a:gd name="connsiteY18" fmla="*/ 47901 h 606722"/>
              <a:gd name="connsiteX19" fmla="*/ 327806 w 607639"/>
              <a:gd name="connsiteY19" fmla="*/ 47901 h 606722"/>
              <a:gd name="connsiteX20" fmla="*/ 327806 w 607639"/>
              <a:gd name="connsiteY20" fmla="*/ 105756 h 606722"/>
              <a:gd name="connsiteX21" fmla="*/ 426691 w 607639"/>
              <a:gd name="connsiteY21" fmla="*/ 146726 h 606722"/>
              <a:gd name="connsiteX22" fmla="*/ 467723 w 607639"/>
              <a:gd name="connsiteY22" fmla="*/ 105756 h 606722"/>
              <a:gd name="connsiteX23" fmla="*/ 460780 w 607639"/>
              <a:gd name="connsiteY23" fmla="*/ 98913 h 606722"/>
              <a:gd name="connsiteX24" fmla="*/ 460780 w 607639"/>
              <a:gd name="connsiteY24" fmla="*/ 64965 h 606722"/>
              <a:gd name="connsiteX25" fmla="*/ 494691 w 607639"/>
              <a:gd name="connsiteY25" fmla="*/ 64965 h 606722"/>
              <a:gd name="connsiteX26" fmla="*/ 530382 w 607639"/>
              <a:gd name="connsiteY26" fmla="*/ 100602 h 606722"/>
              <a:gd name="connsiteX27" fmla="*/ 531094 w 607639"/>
              <a:gd name="connsiteY27" fmla="*/ 101313 h 606722"/>
              <a:gd name="connsiteX28" fmla="*/ 537414 w 607639"/>
              <a:gd name="connsiteY28" fmla="*/ 107534 h 606722"/>
              <a:gd name="connsiteX29" fmla="*/ 537770 w 607639"/>
              <a:gd name="connsiteY29" fmla="*/ 107978 h 606722"/>
              <a:gd name="connsiteX30" fmla="*/ 537948 w 607639"/>
              <a:gd name="connsiteY30" fmla="*/ 108156 h 606722"/>
              <a:gd name="connsiteX31" fmla="*/ 538482 w 607639"/>
              <a:gd name="connsiteY31" fmla="*/ 108689 h 606722"/>
              <a:gd name="connsiteX32" fmla="*/ 538215 w 607639"/>
              <a:gd name="connsiteY32" fmla="*/ 108423 h 606722"/>
              <a:gd name="connsiteX33" fmla="*/ 538749 w 607639"/>
              <a:gd name="connsiteY33" fmla="*/ 108867 h 606722"/>
              <a:gd name="connsiteX34" fmla="*/ 539105 w 607639"/>
              <a:gd name="connsiteY34" fmla="*/ 109311 h 606722"/>
              <a:gd name="connsiteX35" fmla="*/ 542487 w 607639"/>
              <a:gd name="connsiteY35" fmla="*/ 112688 h 606722"/>
              <a:gd name="connsiteX36" fmla="*/ 542487 w 607639"/>
              <a:gd name="connsiteY36" fmla="*/ 146637 h 606722"/>
              <a:gd name="connsiteX37" fmla="*/ 508576 w 607639"/>
              <a:gd name="connsiteY37" fmla="*/ 146637 h 606722"/>
              <a:gd name="connsiteX38" fmla="*/ 501634 w 607639"/>
              <a:gd name="connsiteY38" fmla="*/ 139705 h 606722"/>
              <a:gd name="connsiteX39" fmla="*/ 460691 w 607639"/>
              <a:gd name="connsiteY39" fmla="*/ 180675 h 606722"/>
              <a:gd name="connsiteX40" fmla="*/ 501723 w 607639"/>
              <a:gd name="connsiteY40" fmla="*/ 279410 h 606722"/>
              <a:gd name="connsiteX41" fmla="*/ 559576 w 607639"/>
              <a:gd name="connsiteY41" fmla="*/ 279410 h 606722"/>
              <a:gd name="connsiteX42" fmla="*/ 559576 w 607639"/>
              <a:gd name="connsiteY42" fmla="*/ 269634 h 606722"/>
              <a:gd name="connsiteX43" fmla="*/ 583608 w 607639"/>
              <a:gd name="connsiteY43" fmla="*/ 245639 h 606722"/>
              <a:gd name="connsiteX44" fmla="*/ 607639 w 607639"/>
              <a:gd name="connsiteY44" fmla="*/ 269634 h 606722"/>
              <a:gd name="connsiteX45" fmla="*/ 607639 w 607639"/>
              <a:gd name="connsiteY45" fmla="*/ 337088 h 606722"/>
              <a:gd name="connsiteX46" fmla="*/ 583608 w 607639"/>
              <a:gd name="connsiteY46" fmla="*/ 361083 h 606722"/>
              <a:gd name="connsiteX47" fmla="*/ 559576 w 607639"/>
              <a:gd name="connsiteY47" fmla="*/ 337088 h 606722"/>
              <a:gd name="connsiteX48" fmla="*/ 559576 w 607639"/>
              <a:gd name="connsiteY48" fmla="*/ 327312 h 606722"/>
              <a:gd name="connsiteX49" fmla="*/ 501723 w 607639"/>
              <a:gd name="connsiteY49" fmla="*/ 327312 h 606722"/>
              <a:gd name="connsiteX50" fmla="*/ 460691 w 607639"/>
              <a:gd name="connsiteY50" fmla="*/ 426047 h 606722"/>
              <a:gd name="connsiteX51" fmla="*/ 501634 w 607639"/>
              <a:gd name="connsiteY51" fmla="*/ 467017 h 606722"/>
              <a:gd name="connsiteX52" fmla="*/ 508576 w 607639"/>
              <a:gd name="connsiteY52" fmla="*/ 460085 h 606722"/>
              <a:gd name="connsiteX53" fmla="*/ 542487 w 607639"/>
              <a:gd name="connsiteY53" fmla="*/ 460085 h 606722"/>
              <a:gd name="connsiteX54" fmla="*/ 542487 w 607639"/>
              <a:gd name="connsiteY54" fmla="*/ 493945 h 606722"/>
              <a:gd name="connsiteX55" fmla="*/ 518990 w 607639"/>
              <a:gd name="connsiteY55" fmla="*/ 517496 h 606722"/>
              <a:gd name="connsiteX56" fmla="*/ 494691 w 607639"/>
              <a:gd name="connsiteY56" fmla="*/ 541668 h 606722"/>
              <a:gd name="connsiteX57" fmla="*/ 460780 w 607639"/>
              <a:gd name="connsiteY57" fmla="*/ 541668 h 606722"/>
              <a:gd name="connsiteX58" fmla="*/ 460780 w 607639"/>
              <a:gd name="connsiteY58" fmla="*/ 507809 h 606722"/>
              <a:gd name="connsiteX59" fmla="*/ 467723 w 607639"/>
              <a:gd name="connsiteY59" fmla="*/ 500877 h 606722"/>
              <a:gd name="connsiteX60" fmla="*/ 426691 w 607639"/>
              <a:gd name="connsiteY60" fmla="*/ 459996 h 606722"/>
              <a:gd name="connsiteX61" fmla="*/ 327806 w 607639"/>
              <a:gd name="connsiteY61" fmla="*/ 500966 h 606722"/>
              <a:gd name="connsiteX62" fmla="*/ 327806 w 607639"/>
              <a:gd name="connsiteY62" fmla="*/ 558732 h 606722"/>
              <a:gd name="connsiteX63" fmla="*/ 337597 w 607639"/>
              <a:gd name="connsiteY63" fmla="*/ 558732 h 606722"/>
              <a:gd name="connsiteX64" fmla="*/ 361628 w 607639"/>
              <a:gd name="connsiteY64" fmla="*/ 582727 h 606722"/>
              <a:gd name="connsiteX65" fmla="*/ 337597 w 607639"/>
              <a:gd name="connsiteY65" fmla="*/ 606722 h 606722"/>
              <a:gd name="connsiteX66" fmla="*/ 270042 w 607639"/>
              <a:gd name="connsiteY66" fmla="*/ 606722 h 606722"/>
              <a:gd name="connsiteX67" fmla="*/ 246011 w 607639"/>
              <a:gd name="connsiteY67" fmla="*/ 582727 h 606722"/>
              <a:gd name="connsiteX68" fmla="*/ 270042 w 607639"/>
              <a:gd name="connsiteY68" fmla="*/ 558732 h 606722"/>
              <a:gd name="connsiteX69" fmla="*/ 279833 w 607639"/>
              <a:gd name="connsiteY69" fmla="*/ 558732 h 606722"/>
              <a:gd name="connsiteX70" fmla="*/ 279833 w 607639"/>
              <a:gd name="connsiteY70" fmla="*/ 500966 h 606722"/>
              <a:gd name="connsiteX71" fmla="*/ 180948 w 607639"/>
              <a:gd name="connsiteY71" fmla="*/ 459996 h 606722"/>
              <a:gd name="connsiteX72" fmla="*/ 139916 w 607639"/>
              <a:gd name="connsiteY72" fmla="*/ 500877 h 606722"/>
              <a:gd name="connsiteX73" fmla="*/ 146859 w 607639"/>
              <a:gd name="connsiteY73" fmla="*/ 507809 h 606722"/>
              <a:gd name="connsiteX74" fmla="*/ 146859 w 607639"/>
              <a:gd name="connsiteY74" fmla="*/ 541668 h 606722"/>
              <a:gd name="connsiteX75" fmla="*/ 112859 w 607639"/>
              <a:gd name="connsiteY75" fmla="*/ 541668 h 606722"/>
              <a:gd name="connsiteX76" fmla="*/ 77257 w 607639"/>
              <a:gd name="connsiteY76" fmla="*/ 506120 h 606722"/>
              <a:gd name="connsiteX77" fmla="*/ 68534 w 607639"/>
              <a:gd name="connsiteY77" fmla="*/ 497411 h 606722"/>
              <a:gd name="connsiteX78" fmla="*/ 65063 w 607639"/>
              <a:gd name="connsiteY78" fmla="*/ 493945 h 606722"/>
              <a:gd name="connsiteX79" fmla="*/ 65063 w 607639"/>
              <a:gd name="connsiteY79" fmla="*/ 460085 h 606722"/>
              <a:gd name="connsiteX80" fmla="*/ 99063 w 607639"/>
              <a:gd name="connsiteY80" fmla="*/ 460085 h 606722"/>
              <a:gd name="connsiteX81" fmla="*/ 105916 w 607639"/>
              <a:gd name="connsiteY81" fmla="*/ 467017 h 606722"/>
              <a:gd name="connsiteX82" fmla="*/ 146948 w 607639"/>
              <a:gd name="connsiteY82" fmla="*/ 426047 h 606722"/>
              <a:gd name="connsiteX83" fmla="*/ 105916 w 607639"/>
              <a:gd name="connsiteY83" fmla="*/ 327312 h 606722"/>
              <a:gd name="connsiteX84" fmla="*/ 47974 w 607639"/>
              <a:gd name="connsiteY84" fmla="*/ 327312 h 606722"/>
              <a:gd name="connsiteX85" fmla="*/ 47974 w 607639"/>
              <a:gd name="connsiteY85" fmla="*/ 337088 h 606722"/>
              <a:gd name="connsiteX86" fmla="*/ 24031 w 607639"/>
              <a:gd name="connsiteY86" fmla="*/ 361083 h 606722"/>
              <a:gd name="connsiteX87" fmla="*/ 0 w 607639"/>
              <a:gd name="connsiteY87" fmla="*/ 337088 h 606722"/>
              <a:gd name="connsiteX88" fmla="*/ 0 w 607639"/>
              <a:gd name="connsiteY88" fmla="*/ 269634 h 606722"/>
              <a:gd name="connsiteX89" fmla="*/ 24031 w 607639"/>
              <a:gd name="connsiteY89" fmla="*/ 245639 h 606722"/>
              <a:gd name="connsiteX90" fmla="*/ 47974 w 607639"/>
              <a:gd name="connsiteY90" fmla="*/ 269634 h 606722"/>
              <a:gd name="connsiteX91" fmla="*/ 47974 w 607639"/>
              <a:gd name="connsiteY91" fmla="*/ 279410 h 606722"/>
              <a:gd name="connsiteX92" fmla="*/ 105916 w 607639"/>
              <a:gd name="connsiteY92" fmla="*/ 279410 h 606722"/>
              <a:gd name="connsiteX93" fmla="*/ 146948 w 607639"/>
              <a:gd name="connsiteY93" fmla="*/ 180675 h 606722"/>
              <a:gd name="connsiteX94" fmla="*/ 105916 w 607639"/>
              <a:gd name="connsiteY94" fmla="*/ 139705 h 606722"/>
              <a:gd name="connsiteX95" fmla="*/ 99063 w 607639"/>
              <a:gd name="connsiteY95" fmla="*/ 146637 h 606722"/>
              <a:gd name="connsiteX96" fmla="*/ 65063 w 607639"/>
              <a:gd name="connsiteY96" fmla="*/ 146637 h 606722"/>
              <a:gd name="connsiteX97" fmla="*/ 65063 w 607639"/>
              <a:gd name="connsiteY97" fmla="*/ 112688 h 606722"/>
              <a:gd name="connsiteX98" fmla="*/ 106450 w 607639"/>
              <a:gd name="connsiteY98" fmla="*/ 71452 h 606722"/>
              <a:gd name="connsiteX99" fmla="*/ 112859 w 607639"/>
              <a:gd name="connsiteY99" fmla="*/ 64965 h 606722"/>
              <a:gd name="connsiteX100" fmla="*/ 146859 w 607639"/>
              <a:gd name="connsiteY100" fmla="*/ 64965 h 606722"/>
              <a:gd name="connsiteX101" fmla="*/ 146859 w 607639"/>
              <a:gd name="connsiteY101" fmla="*/ 98913 h 606722"/>
              <a:gd name="connsiteX102" fmla="*/ 139916 w 607639"/>
              <a:gd name="connsiteY102" fmla="*/ 105756 h 606722"/>
              <a:gd name="connsiteX103" fmla="*/ 180948 w 607639"/>
              <a:gd name="connsiteY103" fmla="*/ 146726 h 606722"/>
              <a:gd name="connsiteX104" fmla="*/ 279833 w 607639"/>
              <a:gd name="connsiteY104" fmla="*/ 105756 h 606722"/>
              <a:gd name="connsiteX105" fmla="*/ 279833 w 607639"/>
              <a:gd name="connsiteY105" fmla="*/ 47901 h 606722"/>
              <a:gd name="connsiteX106" fmla="*/ 270042 w 607639"/>
              <a:gd name="connsiteY106" fmla="*/ 47901 h 606722"/>
              <a:gd name="connsiteX107" fmla="*/ 246011 w 607639"/>
              <a:gd name="connsiteY107" fmla="*/ 23995 h 606722"/>
              <a:gd name="connsiteX108" fmla="*/ 270042 w 607639"/>
              <a:gd name="connsiteY108" fmla="*/ 0 h 606722"/>
            </a:gdLst>
            <a:ahLst/>
            <a:cxnLst/>
            <a:rect l="l" t="t" r="r" b="b"/>
            <a:pathLst>
              <a:path w="607639" h="606722">
                <a:moveTo>
                  <a:pt x="347041" y="313875"/>
                </a:moveTo>
                <a:cubicBezTo>
                  <a:pt x="365085" y="313875"/>
                  <a:pt x="379713" y="328487"/>
                  <a:pt x="379713" y="346512"/>
                </a:cubicBezTo>
                <a:cubicBezTo>
                  <a:pt x="379713" y="364537"/>
                  <a:pt x="365085" y="379149"/>
                  <a:pt x="347041" y="379149"/>
                </a:cubicBezTo>
                <a:cubicBezTo>
                  <a:pt x="328997" y="379149"/>
                  <a:pt x="314369" y="364537"/>
                  <a:pt x="314369" y="346512"/>
                </a:cubicBezTo>
                <a:cubicBezTo>
                  <a:pt x="314369" y="328487"/>
                  <a:pt x="328997" y="313875"/>
                  <a:pt x="347041" y="313875"/>
                </a:cubicBezTo>
                <a:close/>
                <a:moveTo>
                  <a:pt x="260563" y="213037"/>
                </a:moveTo>
                <a:cubicBezTo>
                  <a:pt x="289773" y="213037"/>
                  <a:pt x="313452" y="236685"/>
                  <a:pt x="313452" y="265856"/>
                </a:cubicBezTo>
                <a:cubicBezTo>
                  <a:pt x="313452" y="295027"/>
                  <a:pt x="289773" y="318675"/>
                  <a:pt x="260563" y="318675"/>
                </a:cubicBezTo>
                <a:cubicBezTo>
                  <a:pt x="231353" y="318675"/>
                  <a:pt x="207674" y="295027"/>
                  <a:pt x="207674" y="265856"/>
                </a:cubicBezTo>
                <a:cubicBezTo>
                  <a:pt x="207674" y="236685"/>
                  <a:pt x="231353" y="213037"/>
                  <a:pt x="260563" y="213037"/>
                </a:cubicBezTo>
                <a:close/>
                <a:moveTo>
                  <a:pt x="303775" y="152236"/>
                </a:moveTo>
                <a:cubicBezTo>
                  <a:pt x="220377" y="152236"/>
                  <a:pt x="152466" y="220045"/>
                  <a:pt x="152466" y="303317"/>
                </a:cubicBezTo>
                <a:cubicBezTo>
                  <a:pt x="152466" y="386678"/>
                  <a:pt x="220377" y="454486"/>
                  <a:pt x="303775" y="454486"/>
                </a:cubicBezTo>
                <a:cubicBezTo>
                  <a:pt x="387262" y="454486"/>
                  <a:pt x="455173" y="386678"/>
                  <a:pt x="455173" y="303317"/>
                </a:cubicBezTo>
                <a:cubicBezTo>
                  <a:pt x="455173" y="220045"/>
                  <a:pt x="387262" y="152236"/>
                  <a:pt x="303775" y="152236"/>
                </a:cubicBezTo>
                <a:close/>
                <a:moveTo>
                  <a:pt x="270042" y="0"/>
                </a:moveTo>
                <a:lnTo>
                  <a:pt x="337597" y="0"/>
                </a:lnTo>
                <a:cubicBezTo>
                  <a:pt x="350859" y="0"/>
                  <a:pt x="361628" y="10753"/>
                  <a:pt x="361628" y="23995"/>
                </a:cubicBezTo>
                <a:cubicBezTo>
                  <a:pt x="361628" y="37237"/>
                  <a:pt x="350859" y="47901"/>
                  <a:pt x="337597" y="47901"/>
                </a:cubicBezTo>
                <a:lnTo>
                  <a:pt x="327806" y="47901"/>
                </a:lnTo>
                <a:lnTo>
                  <a:pt x="327806" y="105756"/>
                </a:lnTo>
                <a:cubicBezTo>
                  <a:pt x="364833" y="110200"/>
                  <a:pt x="398744" y="124864"/>
                  <a:pt x="426691" y="146726"/>
                </a:cubicBezTo>
                <a:lnTo>
                  <a:pt x="467723" y="105756"/>
                </a:lnTo>
                <a:lnTo>
                  <a:pt x="460780" y="98913"/>
                </a:lnTo>
                <a:cubicBezTo>
                  <a:pt x="451435" y="89493"/>
                  <a:pt x="451435" y="74385"/>
                  <a:pt x="460780" y="64965"/>
                </a:cubicBezTo>
                <a:cubicBezTo>
                  <a:pt x="470126" y="55633"/>
                  <a:pt x="485346" y="55633"/>
                  <a:pt x="494691" y="64965"/>
                </a:cubicBezTo>
                <a:lnTo>
                  <a:pt x="530382" y="100602"/>
                </a:lnTo>
                <a:lnTo>
                  <a:pt x="531094" y="101313"/>
                </a:lnTo>
                <a:lnTo>
                  <a:pt x="537414" y="107534"/>
                </a:lnTo>
                <a:lnTo>
                  <a:pt x="537770" y="107978"/>
                </a:lnTo>
                <a:lnTo>
                  <a:pt x="537948" y="108156"/>
                </a:lnTo>
                <a:lnTo>
                  <a:pt x="538482" y="108689"/>
                </a:lnTo>
                <a:lnTo>
                  <a:pt x="538215" y="108423"/>
                </a:lnTo>
                <a:lnTo>
                  <a:pt x="538749" y="108867"/>
                </a:lnTo>
                <a:lnTo>
                  <a:pt x="539105" y="109311"/>
                </a:lnTo>
                <a:lnTo>
                  <a:pt x="542487" y="112688"/>
                </a:lnTo>
                <a:cubicBezTo>
                  <a:pt x="551922" y="122109"/>
                  <a:pt x="551922" y="137217"/>
                  <a:pt x="542487" y="146637"/>
                </a:cubicBezTo>
                <a:cubicBezTo>
                  <a:pt x="533142" y="155969"/>
                  <a:pt x="517922" y="155969"/>
                  <a:pt x="508576" y="146637"/>
                </a:cubicBezTo>
                <a:lnTo>
                  <a:pt x="501634" y="139705"/>
                </a:lnTo>
                <a:lnTo>
                  <a:pt x="460691" y="180675"/>
                </a:lnTo>
                <a:cubicBezTo>
                  <a:pt x="482587" y="208491"/>
                  <a:pt x="497272" y="242440"/>
                  <a:pt x="501723" y="279410"/>
                </a:cubicBezTo>
                <a:lnTo>
                  <a:pt x="559576" y="279410"/>
                </a:lnTo>
                <a:lnTo>
                  <a:pt x="559576" y="269634"/>
                </a:lnTo>
                <a:cubicBezTo>
                  <a:pt x="559576" y="256393"/>
                  <a:pt x="570346" y="245639"/>
                  <a:pt x="583608" y="245639"/>
                </a:cubicBezTo>
                <a:cubicBezTo>
                  <a:pt x="596869" y="245639"/>
                  <a:pt x="607639" y="256393"/>
                  <a:pt x="607639" y="269634"/>
                </a:cubicBezTo>
                <a:lnTo>
                  <a:pt x="607639" y="337088"/>
                </a:lnTo>
                <a:cubicBezTo>
                  <a:pt x="607639" y="350329"/>
                  <a:pt x="596869" y="361083"/>
                  <a:pt x="583608" y="361083"/>
                </a:cubicBezTo>
                <a:cubicBezTo>
                  <a:pt x="570346" y="361083"/>
                  <a:pt x="559576" y="350329"/>
                  <a:pt x="559576" y="337088"/>
                </a:cubicBezTo>
                <a:lnTo>
                  <a:pt x="559576" y="327312"/>
                </a:lnTo>
                <a:lnTo>
                  <a:pt x="501723" y="327312"/>
                </a:lnTo>
                <a:cubicBezTo>
                  <a:pt x="497272" y="364282"/>
                  <a:pt x="482587" y="398142"/>
                  <a:pt x="460691" y="426047"/>
                </a:cubicBezTo>
                <a:lnTo>
                  <a:pt x="501634" y="467017"/>
                </a:lnTo>
                <a:lnTo>
                  <a:pt x="508576" y="460085"/>
                </a:lnTo>
                <a:cubicBezTo>
                  <a:pt x="517922" y="450753"/>
                  <a:pt x="533142" y="450753"/>
                  <a:pt x="542487" y="460085"/>
                </a:cubicBezTo>
                <a:cubicBezTo>
                  <a:pt x="551922" y="469416"/>
                  <a:pt x="551922" y="484613"/>
                  <a:pt x="542487" y="493945"/>
                </a:cubicBezTo>
                <a:cubicBezTo>
                  <a:pt x="512759" y="523717"/>
                  <a:pt x="518456" y="518029"/>
                  <a:pt x="518990" y="517496"/>
                </a:cubicBezTo>
                <a:cubicBezTo>
                  <a:pt x="518545" y="517940"/>
                  <a:pt x="514272" y="522206"/>
                  <a:pt x="494691" y="541668"/>
                </a:cubicBezTo>
                <a:cubicBezTo>
                  <a:pt x="485346" y="551089"/>
                  <a:pt x="470126" y="551089"/>
                  <a:pt x="460780" y="541668"/>
                </a:cubicBezTo>
                <a:cubicBezTo>
                  <a:pt x="451435" y="532337"/>
                  <a:pt x="451435" y="517140"/>
                  <a:pt x="460780" y="507809"/>
                </a:cubicBezTo>
                <a:lnTo>
                  <a:pt x="467723" y="500877"/>
                </a:lnTo>
                <a:lnTo>
                  <a:pt x="426691" y="459996"/>
                </a:lnTo>
                <a:cubicBezTo>
                  <a:pt x="398744" y="481858"/>
                  <a:pt x="364833" y="496522"/>
                  <a:pt x="327806" y="500966"/>
                </a:cubicBezTo>
                <a:lnTo>
                  <a:pt x="327806" y="558732"/>
                </a:lnTo>
                <a:lnTo>
                  <a:pt x="337597" y="558732"/>
                </a:lnTo>
                <a:cubicBezTo>
                  <a:pt x="350859" y="558732"/>
                  <a:pt x="361628" y="569485"/>
                  <a:pt x="361628" y="582727"/>
                </a:cubicBezTo>
                <a:cubicBezTo>
                  <a:pt x="361628" y="595969"/>
                  <a:pt x="350859" y="606722"/>
                  <a:pt x="337597" y="606722"/>
                </a:cubicBezTo>
                <a:lnTo>
                  <a:pt x="270042" y="606722"/>
                </a:lnTo>
                <a:cubicBezTo>
                  <a:pt x="256780" y="606722"/>
                  <a:pt x="246011" y="595969"/>
                  <a:pt x="246011" y="582727"/>
                </a:cubicBezTo>
                <a:cubicBezTo>
                  <a:pt x="246011" y="569485"/>
                  <a:pt x="256780" y="558732"/>
                  <a:pt x="270042" y="558732"/>
                </a:cubicBezTo>
                <a:lnTo>
                  <a:pt x="279833" y="558732"/>
                </a:lnTo>
                <a:lnTo>
                  <a:pt x="279833" y="500966"/>
                </a:lnTo>
                <a:cubicBezTo>
                  <a:pt x="242806" y="496522"/>
                  <a:pt x="208806" y="481858"/>
                  <a:pt x="180948" y="459996"/>
                </a:cubicBezTo>
                <a:lnTo>
                  <a:pt x="139916" y="500877"/>
                </a:lnTo>
                <a:lnTo>
                  <a:pt x="146859" y="507809"/>
                </a:lnTo>
                <a:cubicBezTo>
                  <a:pt x="156204" y="517140"/>
                  <a:pt x="156204" y="532337"/>
                  <a:pt x="146859" y="541668"/>
                </a:cubicBezTo>
                <a:cubicBezTo>
                  <a:pt x="137424" y="551089"/>
                  <a:pt x="122293" y="551089"/>
                  <a:pt x="112859" y="541668"/>
                </a:cubicBezTo>
                <a:lnTo>
                  <a:pt x="77257" y="506120"/>
                </a:lnTo>
                <a:lnTo>
                  <a:pt x="68534" y="497411"/>
                </a:lnTo>
                <a:lnTo>
                  <a:pt x="65063" y="493945"/>
                </a:lnTo>
                <a:cubicBezTo>
                  <a:pt x="55717" y="484613"/>
                  <a:pt x="55717" y="469416"/>
                  <a:pt x="65063" y="460085"/>
                </a:cubicBezTo>
                <a:cubicBezTo>
                  <a:pt x="74497" y="450753"/>
                  <a:pt x="89628" y="450753"/>
                  <a:pt x="99063" y="460085"/>
                </a:cubicBezTo>
                <a:lnTo>
                  <a:pt x="105916" y="467017"/>
                </a:lnTo>
                <a:lnTo>
                  <a:pt x="146948" y="426047"/>
                </a:lnTo>
                <a:cubicBezTo>
                  <a:pt x="125052" y="398142"/>
                  <a:pt x="110367" y="364282"/>
                  <a:pt x="105916" y="327312"/>
                </a:cubicBezTo>
                <a:lnTo>
                  <a:pt x="47974" y="327312"/>
                </a:lnTo>
                <a:lnTo>
                  <a:pt x="47974" y="337088"/>
                </a:lnTo>
                <a:cubicBezTo>
                  <a:pt x="47974" y="350329"/>
                  <a:pt x="37293" y="361083"/>
                  <a:pt x="24031" y="361083"/>
                </a:cubicBezTo>
                <a:cubicBezTo>
                  <a:pt x="10770" y="361083"/>
                  <a:pt x="0" y="350329"/>
                  <a:pt x="0" y="337088"/>
                </a:cubicBezTo>
                <a:lnTo>
                  <a:pt x="0" y="269634"/>
                </a:lnTo>
                <a:cubicBezTo>
                  <a:pt x="0" y="256393"/>
                  <a:pt x="10770" y="245639"/>
                  <a:pt x="24031" y="245639"/>
                </a:cubicBezTo>
                <a:cubicBezTo>
                  <a:pt x="37293" y="245639"/>
                  <a:pt x="47974" y="256393"/>
                  <a:pt x="47974" y="269634"/>
                </a:cubicBezTo>
                <a:lnTo>
                  <a:pt x="47974" y="279410"/>
                </a:lnTo>
                <a:lnTo>
                  <a:pt x="105916" y="279410"/>
                </a:lnTo>
                <a:cubicBezTo>
                  <a:pt x="110367" y="242440"/>
                  <a:pt x="125052" y="208491"/>
                  <a:pt x="146948" y="180675"/>
                </a:cubicBezTo>
                <a:lnTo>
                  <a:pt x="105916" y="139705"/>
                </a:lnTo>
                <a:lnTo>
                  <a:pt x="99063" y="146637"/>
                </a:lnTo>
                <a:cubicBezTo>
                  <a:pt x="89628" y="155969"/>
                  <a:pt x="74497" y="155969"/>
                  <a:pt x="65063" y="146637"/>
                </a:cubicBezTo>
                <a:cubicBezTo>
                  <a:pt x="55717" y="137217"/>
                  <a:pt x="55717" y="122109"/>
                  <a:pt x="65063" y="112688"/>
                </a:cubicBezTo>
                <a:lnTo>
                  <a:pt x="106450" y="71452"/>
                </a:lnTo>
                <a:lnTo>
                  <a:pt x="112859" y="64965"/>
                </a:lnTo>
                <a:cubicBezTo>
                  <a:pt x="122293" y="55633"/>
                  <a:pt x="137424" y="55633"/>
                  <a:pt x="146859" y="64965"/>
                </a:cubicBezTo>
                <a:cubicBezTo>
                  <a:pt x="156204" y="74385"/>
                  <a:pt x="156204" y="89493"/>
                  <a:pt x="146859" y="98913"/>
                </a:cubicBezTo>
                <a:lnTo>
                  <a:pt x="139916" y="105756"/>
                </a:lnTo>
                <a:lnTo>
                  <a:pt x="180948" y="146726"/>
                </a:lnTo>
                <a:cubicBezTo>
                  <a:pt x="208806" y="124864"/>
                  <a:pt x="242806" y="110200"/>
                  <a:pt x="279833" y="105756"/>
                </a:cubicBezTo>
                <a:lnTo>
                  <a:pt x="279833" y="47901"/>
                </a:lnTo>
                <a:lnTo>
                  <a:pt x="270042" y="47901"/>
                </a:lnTo>
                <a:cubicBezTo>
                  <a:pt x="256780" y="47901"/>
                  <a:pt x="246011" y="37237"/>
                  <a:pt x="246011" y="23995"/>
                </a:cubicBezTo>
                <a:cubicBezTo>
                  <a:pt x="246011" y="10753"/>
                  <a:pt x="256780" y="0"/>
                  <a:pt x="270042" y="0"/>
                </a:cubicBezTo>
                <a:close/>
              </a:path>
            </a:pathLst>
          </a:cu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rmAutofit fontScale="40000" lnSpcReduction="20000"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7" name="直接连接符 26"/>
          <p:cNvSpPr>
            <a:spLocks noGrp="1"/>
          </p:cNvSpPr>
          <p:nvPr/>
        </p:nv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图文-2）">
    <p:spTree>
      <p:nvGrpSpPr>
        <p:cNvPr id="1" name=""/>
        <p:cNvGrpSpPr/>
        <p:nvPr/>
      </p:nvGrpSpPr>
      <p:grpSpPr/>
      <p:pic>
        <p:nvPicPr>
          <p:cNvPr id="29" name="图片 28"/>
          <p:cNvPicPr>
            <a:picLocks noChangeAspect="1"/>
          </p:cNvPicPr>
          <p:nvPr/>
        </p:nvPicPr>
        <p:blipFill rotWithShape="1">
          <a:blip r:embed="rId2">
            <a:alphaModFix amt="5000"/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文本占位符 67"/>
          <p:cNvSpPr>
            <a:spLocks noGrp="1"/>
          </p:cNvSpPr>
          <p:nvPr>
            <p:ph type="body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  <a:cs typeface="+mj-ea"/>
              </a:defRPr>
            </a:lvl1pPr>
          </a:lstStyle>
          <a:p>
            <a:pPr lvl="0">
              <a:buNone/>
            </a:pPr>
            <a:r>
              <a:t>请输入你的章节标题</a:t>
            </a:r>
          </a:p>
        </p:txBody>
      </p:sp>
      <p:sp>
        <p:nvSpPr>
          <p:cNvPr id="28" name="直接连接符 27"/>
          <p:cNvSpPr>
            <a:spLocks noGrp="1"/>
          </p:cNvSpPr>
          <p:nvPr/>
        </p:nvSpPr>
        <p:spPr>
          <a:xfrm>
            <a:off x="669228" y="3632200"/>
            <a:ext cx="10858500" cy="0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5" name="矩形 34"/>
          <p:cNvSpPr>
            <a:spLocks noGrp="1"/>
          </p:cNvSpPr>
          <p:nvPr/>
        </p:nvSpPr>
        <p:spPr>
          <a:xfrm>
            <a:off x="669228" y="1496583"/>
            <a:ext cx="2124544" cy="17857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9394356" y="3984612"/>
            <a:ext cx="2124544" cy="17857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3" name="图片占位符 42"/>
          <p:cNvSpPr>
            <a:spLocks noGrp="1"/>
          </p:cNvSpPr>
          <p:nvPr>
            <p:ph type="pic" idx="12"/>
          </p:nvPr>
        </p:nvSpPr>
        <p:spPr>
          <a:xfrm>
            <a:off x="726750" y="1536731"/>
            <a:ext cx="2009500" cy="1689041"/>
          </a:xfrm>
          <a:custGeom>
            <a:avLst/>
            <a:gdLst>
              <a:gd name="connsiteX0" fmla="*/ 0 w 2009500"/>
              <a:gd name="connsiteY0" fmla="*/ 0 h 1689041"/>
              <a:gd name="connsiteX1" fmla="*/ 2009500 w 2009500"/>
              <a:gd name="connsiteY1" fmla="*/ 0 h 1689041"/>
              <a:gd name="connsiteX2" fmla="*/ 2009500 w 2009500"/>
              <a:gd name="connsiteY2" fmla="*/ 1689041 h 1689041"/>
              <a:gd name="connsiteX3" fmla="*/ 0 w 2009500"/>
              <a:gd name="connsiteY3" fmla="*/ 1689041 h 1689041"/>
            </a:gdLst>
            <a:ahLst/>
            <a:cxnLst/>
            <a:rect l="l" t="t" r="r" b="b"/>
            <a:pathLst>
              <a:path w="2009500" h="1689041">
                <a:moveTo>
                  <a:pt x="0" y="0"/>
                </a:moveTo>
                <a:lnTo>
                  <a:pt x="2009500" y="0"/>
                </a:lnTo>
                <a:lnTo>
                  <a:pt x="2009500" y="1689041"/>
                </a:lnTo>
                <a:lnTo>
                  <a:pt x="0" y="168904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/>
        </p:txBody>
      </p:sp>
      <p:sp>
        <p:nvSpPr>
          <p:cNvPr id="44" name="图片占位符 43"/>
          <p:cNvSpPr>
            <a:spLocks noGrp="1"/>
          </p:cNvSpPr>
          <p:nvPr>
            <p:ph type="pic" idx="13"/>
          </p:nvPr>
        </p:nvSpPr>
        <p:spPr>
          <a:xfrm>
            <a:off x="9451878" y="4032961"/>
            <a:ext cx="2009500" cy="1689041"/>
          </a:xfrm>
          <a:custGeom>
            <a:avLst/>
            <a:gdLst>
              <a:gd name="connsiteX0" fmla="*/ 0 w 2009500"/>
              <a:gd name="connsiteY0" fmla="*/ 0 h 1689041"/>
              <a:gd name="connsiteX1" fmla="*/ 2009500 w 2009500"/>
              <a:gd name="connsiteY1" fmla="*/ 0 h 1689041"/>
              <a:gd name="connsiteX2" fmla="*/ 2009500 w 2009500"/>
              <a:gd name="connsiteY2" fmla="*/ 1689041 h 1689041"/>
              <a:gd name="connsiteX3" fmla="*/ 0 w 2009500"/>
              <a:gd name="connsiteY3" fmla="*/ 1689041 h 1689041"/>
            </a:gdLst>
            <a:ahLst/>
            <a:cxnLst/>
            <a:rect l="l" t="t" r="r" b="b"/>
            <a:pathLst>
              <a:path w="2009500" h="1689041">
                <a:moveTo>
                  <a:pt x="0" y="0"/>
                </a:moveTo>
                <a:lnTo>
                  <a:pt x="2009500" y="0"/>
                </a:lnTo>
                <a:lnTo>
                  <a:pt x="2009500" y="1689041"/>
                </a:lnTo>
                <a:lnTo>
                  <a:pt x="0" y="168904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/>
        </p:txBody>
      </p:sp>
      <p:sp>
        <p:nvSpPr>
          <p:cNvPr id="5" name="文本占位符 4"/>
          <p:cNvSpPr>
            <a:spLocks noGrp="1"/>
          </p:cNvSpPr>
          <p:nvPr>
            <p:ph type="body" idx="14" hasCustomPrompt="1"/>
          </p:nvPr>
        </p:nvSpPr>
        <p:spPr>
          <a:xfrm>
            <a:off x="3246271" y="1535879"/>
            <a:ext cx="2793341" cy="461962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>
              <a:buNone/>
            </a:pPr>
            <a:r>
              <a:t>请输入你的标题</a:t>
            </a:r>
          </a:p>
        </p:txBody>
      </p:sp>
      <p:sp>
        <p:nvSpPr>
          <p:cNvPr id="45" name="文本占位符 4"/>
          <p:cNvSpPr>
            <a:spLocks noGrp="1"/>
          </p:cNvSpPr>
          <p:nvPr>
            <p:ph type="body" idx="15" hasCustomPrompt="1"/>
          </p:nvPr>
        </p:nvSpPr>
        <p:spPr>
          <a:xfrm>
            <a:off x="6148516" y="4025048"/>
            <a:ext cx="2793341" cy="461962"/>
          </a:xfrm>
          <a:prstGeom prst="rect">
            <a:avLst/>
          </a:prstGeom>
        </p:spPr>
        <p:txBody>
          <a:bodyPr lIns="90000" rIns="0">
            <a:normAutofit/>
          </a:bodyPr>
          <a:lstStyle>
            <a:lvl1pPr marL="0" indent="0" algn="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>
              <a:buNone/>
            </a:pPr>
            <a:r>
              <a:t>请输入你的标题</a:t>
            </a:r>
          </a:p>
        </p:txBody>
      </p:sp>
      <p:sp>
        <p:nvSpPr>
          <p:cNvPr id="46" name="文本占位符 11"/>
          <p:cNvSpPr>
            <a:spLocks noGrp="1"/>
          </p:cNvSpPr>
          <p:nvPr>
            <p:ph type="body" idx="18" hasCustomPrompt="1"/>
          </p:nvPr>
        </p:nvSpPr>
        <p:spPr>
          <a:xfrm>
            <a:off x="3246271" y="2153813"/>
            <a:ext cx="8272629" cy="646331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lnSpc>
                <a:spcPct val="130000"/>
              </a:lnSpc>
              <a:buNone/>
              <a:defRPr sz="1800"/>
            </a:lvl1pPr>
          </a:lstStyle>
          <a:p>
            <a:pPr lvl="0">
              <a:buNone/>
            </a:pPr>
            <a:r>
              <a:t>请输入你的内容</a:t>
            </a:r>
          </a:p>
        </p:txBody>
      </p:sp>
      <p:sp>
        <p:nvSpPr>
          <p:cNvPr id="47" name="文本占位符 11"/>
          <p:cNvSpPr>
            <a:spLocks noGrp="1"/>
          </p:cNvSpPr>
          <p:nvPr>
            <p:ph type="body" idx="19" hasCustomPrompt="1"/>
          </p:nvPr>
        </p:nvSpPr>
        <p:spPr>
          <a:xfrm>
            <a:off x="669228" y="4619089"/>
            <a:ext cx="8272629" cy="646331"/>
          </a:xfrm>
          <a:prstGeom prst="rect">
            <a:avLst/>
          </a:prstGeom>
        </p:spPr>
        <p:txBody>
          <a:bodyPr lIns="90000" rIns="0">
            <a:noAutofit/>
          </a:bodyPr>
          <a:lstStyle>
            <a:lvl1pPr marL="0" indent="0" algn="r">
              <a:lnSpc>
                <a:spcPct val="130000"/>
              </a:lnSpc>
              <a:buNone/>
              <a:defRPr sz="1800"/>
            </a:lvl1pPr>
          </a:lstStyle>
          <a:p>
            <a:pPr lvl="0">
              <a:buNone/>
            </a:pPr>
            <a:r>
              <a:t>请输入你的内容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20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i="1" spc="300">
                <a:solidFill>
                  <a:schemeClr val="accent1"/>
                </a:solidFill>
                <a:latin typeface="+mn-ea"/>
                <a:ea typeface="+mn-ea"/>
                <a:cs typeface="+mn-ea"/>
              </a:rPr>
              <a:t>止于至善</a:t>
            </a:r>
            <a:endParaRPr spc="3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22"/>
          </p:nvPr>
        </p:nvSpPr>
        <p:spPr/>
        <p:txBody>
          <a:bodyPr/>
          <a:lstStyle/>
          <a:p>
            <a:fld id="{C79ECAFE-A460-4E13-ABCB-32CAE6136244}" type="slidenum">
              <a:rPr/>
            </a:fld>
            <a:endParaRPr/>
          </a:p>
        </p:txBody>
      </p:sp>
      <p:sp>
        <p:nvSpPr>
          <p:cNvPr id="33" name="íṥļîḓê"/>
          <p:cNvSpPr>
            <a:spLocks noGrp="1"/>
          </p:cNvSpPr>
          <p:nvPr/>
        </p:nvSpPr>
        <p:spPr>
          <a:xfrm>
            <a:off x="660400" y="344681"/>
            <a:ext cx="384771" cy="384771"/>
          </a:xfrm>
          <a:prstGeom prst="ellipse">
            <a:avLst/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rmAutofit fontScale="77500" lnSpcReduction="20000"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4" name="íṥlíḓê"/>
          <p:cNvSpPr>
            <a:spLocks noGrp="1"/>
          </p:cNvSpPr>
          <p:nvPr/>
        </p:nvSpPr>
        <p:spPr>
          <a:xfrm>
            <a:off x="695973" y="380253"/>
            <a:ext cx="313624" cy="31362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 fontScale="55000" lnSpcReduction="20000"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6" name="ïśļiḑé"/>
          <p:cNvSpPr>
            <a:spLocks noGrp="1"/>
          </p:cNvSpPr>
          <p:nvPr/>
        </p:nvSpPr>
        <p:spPr>
          <a:xfrm>
            <a:off x="756336" y="440762"/>
            <a:ext cx="192896" cy="192603"/>
          </a:xfrm>
          <a:custGeom>
            <a:avLst/>
            <a:gdLst>
              <a:gd name="connsiteX0" fmla="*/ 347041 w 607639"/>
              <a:gd name="connsiteY0" fmla="*/ 313875 h 606722"/>
              <a:gd name="connsiteX1" fmla="*/ 379713 w 607639"/>
              <a:gd name="connsiteY1" fmla="*/ 346512 h 606722"/>
              <a:gd name="connsiteX2" fmla="*/ 347041 w 607639"/>
              <a:gd name="connsiteY2" fmla="*/ 379149 h 606722"/>
              <a:gd name="connsiteX3" fmla="*/ 314369 w 607639"/>
              <a:gd name="connsiteY3" fmla="*/ 346512 h 606722"/>
              <a:gd name="connsiteX4" fmla="*/ 347041 w 607639"/>
              <a:gd name="connsiteY4" fmla="*/ 313875 h 606722"/>
              <a:gd name="connsiteX5" fmla="*/ 260563 w 607639"/>
              <a:gd name="connsiteY5" fmla="*/ 213037 h 606722"/>
              <a:gd name="connsiteX6" fmla="*/ 313452 w 607639"/>
              <a:gd name="connsiteY6" fmla="*/ 265856 h 606722"/>
              <a:gd name="connsiteX7" fmla="*/ 260563 w 607639"/>
              <a:gd name="connsiteY7" fmla="*/ 318675 h 606722"/>
              <a:gd name="connsiteX8" fmla="*/ 207674 w 607639"/>
              <a:gd name="connsiteY8" fmla="*/ 265856 h 606722"/>
              <a:gd name="connsiteX9" fmla="*/ 260563 w 607639"/>
              <a:gd name="connsiteY9" fmla="*/ 213037 h 606722"/>
              <a:gd name="connsiteX10" fmla="*/ 303775 w 607639"/>
              <a:gd name="connsiteY10" fmla="*/ 152236 h 606722"/>
              <a:gd name="connsiteX11" fmla="*/ 152466 w 607639"/>
              <a:gd name="connsiteY11" fmla="*/ 303317 h 606722"/>
              <a:gd name="connsiteX12" fmla="*/ 303775 w 607639"/>
              <a:gd name="connsiteY12" fmla="*/ 454486 h 606722"/>
              <a:gd name="connsiteX13" fmla="*/ 455173 w 607639"/>
              <a:gd name="connsiteY13" fmla="*/ 303317 h 606722"/>
              <a:gd name="connsiteX14" fmla="*/ 303775 w 607639"/>
              <a:gd name="connsiteY14" fmla="*/ 152236 h 606722"/>
              <a:gd name="connsiteX15" fmla="*/ 270042 w 607639"/>
              <a:gd name="connsiteY15" fmla="*/ 0 h 606722"/>
              <a:gd name="connsiteX16" fmla="*/ 337597 w 607639"/>
              <a:gd name="connsiteY16" fmla="*/ 0 h 606722"/>
              <a:gd name="connsiteX17" fmla="*/ 361628 w 607639"/>
              <a:gd name="connsiteY17" fmla="*/ 23995 h 606722"/>
              <a:gd name="connsiteX18" fmla="*/ 337597 w 607639"/>
              <a:gd name="connsiteY18" fmla="*/ 47901 h 606722"/>
              <a:gd name="connsiteX19" fmla="*/ 327806 w 607639"/>
              <a:gd name="connsiteY19" fmla="*/ 47901 h 606722"/>
              <a:gd name="connsiteX20" fmla="*/ 327806 w 607639"/>
              <a:gd name="connsiteY20" fmla="*/ 105756 h 606722"/>
              <a:gd name="connsiteX21" fmla="*/ 426691 w 607639"/>
              <a:gd name="connsiteY21" fmla="*/ 146726 h 606722"/>
              <a:gd name="connsiteX22" fmla="*/ 467723 w 607639"/>
              <a:gd name="connsiteY22" fmla="*/ 105756 h 606722"/>
              <a:gd name="connsiteX23" fmla="*/ 460780 w 607639"/>
              <a:gd name="connsiteY23" fmla="*/ 98913 h 606722"/>
              <a:gd name="connsiteX24" fmla="*/ 460780 w 607639"/>
              <a:gd name="connsiteY24" fmla="*/ 64965 h 606722"/>
              <a:gd name="connsiteX25" fmla="*/ 494691 w 607639"/>
              <a:gd name="connsiteY25" fmla="*/ 64965 h 606722"/>
              <a:gd name="connsiteX26" fmla="*/ 530382 w 607639"/>
              <a:gd name="connsiteY26" fmla="*/ 100602 h 606722"/>
              <a:gd name="connsiteX27" fmla="*/ 531094 w 607639"/>
              <a:gd name="connsiteY27" fmla="*/ 101313 h 606722"/>
              <a:gd name="connsiteX28" fmla="*/ 537414 w 607639"/>
              <a:gd name="connsiteY28" fmla="*/ 107534 h 606722"/>
              <a:gd name="connsiteX29" fmla="*/ 537770 w 607639"/>
              <a:gd name="connsiteY29" fmla="*/ 107978 h 606722"/>
              <a:gd name="connsiteX30" fmla="*/ 537948 w 607639"/>
              <a:gd name="connsiteY30" fmla="*/ 108156 h 606722"/>
              <a:gd name="connsiteX31" fmla="*/ 538482 w 607639"/>
              <a:gd name="connsiteY31" fmla="*/ 108689 h 606722"/>
              <a:gd name="connsiteX32" fmla="*/ 538215 w 607639"/>
              <a:gd name="connsiteY32" fmla="*/ 108423 h 606722"/>
              <a:gd name="connsiteX33" fmla="*/ 538749 w 607639"/>
              <a:gd name="connsiteY33" fmla="*/ 108867 h 606722"/>
              <a:gd name="connsiteX34" fmla="*/ 539105 w 607639"/>
              <a:gd name="connsiteY34" fmla="*/ 109311 h 606722"/>
              <a:gd name="connsiteX35" fmla="*/ 542487 w 607639"/>
              <a:gd name="connsiteY35" fmla="*/ 112688 h 606722"/>
              <a:gd name="connsiteX36" fmla="*/ 542487 w 607639"/>
              <a:gd name="connsiteY36" fmla="*/ 146637 h 606722"/>
              <a:gd name="connsiteX37" fmla="*/ 508576 w 607639"/>
              <a:gd name="connsiteY37" fmla="*/ 146637 h 606722"/>
              <a:gd name="connsiteX38" fmla="*/ 501634 w 607639"/>
              <a:gd name="connsiteY38" fmla="*/ 139705 h 606722"/>
              <a:gd name="connsiteX39" fmla="*/ 460691 w 607639"/>
              <a:gd name="connsiteY39" fmla="*/ 180675 h 606722"/>
              <a:gd name="connsiteX40" fmla="*/ 501723 w 607639"/>
              <a:gd name="connsiteY40" fmla="*/ 279410 h 606722"/>
              <a:gd name="connsiteX41" fmla="*/ 559576 w 607639"/>
              <a:gd name="connsiteY41" fmla="*/ 279410 h 606722"/>
              <a:gd name="connsiteX42" fmla="*/ 559576 w 607639"/>
              <a:gd name="connsiteY42" fmla="*/ 269634 h 606722"/>
              <a:gd name="connsiteX43" fmla="*/ 583608 w 607639"/>
              <a:gd name="connsiteY43" fmla="*/ 245639 h 606722"/>
              <a:gd name="connsiteX44" fmla="*/ 607639 w 607639"/>
              <a:gd name="connsiteY44" fmla="*/ 269634 h 606722"/>
              <a:gd name="connsiteX45" fmla="*/ 607639 w 607639"/>
              <a:gd name="connsiteY45" fmla="*/ 337088 h 606722"/>
              <a:gd name="connsiteX46" fmla="*/ 583608 w 607639"/>
              <a:gd name="connsiteY46" fmla="*/ 361083 h 606722"/>
              <a:gd name="connsiteX47" fmla="*/ 559576 w 607639"/>
              <a:gd name="connsiteY47" fmla="*/ 337088 h 606722"/>
              <a:gd name="connsiteX48" fmla="*/ 559576 w 607639"/>
              <a:gd name="connsiteY48" fmla="*/ 327312 h 606722"/>
              <a:gd name="connsiteX49" fmla="*/ 501723 w 607639"/>
              <a:gd name="connsiteY49" fmla="*/ 327312 h 606722"/>
              <a:gd name="connsiteX50" fmla="*/ 460691 w 607639"/>
              <a:gd name="connsiteY50" fmla="*/ 426047 h 606722"/>
              <a:gd name="connsiteX51" fmla="*/ 501634 w 607639"/>
              <a:gd name="connsiteY51" fmla="*/ 467017 h 606722"/>
              <a:gd name="connsiteX52" fmla="*/ 508576 w 607639"/>
              <a:gd name="connsiteY52" fmla="*/ 460085 h 606722"/>
              <a:gd name="connsiteX53" fmla="*/ 542487 w 607639"/>
              <a:gd name="connsiteY53" fmla="*/ 460085 h 606722"/>
              <a:gd name="connsiteX54" fmla="*/ 542487 w 607639"/>
              <a:gd name="connsiteY54" fmla="*/ 493945 h 606722"/>
              <a:gd name="connsiteX55" fmla="*/ 518990 w 607639"/>
              <a:gd name="connsiteY55" fmla="*/ 517496 h 606722"/>
              <a:gd name="connsiteX56" fmla="*/ 494691 w 607639"/>
              <a:gd name="connsiteY56" fmla="*/ 541668 h 606722"/>
              <a:gd name="connsiteX57" fmla="*/ 460780 w 607639"/>
              <a:gd name="connsiteY57" fmla="*/ 541668 h 606722"/>
              <a:gd name="connsiteX58" fmla="*/ 460780 w 607639"/>
              <a:gd name="connsiteY58" fmla="*/ 507809 h 606722"/>
              <a:gd name="connsiteX59" fmla="*/ 467723 w 607639"/>
              <a:gd name="connsiteY59" fmla="*/ 500877 h 606722"/>
              <a:gd name="connsiteX60" fmla="*/ 426691 w 607639"/>
              <a:gd name="connsiteY60" fmla="*/ 459996 h 606722"/>
              <a:gd name="connsiteX61" fmla="*/ 327806 w 607639"/>
              <a:gd name="connsiteY61" fmla="*/ 500966 h 606722"/>
              <a:gd name="connsiteX62" fmla="*/ 327806 w 607639"/>
              <a:gd name="connsiteY62" fmla="*/ 558732 h 606722"/>
              <a:gd name="connsiteX63" fmla="*/ 337597 w 607639"/>
              <a:gd name="connsiteY63" fmla="*/ 558732 h 606722"/>
              <a:gd name="connsiteX64" fmla="*/ 361628 w 607639"/>
              <a:gd name="connsiteY64" fmla="*/ 582727 h 606722"/>
              <a:gd name="connsiteX65" fmla="*/ 337597 w 607639"/>
              <a:gd name="connsiteY65" fmla="*/ 606722 h 606722"/>
              <a:gd name="connsiteX66" fmla="*/ 270042 w 607639"/>
              <a:gd name="connsiteY66" fmla="*/ 606722 h 606722"/>
              <a:gd name="connsiteX67" fmla="*/ 246011 w 607639"/>
              <a:gd name="connsiteY67" fmla="*/ 582727 h 606722"/>
              <a:gd name="connsiteX68" fmla="*/ 270042 w 607639"/>
              <a:gd name="connsiteY68" fmla="*/ 558732 h 606722"/>
              <a:gd name="connsiteX69" fmla="*/ 279833 w 607639"/>
              <a:gd name="connsiteY69" fmla="*/ 558732 h 606722"/>
              <a:gd name="connsiteX70" fmla="*/ 279833 w 607639"/>
              <a:gd name="connsiteY70" fmla="*/ 500966 h 606722"/>
              <a:gd name="connsiteX71" fmla="*/ 180948 w 607639"/>
              <a:gd name="connsiteY71" fmla="*/ 459996 h 606722"/>
              <a:gd name="connsiteX72" fmla="*/ 139916 w 607639"/>
              <a:gd name="connsiteY72" fmla="*/ 500877 h 606722"/>
              <a:gd name="connsiteX73" fmla="*/ 146859 w 607639"/>
              <a:gd name="connsiteY73" fmla="*/ 507809 h 606722"/>
              <a:gd name="connsiteX74" fmla="*/ 146859 w 607639"/>
              <a:gd name="connsiteY74" fmla="*/ 541668 h 606722"/>
              <a:gd name="connsiteX75" fmla="*/ 112859 w 607639"/>
              <a:gd name="connsiteY75" fmla="*/ 541668 h 606722"/>
              <a:gd name="connsiteX76" fmla="*/ 77257 w 607639"/>
              <a:gd name="connsiteY76" fmla="*/ 506120 h 606722"/>
              <a:gd name="connsiteX77" fmla="*/ 68534 w 607639"/>
              <a:gd name="connsiteY77" fmla="*/ 497411 h 606722"/>
              <a:gd name="connsiteX78" fmla="*/ 65063 w 607639"/>
              <a:gd name="connsiteY78" fmla="*/ 493945 h 606722"/>
              <a:gd name="connsiteX79" fmla="*/ 65063 w 607639"/>
              <a:gd name="connsiteY79" fmla="*/ 460085 h 606722"/>
              <a:gd name="connsiteX80" fmla="*/ 99063 w 607639"/>
              <a:gd name="connsiteY80" fmla="*/ 460085 h 606722"/>
              <a:gd name="connsiteX81" fmla="*/ 105916 w 607639"/>
              <a:gd name="connsiteY81" fmla="*/ 467017 h 606722"/>
              <a:gd name="connsiteX82" fmla="*/ 146948 w 607639"/>
              <a:gd name="connsiteY82" fmla="*/ 426047 h 606722"/>
              <a:gd name="connsiteX83" fmla="*/ 105916 w 607639"/>
              <a:gd name="connsiteY83" fmla="*/ 327312 h 606722"/>
              <a:gd name="connsiteX84" fmla="*/ 47974 w 607639"/>
              <a:gd name="connsiteY84" fmla="*/ 327312 h 606722"/>
              <a:gd name="connsiteX85" fmla="*/ 47974 w 607639"/>
              <a:gd name="connsiteY85" fmla="*/ 337088 h 606722"/>
              <a:gd name="connsiteX86" fmla="*/ 24031 w 607639"/>
              <a:gd name="connsiteY86" fmla="*/ 361083 h 606722"/>
              <a:gd name="connsiteX87" fmla="*/ 0 w 607639"/>
              <a:gd name="connsiteY87" fmla="*/ 337088 h 606722"/>
              <a:gd name="connsiteX88" fmla="*/ 0 w 607639"/>
              <a:gd name="connsiteY88" fmla="*/ 269634 h 606722"/>
              <a:gd name="connsiteX89" fmla="*/ 24031 w 607639"/>
              <a:gd name="connsiteY89" fmla="*/ 245639 h 606722"/>
              <a:gd name="connsiteX90" fmla="*/ 47974 w 607639"/>
              <a:gd name="connsiteY90" fmla="*/ 269634 h 606722"/>
              <a:gd name="connsiteX91" fmla="*/ 47974 w 607639"/>
              <a:gd name="connsiteY91" fmla="*/ 279410 h 606722"/>
              <a:gd name="connsiteX92" fmla="*/ 105916 w 607639"/>
              <a:gd name="connsiteY92" fmla="*/ 279410 h 606722"/>
              <a:gd name="connsiteX93" fmla="*/ 146948 w 607639"/>
              <a:gd name="connsiteY93" fmla="*/ 180675 h 606722"/>
              <a:gd name="connsiteX94" fmla="*/ 105916 w 607639"/>
              <a:gd name="connsiteY94" fmla="*/ 139705 h 606722"/>
              <a:gd name="connsiteX95" fmla="*/ 99063 w 607639"/>
              <a:gd name="connsiteY95" fmla="*/ 146637 h 606722"/>
              <a:gd name="connsiteX96" fmla="*/ 65063 w 607639"/>
              <a:gd name="connsiteY96" fmla="*/ 146637 h 606722"/>
              <a:gd name="connsiteX97" fmla="*/ 65063 w 607639"/>
              <a:gd name="connsiteY97" fmla="*/ 112688 h 606722"/>
              <a:gd name="connsiteX98" fmla="*/ 106450 w 607639"/>
              <a:gd name="connsiteY98" fmla="*/ 71452 h 606722"/>
              <a:gd name="connsiteX99" fmla="*/ 112859 w 607639"/>
              <a:gd name="connsiteY99" fmla="*/ 64965 h 606722"/>
              <a:gd name="connsiteX100" fmla="*/ 146859 w 607639"/>
              <a:gd name="connsiteY100" fmla="*/ 64965 h 606722"/>
              <a:gd name="connsiteX101" fmla="*/ 146859 w 607639"/>
              <a:gd name="connsiteY101" fmla="*/ 98913 h 606722"/>
              <a:gd name="connsiteX102" fmla="*/ 139916 w 607639"/>
              <a:gd name="connsiteY102" fmla="*/ 105756 h 606722"/>
              <a:gd name="connsiteX103" fmla="*/ 180948 w 607639"/>
              <a:gd name="connsiteY103" fmla="*/ 146726 h 606722"/>
              <a:gd name="connsiteX104" fmla="*/ 279833 w 607639"/>
              <a:gd name="connsiteY104" fmla="*/ 105756 h 606722"/>
              <a:gd name="connsiteX105" fmla="*/ 279833 w 607639"/>
              <a:gd name="connsiteY105" fmla="*/ 47901 h 606722"/>
              <a:gd name="connsiteX106" fmla="*/ 270042 w 607639"/>
              <a:gd name="connsiteY106" fmla="*/ 47901 h 606722"/>
              <a:gd name="connsiteX107" fmla="*/ 246011 w 607639"/>
              <a:gd name="connsiteY107" fmla="*/ 23995 h 606722"/>
              <a:gd name="connsiteX108" fmla="*/ 270042 w 607639"/>
              <a:gd name="connsiteY108" fmla="*/ 0 h 606722"/>
            </a:gdLst>
            <a:ahLst/>
            <a:cxnLst/>
            <a:rect l="l" t="t" r="r" b="b"/>
            <a:pathLst>
              <a:path w="607639" h="606722">
                <a:moveTo>
                  <a:pt x="347041" y="313875"/>
                </a:moveTo>
                <a:cubicBezTo>
                  <a:pt x="365085" y="313875"/>
                  <a:pt x="379713" y="328487"/>
                  <a:pt x="379713" y="346512"/>
                </a:cubicBezTo>
                <a:cubicBezTo>
                  <a:pt x="379713" y="364537"/>
                  <a:pt x="365085" y="379149"/>
                  <a:pt x="347041" y="379149"/>
                </a:cubicBezTo>
                <a:cubicBezTo>
                  <a:pt x="328997" y="379149"/>
                  <a:pt x="314369" y="364537"/>
                  <a:pt x="314369" y="346512"/>
                </a:cubicBezTo>
                <a:cubicBezTo>
                  <a:pt x="314369" y="328487"/>
                  <a:pt x="328997" y="313875"/>
                  <a:pt x="347041" y="313875"/>
                </a:cubicBezTo>
                <a:close/>
                <a:moveTo>
                  <a:pt x="260563" y="213037"/>
                </a:moveTo>
                <a:cubicBezTo>
                  <a:pt x="289773" y="213037"/>
                  <a:pt x="313452" y="236685"/>
                  <a:pt x="313452" y="265856"/>
                </a:cubicBezTo>
                <a:cubicBezTo>
                  <a:pt x="313452" y="295027"/>
                  <a:pt x="289773" y="318675"/>
                  <a:pt x="260563" y="318675"/>
                </a:cubicBezTo>
                <a:cubicBezTo>
                  <a:pt x="231353" y="318675"/>
                  <a:pt x="207674" y="295027"/>
                  <a:pt x="207674" y="265856"/>
                </a:cubicBezTo>
                <a:cubicBezTo>
                  <a:pt x="207674" y="236685"/>
                  <a:pt x="231353" y="213037"/>
                  <a:pt x="260563" y="213037"/>
                </a:cubicBezTo>
                <a:close/>
                <a:moveTo>
                  <a:pt x="303775" y="152236"/>
                </a:moveTo>
                <a:cubicBezTo>
                  <a:pt x="220377" y="152236"/>
                  <a:pt x="152466" y="220045"/>
                  <a:pt x="152466" y="303317"/>
                </a:cubicBezTo>
                <a:cubicBezTo>
                  <a:pt x="152466" y="386678"/>
                  <a:pt x="220377" y="454486"/>
                  <a:pt x="303775" y="454486"/>
                </a:cubicBezTo>
                <a:cubicBezTo>
                  <a:pt x="387262" y="454486"/>
                  <a:pt x="455173" y="386678"/>
                  <a:pt x="455173" y="303317"/>
                </a:cubicBezTo>
                <a:cubicBezTo>
                  <a:pt x="455173" y="220045"/>
                  <a:pt x="387262" y="152236"/>
                  <a:pt x="303775" y="152236"/>
                </a:cubicBezTo>
                <a:close/>
                <a:moveTo>
                  <a:pt x="270042" y="0"/>
                </a:moveTo>
                <a:lnTo>
                  <a:pt x="337597" y="0"/>
                </a:lnTo>
                <a:cubicBezTo>
                  <a:pt x="350859" y="0"/>
                  <a:pt x="361628" y="10753"/>
                  <a:pt x="361628" y="23995"/>
                </a:cubicBezTo>
                <a:cubicBezTo>
                  <a:pt x="361628" y="37237"/>
                  <a:pt x="350859" y="47901"/>
                  <a:pt x="337597" y="47901"/>
                </a:cubicBezTo>
                <a:lnTo>
                  <a:pt x="327806" y="47901"/>
                </a:lnTo>
                <a:lnTo>
                  <a:pt x="327806" y="105756"/>
                </a:lnTo>
                <a:cubicBezTo>
                  <a:pt x="364833" y="110200"/>
                  <a:pt x="398744" y="124864"/>
                  <a:pt x="426691" y="146726"/>
                </a:cubicBezTo>
                <a:lnTo>
                  <a:pt x="467723" y="105756"/>
                </a:lnTo>
                <a:lnTo>
                  <a:pt x="460780" y="98913"/>
                </a:lnTo>
                <a:cubicBezTo>
                  <a:pt x="451435" y="89493"/>
                  <a:pt x="451435" y="74385"/>
                  <a:pt x="460780" y="64965"/>
                </a:cubicBezTo>
                <a:cubicBezTo>
                  <a:pt x="470126" y="55633"/>
                  <a:pt x="485346" y="55633"/>
                  <a:pt x="494691" y="64965"/>
                </a:cubicBezTo>
                <a:lnTo>
                  <a:pt x="530382" y="100602"/>
                </a:lnTo>
                <a:lnTo>
                  <a:pt x="531094" y="101313"/>
                </a:lnTo>
                <a:lnTo>
                  <a:pt x="537414" y="107534"/>
                </a:lnTo>
                <a:lnTo>
                  <a:pt x="537770" y="107978"/>
                </a:lnTo>
                <a:lnTo>
                  <a:pt x="537948" y="108156"/>
                </a:lnTo>
                <a:lnTo>
                  <a:pt x="538482" y="108689"/>
                </a:lnTo>
                <a:lnTo>
                  <a:pt x="538215" y="108423"/>
                </a:lnTo>
                <a:lnTo>
                  <a:pt x="538749" y="108867"/>
                </a:lnTo>
                <a:lnTo>
                  <a:pt x="539105" y="109311"/>
                </a:lnTo>
                <a:lnTo>
                  <a:pt x="542487" y="112688"/>
                </a:lnTo>
                <a:cubicBezTo>
                  <a:pt x="551922" y="122109"/>
                  <a:pt x="551922" y="137217"/>
                  <a:pt x="542487" y="146637"/>
                </a:cubicBezTo>
                <a:cubicBezTo>
                  <a:pt x="533142" y="155969"/>
                  <a:pt x="517922" y="155969"/>
                  <a:pt x="508576" y="146637"/>
                </a:cubicBezTo>
                <a:lnTo>
                  <a:pt x="501634" y="139705"/>
                </a:lnTo>
                <a:lnTo>
                  <a:pt x="460691" y="180675"/>
                </a:lnTo>
                <a:cubicBezTo>
                  <a:pt x="482587" y="208491"/>
                  <a:pt x="497272" y="242440"/>
                  <a:pt x="501723" y="279410"/>
                </a:cubicBezTo>
                <a:lnTo>
                  <a:pt x="559576" y="279410"/>
                </a:lnTo>
                <a:lnTo>
                  <a:pt x="559576" y="269634"/>
                </a:lnTo>
                <a:cubicBezTo>
                  <a:pt x="559576" y="256393"/>
                  <a:pt x="570346" y="245639"/>
                  <a:pt x="583608" y="245639"/>
                </a:cubicBezTo>
                <a:cubicBezTo>
                  <a:pt x="596869" y="245639"/>
                  <a:pt x="607639" y="256393"/>
                  <a:pt x="607639" y="269634"/>
                </a:cubicBezTo>
                <a:lnTo>
                  <a:pt x="607639" y="337088"/>
                </a:lnTo>
                <a:cubicBezTo>
                  <a:pt x="607639" y="350329"/>
                  <a:pt x="596869" y="361083"/>
                  <a:pt x="583608" y="361083"/>
                </a:cubicBezTo>
                <a:cubicBezTo>
                  <a:pt x="570346" y="361083"/>
                  <a:pt x="559576" y="350329"/>
                  <a:pt x="559576" y="337088"/>
                </a:cubicBezTo>
                <a:lnTo>
                  <a:pt x="559576" y="327312"/>
                </a:lnTo>
                <a:lnTo>
                  <a:pt x="501723" y="327312"/>
                </a:lnTo>
                <a:cubicBezTo>
                  <a:pt x="497272" y="364282"/>
                  <a:pt x="482587" y="398142"/>
                  <a:pt x="460691" y="426047"/>
                </a:cubicBezTo>
                <a:lnTo>
                  <a:pt x="501634" y="467017"/>
                </a:lnTo>
                <a:lnTo>
                  <a:pt x="508576" y="460085"/>
                </a:lnTo>
                <a:cubicBezTo>
                  <a:pt x="517922" y="450753"/>
                  <a:pt x="533142" y="450753"/>
                  <a:pt x="542487" y="460085"/>
                </a:cubicBezTo>
                <a:cubicBezTo>
                  <a:pt x="551922" y="469416"/>
                  <a:pt x="551922" y="484613"/>
                  <a:pt x="542487" y="493945"/>
                </a:cubicBezTo>
                <a:cubicBezTo>
                  <a:pt x="512759" y="523717"/>
                  <a:pt x="518456" y="518029"/>
                  <a:pt x="518990" y="517496"/>
                </a:cubicBezTo>
                <a:cubicBezTo>
                  <a:pt x="518545" y="517940"/>
                  <a:pt x="514272" y="522206"/>
                  <a:pt x="494691" y="541668"/>
                </a:cubicBezTo>
                <a:cubicBezTo>
                  <a:pt x="485346" y="551089"/>
                  <a:pt x="470126" y="551089"/>
                  <a:pt x="460780" y="541668"/>
                </a:cubicBezTo>
                <a:cubicBezTo>
                  <a:pt x="451435" y="532337"/>
                  <a:pt x="451435" y="517140"/>
                  <a:pt x="460780" y="507809"/>
                </a:cubicBezTo>
                <a:lnTo>
                  <a:pt x="467723" y="500877"/>
                </a:lnTo>
                <a:lnTo>
                  <a:pt x="426691" y="459996"/>
                </a:lnTo>
                <a:cubicBezTo>
                  <a:pt x="398744" y="481858"/>
                  <a:pt x="364833" y="496522"/>
                  <a:pt x="327806" y="500966"/>
                </a:cubicBezTo>
                <a:lnTo>
                  <a:pt x="327806" y="558732"/>
                </a:lnTo>
                <a:lnTo>
                  <a:pt x="337597" y="558732"/>
                </a:lnTo>
                <a:cubicBezTo>
                  <a:pt x="350859" y="558732"/>
                  <a:pt x="361628" y="569485"/>
                  <a:pt x="361628" y="582727"/>
                </a:cubicBezTo>
                <a:cubicBezTo>
                  <a:pt x="361628" y="595969"/>
                  <a:pt x="350859" y="606722"/>
                  <a:pt x="337597" y="606722"/>
                </a:cubicBezTo>
                <a:lnTo>
                  <a:pt x="270042" y="606722"/>
                </a:lnTo>
                <a:cubicBezTo>
                  <a:pt x="256780" y="606722"/>
                  <a:pt x="246011" y="595969"/>
                  <a:pt x="246011" y="582727"/>
                </a:cubicBezTo>
                <a:cubicBezTo>
                  <a:pt x="246011" y="569485"/>
                  <a:pt x="256780" y="558732"/>
                  <a:pt x="270042" y="558732"/>
                </a:cubicBezTo>
                <a:lnTo>
                  <a:pt x="279833" y="558732"/>
                </a:lnTo>
                <a:lnTo>
                  <a:pt x="279833" y="500966"/>
                </a:lnTo>
                <a:cubicBezTo>
                  <a:pt x="242806" y="496522"/>
                  <a:pt x="208806" y="481858"/>
                  <a:pt x="180948" y="459996"/>
                </a:cubicBezTo>
                <a:lnTo>
                  <a:pt x="139916" y="500877"/>
                </a:lnTo>
                <a:lnTo>
                  <a:pt x="146859" y="507809"/>
                </a:lnTo>
                <a:cubicBezTo>
                  <a:pt x="156204" y="517140"/>
                  <a:pt x="156204" y="532337"/>
                  <a:pt x="146859" y="541668"/>
                </a:cubicBezTo>
                <a:cubicBezTo>
                  <a:pt x="137424" y="551089"/>
                  <a:pt x="122293" y="551089"/>
                  <a:pt x="112859" y="541668"/>
                </a:cubicBezTo>
                <a:lnTo>
                  <a:pt x="77257" y="506120"/>
                </a:lnTo>
                <a:lnTo>
                  <a:pt x="68534" y="497411"/>
                </a:lnTo>
                <a:lnTo>
                  <a:pt x="65063" y="493945"/>
                </a:lnTo>
                <a:cubicBezTo>
                  <a:pt x="55717" y="484613"/>
                  <a:pt x="55717" y="469416"/>
                  <a:pt x="65063" y="460085"/>
                </a:cubicBezTo>
                <a:cubicBezTo>
                  <a:pt x="74497" y="450753"/>
                  <a:pt x="89628" y="450753"/>
                  <a:pt x="99063" y="460085"/>
                </a:cubicBezTo>
                <a:lnTo>
                  <a:pt x="105916" y="467017"/>
                </a:lnTo>
                <a:lnTo>
                  <a:pt x="146948" y="426047"/>
                </a:lnTo>
                <a:cubicBezTo>
                  <a:pt x="125052" y="398142"/>
                  <a:pt x="110367" y="364282"/>
                  <a:pt x="105916" y="327312"/>
                </a:cubicBezTo>
                <a:lnTo>
                  <a:pt x="47974" y="327312"/>
                </a:lnTo>
                <a:lnTo>
                  <a:pt x="47974" y="337088"/>
                </a:lnTo>
                <a:cubicBezTo>
                  <a:pt x="47974" y="350329"/>
                  <a:pt x="37293" y="361083"/>
                  <a:pt x="24031" y="361083"/>
                </a:cubicBezTo>
                <a:cubicBezTo>
                  <a:pt x="10770" y="361083"/>
                  <a:pt x="0" y="350329"/>
                  <a:pt x="0" y="337088"/>
                </a:cubicBezTo>
                <a:lnTo>
                  <a:pt x="0" y="269634"/>
                </a:lnTo>
                <a:cubicBezTo>
                  <a:pt x="0" y="256393"/>
                  <a:pt x="10770" y="245639"/>
                  <a:pt x="24031" y="245639"/>
                </a:cubicBezTo>
                <a:cubicBezTo>
                  <a:pt x="37293" y="245639"/>
                  <a:pt x="47974" y="256393"/>
                  <a:pt x="47974" y="269634"/>
                </a:cubicBezTo>
                <a:lnTo>
                  <a:pt x="47974" y="279410"/>
                </a:lnTo>
                <a:lnTo>
                  <a:pt x="105916" y="279410"/>
                </a:lnTo>
                <a:cubicBezTo>
                  <a:pt x="110367" y="242440"/>
                  <a:pt x="125052" y="208491"/>
                  <a:pt x="146948" y="180675"/>
                </a:cubicBezTo>
                <a:lnTo>
                  <a:pt x="105916" y="139705"/>
                </a:lnTo>
                <a:lnTo>
                  <a:pt x="99063" y="146637"/>
                </a:lnTo>
                <a:cubicBezTo>
                  <a:pt x="89628" y="155969"/>
                  <a:pt x="74497" y="155969"/>
                  <a:pt x="65063" y="146637"/>
                </a:cubicBezTo>
                <a:cubicBezTo>
                  <a:pt x="55717" y="137217"/>
                  <a:pt x="55717" y="122109"/>
                  <a:pt x="65063" y="112688"/>
                </a:cubicBezTo>
                <a:lnTo>
                  <a:pt x="106450" y="71452"/>
                </a:lnTo>
                <a:lnTo>
                  <a:pt x="112859" y="64965"/>
                </a:lnTo>
                <a:cubicBezTo>
                  <a:pt x="122293" y="55633"/>
                  <a:pt x="137424" y="55633"/>
                  <a:pt x="146859" y="64965"/>
                </a:cubicBezTo>
                <a:cubicBezTo>
                  <a:pt x="156204" y="74385"/>
                  <a:pt x="156204" y="89493"/>
                  <a:pt x="146859" y="98913"/>
                </a:cubicBezTo>
                <a:lnTo>
                  <a:pt x="139916" y="105756"/>
                </a:lnTo>
                <a:lnTo>
                  <a:pt x="180948" y="146726"/>
                </a:lnTo>
                <a:cubicBezTo>
                  <a:pt x="208806" y="124864"/>
                  <a:pt x="242806" y="110200"/>
                  <a:pt x="279833" y="105756"/>
                </a:cubicBezTo>
                <a:lnTo>
                  <a:pt x="279833" y="47901"/>
                </a:lnTo>
                <a:lnTo>
                  <a:pt x="270042" y="47901"/>
                </a:lnTo>
                <a:cubicBezTo>
                  <a:pt x="256780" y="47901"/>
                  <a:pt x="246011" y="37237"/>
                  <a:pt x="246011" y="23995"/>
                </a:cubicBezTo>
                <a:cubicBezTo>
                  <a:pt x="246011" y="10753"/>
                  <a:pt x="256780" y="0"/>
                  <a:pt x="270042" y="0"/>
                </a:cubicBezTo>
                <a:close/>
              </a:path>
            </a:pathLst>
          </a:cu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rmAutofit fontScale="40000" lnSpcReduction="20000"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1" name="直接连接符 20"/>
          <p:cNvSpPr>
            <a:spLocks noGrp="1"/>
          </p:cNvSpPr>
          <p:nvPr/>
        </p:nv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图文-3）">
    <p:spTree>
      <p:nvGrpSpPr>
        <p:cNvPr id="1" name=""/>
        <p:cNvGrpSpPr/>
        <p:nvPr/>
      </p:nvGrpSpPr>
      <p:grpSpPr/>
      <p:pic>
        <p:nvPicPr>
          <p:cNvPr id="29" name="图片 28"/>
          <p:cNvPicPr>
            <a:picLocks noChangeAspect="1"/>
          </p:cNvPicPr>
          <p:nvPr/>
        </p:nvPicPr>
        <p:blipFill rotWithShape="1">
          <a:blip r:embed="rId2">
            <a:alphaModFix amt="5000"/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图片占位符 13"/>
          <p:cNvSpPr>
            <a:spLocks noGrp="1"/>
          </p:cNvSpPr>
          <p:nvPr>
            <p:ph type="pic" idx="12"/>
          </p:nvPr>
        </p:nvSpPr>
        <p:spPr>
          <a:xfrm>
            <a:off x="660402" y="2447962"/>
            <a:ext cx="4420885" cy="3686138"/>
          </a:xfrm>
          <a:custGeom>
            <a:avLst/>
            <a:gdLst>
              <a:gd name="connsiteX0" fmla="*/ 0 w 4420885"/>
              <a:gd name="connsiteY0" fmla="*/ 0 h 3686138"/>
              <a:gd name="connsiteX1" fmla="*/ 4420885 w 4420885"/>
              <a:gd name="connsiteY1" fmla="*/ 0 h 3686138"/>
              <a:gd name="connsiteX2" fmla="*/ 4420885 w 4420885"/>
              <a:gd name="connsiteY2" fmla="*/ 3686138 h 3686138"/>
              <a:gd name="connsiteX3" fmla="*/ 0 w 4420885"/>
              <a:gd name="connsiteY3" fmla="*/ 3686138 h 3686138"/>
            </a:gdLst>
            <a:ahLst/>
            <a:cxnLst/>
            <a:rect l="l" t="t" r="r" b="b"/>
            <a:pathLst>
              <a:path w="4420885" h="3686138">
                <a:moveTo>
                  <a:pt x="0" y="0"/>
                </a:moveTo>
                <a:lnTo>
                  <a:pt x="4420885" y="0"/>
                </a:lnTo>
                <a:lnTo>
                  <a:pt x="4420885" y="3686138"/>
                </a:lnTo>
                <a:lnTo>
                  <a:pt x="0" y="368613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/>
        </p:txBody>
      </p:sp>
      <p:sp>
        <p:nvSpPr>
          <p:cNvPr id="25" name="文本占位符 67"/>
          <p:cNvSpPr>
            <a:spLocks noGrp="1"/>
          </p:cNvSpPr>
          <p:nvPr>
            <p:ph type="body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  <a:cs typeface="+mj-ea"/>
              </a:defRPr>
            </a:lvl1pPr>
          </a:lstStyle>
          <a:p>
            <a:pPr lvl="0">
              <a:buNone/>
            </a:pPr>
            <a:r>
              <a:t>请输入你的章节标题</a:t>
            </a:r>
          </a:p>
        </p:txBody>
      </p:sp>
      <p:sp>
        <p:nvSpPr>
          <p:cNvPr id="16" name="任意多边形: 形状 15"/>
          <p:cNvSpPr>
            <a:spLocks noGrp="1"/>
          </p:cNvSpPr>
          <p:nvPr/>
        </p:nvSpPr>
        <p:spPr>
          <a:xfrm>
            <a:off x="5162118" y="2447964"/>
            <a:ext cx="3154730" cy="1802652"/>
          </a:xfrm>
          <a:custGeom>
            <a:avLst/>
            <a:gdLst>
              <a:gd name="connsiteX0" fmla="*/ 0 w 3154730"/>
              <a:gd name="connsiteY0" fmla="*/ 0 h 1829349"/>
              <a:gd name="connsiteX1" fmla="*/ 3154730 w 3154730"/>
              <a:gd name="connsiteY1" fmla="*/ 0 h 1829349"/>
              <a:gd name="connsiteX2" fmla="*/ 3154730 w 3154730"/>
              <a:gd name="connsiteY2" fmla="*/ 1829349 h 1829349"/>
              <a:gd name="connsiteX3" fmla="*/ 0 w 3154730"/>
              <a:gd name="connsiteY3" fmla="*/ 1829349 h 1829349"/>
            </a:gdLst>
            <a:ahLst/>
            <a:cxnLst/>
            <a:rect l="l" t="t" r="r" b="b"/>
            <a:pathLst>
              <a:path w="3154730" h="1829349">
                <a:moveTo>
                  <a:pt x="0" y="0"/>
                </a:moveTo>
                <a:lnTo>
                  <a:pt x="3154730" y="0"/>
                </a:lnTo>
                <a:lnTo>
                  <a:pt x="3154730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7" name="任意多边形: 形状 16"/>
          <p:cNvSpPr>
            <a:spLocks noGrp="1"/>
          </p:cNvSpPr>
          <p:nvPr/>
        </p:nvSpPr>
        <p:spPr>
          <a:xfrm>
            <a:off x="8397680" y="2447964"/>
            <a:ext cx="3154731" cy="1802652"/>
          </a:xfrm>
          <a:custGeom>
            <a:avLst/>
            <a:gdLst>
              <a:gd name="connsiteX0" fmla="*/ 0 w 3154731"/>
              <a:gd name="connsiteY0" fmla="*/ 0 h 1829349"/>
              <a:gd name="connsiteX1" fmla="*/ 3154731 w 3154731"/>
              <a:gd name="connsiteY1" fmla="*/ 0 h 1829349"/>
              <a:gd name="connsiteX2" fmla="*/ 3154731 w 3154731"/>
              <a:gd name="connsiteY2" fmla="*/ 1829349 h 1829349"/>
              <a:gd name="connsiteX3" fmla="*/ 0 w 3154731"/>
              <a:gd name="connsiteY3" fmla="*/ 1829349 h 1829349"/>
            </a:gdLst>
            <a:ahLst/>
            <a:cxnLst/>
            <a:rect l="l" t="t" r="r" b="b"/>
            <a:pathLst>
              <a:path w="3154731" h="1829349">
                <a:moveTo>
                  <a:pt x="0" y="0"/>
                </a:moveTo>
                <a:lnTo>
                  <a:pt x="3154731" y="0"/>
                </a:lnTo>
                <a:lnTo>
                  <a:pt x="3154731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8" name="任意多边形: 形状 17"/>
          <p:cNvSpPr>
            <a:spLocks noGrp="1"/>
          </p:cNvSpPr>
          <p:nvPr/>
        </p:nvSpPr>
        <p:spPr>
          <a:xfrm>
            <a:off x="5162118" y="4331447"/>
            <a:ext cx="3154730" cy="1802654"/>
          </a:xfrm>
          <a:custGeom>
            <a:avLst/>
            <a:gdLst>
              <a:gd name="connsiteX0" fmla="*/ 0 w 3154730"/>
              <a:gd name="connsiteY0" fmla="*/ 0 h 1829349"/>
              <a:gd name="connsiteX1" fmla="*/ 3154730 w 3154730"/>
              <a:gd name="connsiteY1" fmla="*/ 0 h 1829349"/>
              <a:gd name="connsiteX2" fmla="*/ 3154730 w 3154730"/>
              <a:gd name="connsiteY2" fmla="*/ 1829349 h 1829349"/>
              <a:gd name="connsiteX3" fmla="*/ 0 w 3154730"/>
              <a:gd name="connsiteY3" fmla="*/ 1829349 h 1829349"/>
            </a:gdLst>
            <a:ahLst/>
            <a:cxnLst/>
            <a:rect l="l" t="t" r="r" b="b"/>
            <a:pathLst>
              <a:path w="3154730" h="1829349">
                <a:moveTo>
                  <a:pt x="0" y="0"/>
                </a:moveTo>
                <a:lnTo>
                  <a:pt x="3154730" y="0"/>
                </a:lnTo>
                <a:lnTo>
                  <a:pt x="3154730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28" name="任意多边形: 形状 27"/>
          <p:cNvSpPr>
            <a:spLocks noGrp="1"/>
          </p:cNvSpPr>
          <p:nvPr/>
        </p:nvSpPr>
        <p:spPr>
          <a:xfrm>
            <a:off x="8397680" y="4331447"/>
            <a:ext cx="3154731" cy="1802654"/>
          </a:xfrm>
          <a:custGeom>
            <a:avLst/>
            <a:gdLst>
              <a:gd name="connsiteX0" fmla="*/ 0 w 3154731"/>
              <a:gd name="connsiteY0" fmla="*/ 0 h 1829349"/>
              <a:gd name="connsiteX1" fmla="*/ 3154731 w 3154731"/>
              <a:gd name="connsiteY1" fmla="*/ 0 h 1829349"/>
              <a:gd name="connsiteX2" fmla="*/ 3154731 w 3154731"/>
              <a:gd name="connsiteY2" fmla="*/ 1829349 h 1829349"/>
              <a:gd name="connsiteX3" fmla="*/ 0 w 3154731"/>
              <a:gd name="connsiteY3" fmla="*/ 1829349 h 1829349"/>
            </a:gdLst>
            <a:ahLst/>
            <a:cxnLst/>
            <a:rect l="l" t="t" r="r" b="b"/>
            <a:pathLst>
              <a:path w="3154731" h="1829349">
                <a:moveTo>
                  <a:pt x="0" y="0"/>
                </a:moveTo>
                <a:lnTo>
                  <a:pt x="3154731" y="0"/>
                </a:lnTo>
                <a:lnTo>
                  <a:pt x="3154731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" name="文本占位符 8"/>
          <p:cNvSpPr>
            <a:spLocks noGrp="1"/>
          </p:cNvSpPr>
          <p:nvPr>
            <p:ph type="body" idx="13" hasCustomPrompt="1"/>
          </p:nvPr>
        </p:nvSpPr>
        <p:spPr>
          <a:xfrm>
            <a:off x="5398522" y="2612248"/>
            <a:ext cx="2681922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>
              <a:buNone/>
            </a:pPr>
            <a:r>
              <a:t>请输入你的标题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idx="14" hasCustomPrompt="1"/>
          </p:nvPr>
        </p:nvSpPr>
        <p:spPr>
          <a:xfrm>
            <a:off x="5277103" y="3336053"/>
            <a:ext cx="2924760" cy="7392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>
              <a:buNone/>
            </a:pPr>
            <a:r>
              <a:t>请输入你的内容</a:t>
            </a:r>
          </a:p>
        </p:txBody>
      </p:sp>
      <p:sp>
        <p:nvSpPr>
          <p:cNvPr id="46" name="文本占位符 8"/>
          <p:cNvSpPr>
            <a:spLocks noGrp="1"/>
          </p:cNvSpPr>
          <p:nvPr>
            <p:ph type="body" idx="15" hasCustomPrompt="1"/>
          </p:nvPr>
        </p:nvSpPr>
        <p:spPr>
          <a:xfrm>
            <a:off x="8634084" y="2612248"/>
            <a:ext cx="2681922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>
              <a:buNone/>
            </a:pPr>
            <a:r>
              <a:t>请输入你的标题</a:t>
            </a:r>
          </a:p>
        </p:txBody>
      </p:sp>
      <p:sp>
        <p:nvSpPr>
          <p:cNvPr id="47" name="文本占位符 11"/>
          <p:cNvSpPr>
            <a:spLocks noGrp="1"/>
          </p:cNvSpPr>
          <p:nvPr>
            <p:ph type="body" idx="16" hasCustomPrompt="1"/>
          </p:nvPr>
        </p:nvSpPr>
        <p:spPr>
          <a:xfrm>
            <a:off x="8512665" y="3336053"/>
            <a:ext cx="2924760" cy="7392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>
              <a:buNone/>
            </a:pPr>
            <a:r>
              <a:t>请输入你的内容</a:t>
            </a:r>
          </a:p>
        </p:txBody>
      </p:sp>
      <p:sp>
        <p:nvSpPr>
          <p:cNvPr id="48" name="文本占位符 8"/>
          <p:cNvSpPr>
            <a:spLocks noGrp="1"/>
          </p:cNvSpPr>
          <p:nvPr>
            <p:ph type="body" idx="17" hasCustomPrompt="1"/>
          </p:nvPr>
        </p:nvSpPr>
        <p:spPr>
          <a:xfrm>
            <a:off x="8634084" y="4499120"/>
            <a:ext cx="2681922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>
              <a:buNone/>
            </a:pPr>
            <a:r>
              <a:t>请输入你的标题</a:t>
            </a:r>
          </a:p>
        </p:txBody>
      </p:sp>
      <p:sp>
        <p:nvSpPr>
          <p:cNvPr id="49" name="文本占位符 11"/>
          <p:cNvSpPr>
            <a:spLocks noGrp="1"/>
          </p:cNvSpPr>
          <p:nvPr>
            <p:ph type="body" idx="18" hasCustomPrompt="1"/>
          </p:nvPr>
        </p:nvSpPr>
        <p:spPr>
          <a:xfrm>
            <a:off x="8512665" y="5222925"/>
            <a:ext cx="2924760" cy="7392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>
              <a:buNone/>
            </a:pPr>
            <a:r>
              <a:t>请输入你的内容</a:t>
            </a:r>
          </a:p>
        </p:txBody>
      </p:sp>
      <p:sp>
        <p:nvSpPr>
          <p:cNvPr id="50" name="文本占位符 8"/>
          <p:cNvSpPr>
            <a:spLocks noGrp="1"/>
          </p:cNvSpPr>
          <p:nvPr>
            <p:ph type="body" idx="19" hasCustomPrompt="1"/>
          </p:nvPr>
        </p:nvSpPr>
        <p:spPr>
          <a:xfrm>
            <a:off x="5398522" y="4499120"/>
            <a:ext cx="2681922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>
              <a:buNone/>
            </a:pPr>
            <a:r>
              <a:t>请输入你的标题</a:t>
            </a:r>
          </a:p>
        </p:txBody>
      </p:sp>
      <p:sp>
        <p:nvSpPr>
          <p:cNvPr id="51" name="文本占位符 11"/>
          <p:cNvSpPr>
            <a:spLocks noGrp="1"/>
          </p:cNvSpPr>
          <p:nvPr>
            <p:ph type="body" idx="20" hasCustomPrompt="1"/>
          </p:nvPr>
        </p:nvSpPr>
        <p:spPr>
          <a:xfrm>
            <a:off x="5277103" y="5222925"/>
            <a:ext cx="2924760" cy="7392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>
              <a:buNone/>
            </a:pPr>
            <a:r>
              <a:t>请输入你的内容</a:t>
            </a:r>
          </a:p>
        </p:txBody>
      </p:sp>
      <p:sp>
        <p:nvSpPr>
          <p:cNvPr id="52" name="文本占位符 11"/>
          <p:cNvSpPr>
            <a:spLocks noGrp="1"/>
          </p:cNvSpPr>
          <p:nvPr>
            <p:ph type="body" idx="21" hasCustomPrompt="1"/>
          </p:nvPr>
        </p:nvSpPr>
        <p:spPr>
          <a:xfrm>
            <a:off x="660400" y="1337587"/>
            <a:ext cx="10858500" cy="735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>
              <a:buNone/>
            </a:pPr>
            <a:r>
              <a:t>请输入你的内容</a:t>
            </a:r>
          </a:p>
        </p:txBody>
      </p:sp>
      <p:sp>
        <p:nvSpPr>
          <p:cNvPr id="33" name="íṥļîḓê"/>
          <p:cNvSpPr>
            <a:spLocks noGrp="1"/>
          </p:cNvSpPr>
          <p:nvPr/>
        </p:nvSpPr>
        <p:spPr>
          <a:xfrm>
            <a:off x="660400" y="344681"/>
            <a:ext cx="384771" cy="384771"/>
          </a:xfrm>
          <a:prstGeom prst="ellipse">
            <a:avLst/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rmAutofit fontScale="77500" lnSpcReduction="20000"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4" name="íṥlíḓê"/>
          <p:cNvSpPr>
            <a:spLocks noGrp="1"/>
          </p:cNvSpPr>
          <p:nvPr/>
        </p:nvSpPr>
        <p:spPr>
          <a:xfrm>
            <a:off x="695973" y="380253"/>
            <a:ext cx="313624" cy="31362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 fontScale="55000" lnSpcReduction="20000"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5" name="ïśļiḑé"/>
          <p:cNvSpPr>
            <a:spLocks noGrp="1"/>
          </p:cNvSpPr>
          <p:nvPr/>
        </p:nvSpPr>
        <p:spPr>
          <a:xfrm>
            <a:off x="756336" y="440762"/>
            <a:ext cx="192896" cy="192603"/>
          </a:xfrm>
          <a:custGeom>
            <a:avLst/>
            <a:gdLst>
              <a:gd name="connsiteX0" fmla="*/ 347041 w 607639"/>
              <a:gd name="connsiteY0" fmla="*/ 313875 h 606722"/>
              <a:gd name="connsiteX1" fmla="*/ 379713 w 607639"/>
              <a:gd name="connsiteY1" fmla="*/ 346512 h 606722"/>
              <a:gd name="connsiteX2" fmla="*/ 347041 w 607639"/>
              <a:gd name="connsiteY2" fmla="*/ 379149 h 606722"/>
              <a:gd name="connsiteX3" fmla="*/ 314369 w 607639"/>
              <a:gd name="connsiteY3" fmla="*/ 346512 h 606722"/>
              <a:gd name="connsiteX4" fmla="*/ 347041 w 607639"/>
              <a:gd name="connsiteY4" fmla="*/ 313875 h 606722"/>
              <a:gd name="connsiteX5" fmla="*/ 260563 w 607639"/>
              <a:gd name="connsiteY5" fmla="*/ 213037 h 606722"/>
              <a:gd name="connsiteX6" fmla="*/ 313452 w 607639"/>
              <a:gd name="connsiteY6" fmla="*/ 265856 h 606722"/>
              <a:gd name="connsiteX7" fmla="*/ 260563 w 607639"/>
              <a:gd name="connsiteY7" fmla="*/ 318675 h 606722"/>
              <a:gd name="connsiteX8" fmla="*/ 207674 w 607639"/>
              <a:gd name="connsiteY8" fmla="*/ 265856 h 606722"/>
              <a:gd name="connsiteX9" fmla="*/ 260563 w 607639"/>
              <a:gd name="connsiteY9" fmla="*/ 213037 h 606722"/>
              <a:gd name="connsiteX10" fmla="*/ 303775 w 607639"/>
              <a:gd name="connsiteY10" fmla="*/ 152236 h 606722"/>
              <a:gd name="connsiteX11" fmla="*/ 152466 w 607639"/>
              <a:gd name="connsiteY11" fmla="*/ 303317 h 606722"/>
              <a:gd name="connsiteX12" fmla="*/ 303775 w 607639"/>
              <a:gd name="connsiteY12" fmla="*/ 454486 h 606722"/>
              <a:gd name="connsiteX13" fmla="*/ 455173 w 607639"/>
              <a:gd name="connsiteY13" fmla="*/ 303317 h 606722"/>
              <a:gd name="connsiteX14" fmla="*/ 303775 w 607639"/>
              <a:gd name="connsiteY14" fmla="*/ 152236 h 606722"/>
              <a:gd name="connsiteX15" fmla="*/ 270042 w 607639"/>
              <a:gd name="connsiteY15" fmla="*/ 0 h 606722"/>
              <a:gd name="connsiteX16" fmla="*/ 337597 w 607639"/>
              <a:gd name="connsiteY16" fmla="*/ 0 h 606722"/>
              <a:gd name="connsiteX17" fmla="*/ 361628 w 607639"/>
              <a:gd name="connsiteY17" fmla="*/ 23995 h 606722"/>
              <a:gd name="connsiteX18" fmla="*/ 337597 w 607639"/>
              <a:gd name="connsiteY18" fmla="*/ 47901 h 606722"/>
              <a:gd name="connsiteX19" fmla="*/ 327806 w 607639"/>
              <a:gd name="connsiteY19" fmla="*/ 47901 h 606722"/>
              <a:gd name="connsiteX20" fmla="*/ 327806 w 607639"/>
              <a:gd name="connsiteY20" fmla="*/ 105756 h 606722"/>
              <a:gd name="connsiteX21" fmla="*/ 426691 w 607639"/>
              <a:gd name="connsiteY21" fmla="*/ 146726 h 606722"/>
              <a:gd name="connsiteX22" fmla="*/ 467723 w 607639"/>
              <a:gd name="connsiteY22" fmla="*/ 105756 h 606722"/>
              <a:gd name="connsiteX23" fmla="*/ 460780 w 607639"/>
              <a:gd name="connsiteY23" fmla="*/ 98913 h 606722"/>
              <a:gd name="connsiteX24" fmla="*/ 460780 w 607639"/>
              <a:gd name="connsiteY24" fmla="*/ 64965 h 606722"/>
              <a:gd name="connsiteX25" fmla="*/ 494691 w 607639"/>
              <a:gd name="connsiteY25" fmla="*/ 64965 h 606722"/>
              <a:gd name="connsiteX26" fmla="*/ 530382 w 607639"/>
              <a:gd name="connsiteY26" fmla="*/ 100602 h 606722"/>
              <a:gd name="connsiteX27" fmla="*/ 531094 w 607639"/>
              <a:gd name="connsiteY27" fmla="*/ 101313 h 606722"/>
              <a:gd name="connsiteX28" fmla="*/ 537414 w 607639"/>
              <a:gd name="connsiteY28" fmla="*/ 107534 h 606722"/>
              <a:gd name="connsiteX29" fmla="*/ 537770 w 607639"/>
              <a:gd name="connsiteY29" fmla="*/ 107978 h 606722"/>
              <a:gd name="connsiteX30" fmla="*/ 537948 w 607639"/>
              <a:gd name="connsiteY30" fmla="*/ 108156 h 606722"/>
              <a:gd name="connsiteX31" fmla="*/ 538482 w 607639"/>
              <a:gd name="connsiteY31" fmla="*/ 108689 h 606722"/>
              <a:gd name="connsiteX32" fmla="*/ 538215 w 607639"/>
              <a:gd name="connsiteY32" fmla="*/ 108423 h 606722"/>
              <a:gd name="connsiteX33" fmla="*/ 538749 w 607639"/>
              <a:gd name="connsiteY33" fmla="*/ 108867 h 606722"/>
              <a:gd name="connsiteX34" fmla="*/ 539105 w 607639"/>
              <a:gd name="connsiteY34" fmla="*/ 109311 h 606722"/>
              <a:gd name="connsiteX35" fmla="*/ 542487 w 607639"/>
              <a:gd name="connsiteY35" fmla="*/ 112688 h 606722"/>
              <a:gd name="connsiteX36" fmla="*/ 542487 w 607639"/>
              <a:gd name="connsiteY36" fmla="*/ 146637 h 606722"/>
              <a:gd name="connsiteX37" fmla="*/ 508576 w 607639"/>
              <a:gd name="connsiteY37" fmla="*/ 146637 h 606722"/>
              <a:gd name="connsiteX38" fmla="*/ 501634 w 607639"/>
              <a:gd name="connsiteY38" fmla="*/ 139705 h 606722"/>
              <a:gd name="connsiteX39" fmla="*/ 460691 w 607639"/>
              <a:gd name="connsiteY39" fmla="*/ 180675 h 606722"/>
              <a:gd name="connsiteX40" fmla="*/ 501723 w 607639"/>
              <a:gd name="connsiteY40" fmla="*/ 279410 h 606722"/>
              <a:gd name="connsiteX41" fmla="*/ 559576 w 607639"/>
              <a:gd name="connsiteY41" fmla="*/ 279410 h 606722"/>
              <a:gd name="connsiteX42" fmla="*/ 559576 w 607639"/>
              <a:gd name="connsiteY42" fmla="*/ 269634 h 606722"/>
              <a:gd name="connsiteX43" fmla="*/ 583608 w 607639"/>
              <a:gd name="connsiteY43" fmla="*/ 245639 h 606722"/>
              <a:gd name="connsiteX44" fmla="*/ 607639 w 607639"/>
              <a:gd name="connsiteY44" fmla="*/ 269634 h 606722"/>
              <a:gd name="connsiteX45" fmla="*/ 607639 w 607639"/>
              <a:gd name="connsiteY45" fmla="*/ 337088 h 606722"/>
              <a:gd name="connsiteX46" fmla="*/ 583608 w 607639"/>
              <a:gd name="connsiteY46" fmla="*/ 361083 h 606722"/>
              <a:gd name="connsiteX47" fmla="*/ 559576 w 607639"/>
              <a:gd name="connsiteY47" fmla="*/ 337088 h 606722"/>
              <a:gd name="connsiteX48" fmla="*/ 559576 w 607639"/>
              <a:gd name="connsiteY48" fmla="*/ 327312 h 606722"/>
              <a:gd name="connsiteX49" fmla="*/ 501723 w 607639"/>
              <a:gd name="connsiteY49" fmla="*/ 327312 h 606722"/>
              <a:gd name="connsiteX50" fmla="*/ 460691 w 607639"/>
              <a:gd name="connsiteY50" fmla="*/ 426047 h 606722"/>
              <a:gd name="connsiteX51" fmla="*/ 501634 w 607639"/>
              <a:gd name="connsiteY51" fmla="*/ 467017 h 606722"/>
              <a:gd name="connsiteX52" fmla="*/ 508576 w 607639"/>
              <a:gd name="connsiteY52" fmla="*/ 460085 h 606722"/>
              <a:gd name="connsiteX53" fmla="*/ 542487 w 607639"/>
              <a:gd name="connsiteY53" fmla="*/ 460085 h 606722"/>
              <a:gd name="connsiteX54" fmla="*/ 542487 w 607639"/>
              <a:gd name="connsiteY54" fmla="*/ 493945 h 606722"/>
              <a:gd name="connsiteX55" fmla="*/ 518990 w 607639"/>
              <a:gd name="connsiteY55" fmla="*/ 517496 h 606722"/>
              <a:gd name="connsiteX56" fmla="*/ 494691 w 607639"/>
              <a:gd name="connsiteY56" fmla="*/ 541668 h 606722"/>
              <a:gd name="connsiteX57" fmla="*/ 460780 w 607639"/>
              <a:gd name="connsiteY57" fmla="*/ 541668 h 606722"/>
              <a:gd name="connsiteX58" fmla="*/ 460780 w 607639"/>
              <a:gd name="connsiteY58" fmla="*/ 507809 h 606722"/>
              <a:gd name="connsiteX59" fmla="*/ 467723 w 607639"/>
              <a:gd name="connsiteY59" fmla="*/ 500877 h 606722"/>
              <a:gd name="connsiteX60" fmla="*/ 426691 w 607639"/>
              <a:gd name="connsiteY60" fmla="*/ 459996 h 606722"/>
              <a:gd name="connsiteX61" fmla="*/ 327806 w 607639"/>
              <a:gd name="connsiteY61" fmla="*/ 500966 h 606722"/>
              <a:gd name="connsiteX62" fmla="*/ 327806 w 607639"/>
              <a:gd name="connsiteY62" fmla="*/ 558732 h 606722"/>
              <a:gd name="connsiteX63" fmla="*/ 337597 w 607639"/>
              <a:gd name="connsiteY63" fmla="*/ 558732 h 606722"/>
              <a:gd name="connsiteX64" fmla="*/ 361628 w 607639"/>
              <a:gd name="connsiteY64" fmla="*/ 582727 h 606722"/>
              <a:gd name="connsiteX65" fmla="*/ 337597 w 607639"/>
              <a:gd name="connsiteY65" fmla="*/ 606722 h 606722"/>
              <a:gd name="connsiteX66" fmla="*/ 270042 w 607639"/>
              <a:gd name="connsiteY66" fmla="*/ 606722 h 606722"/>
              <a:gd name="connsiteX67" fmla="*/ 246011 w 607639"/>
              <a:gd name="connsiteY67" fmla="*/ 582727 h 606722"/>
              <a:gd name="connsiteX68" fmla="*/ 270042 w 607639"/>
              <a:gd name="connsiteY68" fmla="*/ 558732 h 606722"/>
              <a:gd name="connsiteX69" fmla="*/ 279833 w 607639"/>
              <a:gd name="connsiteY69" fmla="*/ 558732 h 606722"/>
              <a:gd name="connsiteX70" fmla="*/ 279833 w 607639"/>
              <a:gd name="connsiteY70" fmla="*/ 500966 h 606722"/>
              <a:gd name="connsiteX71" fmla="*/ 180948 w 607639"/>
              <a:gd name="connsiteY71" fmla="*/ 459996 h 606722"/>
              <a:gd name="connsiteX72" fmla="*/ 139916 w 607639"/>
              <a:gd name="connsiteY72" fmla="*/ 500877 h 606722"/>
              <a:gd name="connsiteX73" fmla="*/ 146859 w 607639"/>
              <a:gd name="connsiteY73" fmla="*/ 507809 h 606722"/>
              <a:gd name="connsiteX74" fmla="*/ 146859 w 607639"/>
              <a:gd name="connsiteY74" fmla="*/ 541668 h 606722"/>
              <a:gd name="connsiteX75" fmla="*/ 112859 w 607639"/>
              <a:gd name="connsiteY75" fmla="*/ 541668 h 606722"/>
              <a:gd name="connsiteX76" fmla="*/ 77257 w 607639"/>
              <a:gd name="connsiteY76" fmla="*/ 506120 h 606722"/>
              <a:gd name="connsiteX77" fmla="*/ 68534 w 607639"/>
              <a:gd name="connsiteY77" fmla="*/ 497411 h 606722"/>
              <a:gd name="connsiteX78" fmla="*/ 65063 w 607639"/>
              <a:gd name="connsiteY78" fmla="*/ 493945 h 606722"/>
              <a:gd name="connsiteX79" fmla="*/ 65063 w 607639"/>
              <a:gd name="connsiteY79" fmla="*/ 460085 h 606722"/>
              <a:gd name="connsiteX80" fmla="*/ 99063 w 607639"/>
              <a:gd name="connsiteY80" fmla="*/ 460085 h 606722"/>
              <a:gd name="connsiteX81" fmla="*/ 105916 w 607639"/>
              <a:gd name="connsiteY81" fmla="*/ 467017 h 606722"/>
              <a:gd name="connsiteX82" fmla="*/ 146948 w 607639"/>
              <a:gd name="connsiteY82" fmla="*/ 426047 h 606722"/>
              <a:gd name="connsiteX83" fmla="*/ 105916 w 607639"/>
              <a:gd name="connsiteY83" fmla="*/ 327312 h 606722"/>
              <a:gd name="connsiteX84" fmla="*/ 47974 w 607639"/>
              <a:gd name="connsiteY84" fmla="*/ 327312 h 606722"/>
              <a:gd name="connsiteX85" fmla="*/ 47974 w 607639"/>
              <a:gd name="connsiteY85" fmla="*/ 337088 h 606722"/>
              <a:gd name="connsiteX86" fmla="*/ 24031 w 607639"/>
              <a:gd name="connsiteY86" fmla="*/ 361083 h 606722"/>
              <a:gd name="connsiteX87" fmla="*/ 0 w 607639"/>
              <a:gd name="connsiteY87" fmla="*/ 337088 h 606722"/>
              <a:gd name="connsiteX88" fmla="*/ 0 w 607639"/>
              <a:gd name="connsiteY88" fmla="*/ 269634 h 606722"/>
              <a:gd name="connsiteX89" fmla="*/ 24031 w 607639"/>
              <a:gd name="connsiteY89" fmla="*/ 245639 h 606722"/>
              <a:gd name="connsiteX90" fmla="*/ 47974 w 607639"/>
              <a:gd name="connsiteY90" fmla="*/ 269634 h 606722"/>
              <a:gd name="connsiteX91" fmla="*/ 47974 w 607639"/>
              <a:gd name="connsiteY91" fmla="*/ 279410 h 606722"/>
              <a:gd name="connsiteX92" fmla="*/ 105916 w 607639"/>
              <a:gd name="connsiteY92" fmla="*/ 279410 h 606722"/>
              <a:gd name="connsiteX93" fmla="*/ 146948 w 607639"/>
              <a:gd name="connsiteY93" fmla="*/ 180675 h 606722"/>
              <a:gd name="connsiteX94" fmla="*/ 105916 w 607639"/>
              <a:gd name="connsiteY94" fmla="*/ 139705 h 606722"/>
              <a:gd name="connsiteX95" fmla="*/ 99063 w 607639"/>
              <a:gd name="connsiteY95" fmla="*/ 146637 h 606722"/>
              <a:gd name="connsiteX96" fmla="*/ 65063 w 607639"/>
              <a:gd name="connsiteY96" fmla="*/ 146637 h 606722"/>
              <a:gd name="connsiteX97" fmla="*/ 65063 w 607639"/>
              <a:gd name="connsiteY97" fmla="*/ 112688 h 606722"/>
              <a:gd name="connsiteX98" fmla="*/ 106450 w 607639"/>
              <a:gd name="connsiteY98" fmla="*/ 71452 h 606722"/>
              <a:gd name="connsiteX99" fmla="*/ 112859 w 607639"/>
              <a:gd name="connsiteY99" fmla="*/ 64965 h 606722"/>
              <a:gd name="connsiteX100" fmla="*/ 146859 w 607639"/>
              <a:gd name="connsiteY100" fmla="*/ 64965 h 606722"/>
              <a:gd name="connsiteX101" fmla="*/ 146859 w 607639"/>
              <a:gd name="connsiteY101" fmla="*/ 98913 h 606722"/>
              <a:gd name="connsiteX102" fmla="*/ 139916 w 607639"/>
              <a:gd name="connsiteY102" fmla="*/ 105756 h 606722"/>
              <a:gd name="connsiteX103" fmla="*/ 180948 w 607639"/>
              <a:gd name="connsiteY103" fmla="*/ 146726 h 606722"/>
              <a:gd name="connsiteX104" fmla="*/ 279833 w 607639"/>
              <a:gd name="connsiteY104" fmla="*/ 105756 h 606722"/>
              <a:gd name="connsiteX105" fmla="*/ 279833 w 607639"/>
              <a:gd name="connsiteY105" fmla="*/ 47901 h 606722"/>
              <a:gd name="connsiteX106" fmla="*/ 270042 w 607639"/>
              <a:gd name="connsiteY106" fmla="*/ 47901 h 606722"/>
              <a:gd name="connsiteX107" fmla="*/ 246011 w 607639"/>
              <a:gd name="connsiteY107" fmla="*/ 23995 h 606722"/>
              <a:gd name="connsiteX108" fmla="*/ 270042 w 607639"/>
              <a:gd name="connsiteY108" fmla="*/ 0 h 606722"/>
            </a:gdLst>
            <a:ahLst/>
            <a:cxnLst/>
            <a:rect l="l" t="t" r="r" b="b"/>
            <a:pathLst>
              <a:path w="607639" h="606722">
                <a:moveTo>
                  <a:pt x="347041" y="313875"/>
                </a:moveTo>
                <a:cubicBezTo>
                  <a:pt x="365085" y="313875"/>
                  <a:pt x="379713" y="328487"/>
                  <a:pt x="379713" y="346512"/>
                </a:cubicBezTo>
                <a:cubicBezTo>
                  <a:pt x="379713" y="364537"/>
                  <a:pt x="365085" y="379149"/>
                  <a:pt x="347041" y="379149"/>
                </a:cubicBezTo>
                <a:cubicBezTo>
                  <a:pt x="328997" y="379149"/>
                  <a:pt x="314369" y="364537"/>
                  <a:pt x="314369" y="346512"/>
                </a:cubicBezTo>
                <a:cubicBezTo>
                  <a:pt x="314369" y="328487"/>
                  <a:pt x="328997" y="313875"/>
                  <a:pt x="347041" y="313875"/>
                </a:cubicBezTo>
                <a:close/>
                <a:moveTo>
                  <a:pt x="260563" y="213037"/>
                </a:moveTo>
                <a:cubicBezTo>
                  <a:pt x="289773" y="213037"/>
                  <a:pt x="313452" y="236685"/>
                  <a:pt x="313452" y="265856"/>
                </a:cubicBezTo>
                <a:cubicBezTo>
                  <a:pt x="313452" y="295027"/>
                  <a:pt x="289773" y="318675"/>
                  <a:pt x="260563" y="318675"/>
                </a:cubicBezTo>
                <a:cubicBezTo>
                  <a:pt x="231353" y="318675"/>
                  <a:pt x="207674" y="295027"/>
                  <a:pt x="207674" y="265856"/>
                </a:cubicBezTo>
                <a:cubicBezTo>
                  <a:pt x="207674" y="236685"/>
                  <a:pt x="231353" y="213037"/>
                  <a:pt x="260563" y="213037"/>
                </a:cubicBezTo>
                <a:close/>
                <a:moveTo>
                  <a:pt x="303775" y="152236"/>
                </a:moveTo>
                <a:cubicBezTo>
                  <a:pt x="220377" y="152236"/>
                  <a:pt x="152466" y="220045"/>
                  <a:pt x="152466" y="303317"/>
                </a:cubicBezTo>
                <a:cubicBezTo>
                  <a:pt x="152466" y="386678"/>
                  <a:pt x="220377" y="454486"/>
                  <a:pt x="303775" y="454486"/>
                </a:cubicBezTo>
                <a:cubicBezTo>
                  <a:pt x="387262" y="454486"/>
                  <a:pt x="455173" y="386678"/>
                  <a:pt x="455173" y="303317"/>
                </a:cubicBezTo>
                <a:cubicBezTo>
                  <a:pt x="455173" y="220045"/>
                  <a:pt x="387262" y="152236"/>
                  <a:pt x="303775" y="152236"/>
                </a:cubicBezTo>
                <a:close/>
                <a:moveTo>
                  <a:pt x="270042" y="0"/>
                </a:moveTo>
                <a:lnTo>
                  <a:pt x="337597" y="0"/>
                </a:lnTo>
                <a:cubicBezTo>
                  <a:pt x="350859" y="0"/>
                  <a:pt x="361628" y="10753"/>
                  <a:pt x="361628" y="23995"/>
                </a:cubicBezTo>
                <a:cubicBezTo>
                  <a:pt x="361628" y="37237"/>
                  <a:pt x="350859" y="47901"/>
                  <a:pt x="337597" y="47901"/>
                </a:cubicBezTo>
                <a:lnTo>
                  <a:pt x="327806" y="47901"/>
                </a:lnTo>
                <a:lnTo>
                  <a:pt x="327806" y="105756"/>
                </a:lnTo>
                <a:cubicBezTo>
                  <a:pt x="364833" y="110200"/>
                  <a:pt x="398744" y="124864"/>
                  <a:pt x="426691" y="146726"/>
                </a:cubicBezTo>
                <a:lnTo>
                  <a:pt x="467723" y="105756"/>
                </a:lnTo>
                <a:lnTo>
                  <a:pt x="460780" y="98913"/>
                </a:lnTo>
                <a:cubicBezTo>
                  <a:pt x="451435" y="89493"/>
                  <a:pt x="451435" y="74385"/>
                  <a:pt x="460780" y="64965"/>
                </a:cubicBezTo>
                <a:cubicBezTo>
                  <a:pt x="470126" y="55633"/>
                  <a:pt x="485346" y="55633"/>
                  <a:pt x="494691" y="64965"/>
                </a:cubicBezTo>
                <a:lnTo>
                  <a:pt x="530382" y="100602"/>
                </a:lnTo>
                <a:lnTo>
                  <a:pt x="531094" y="101313"/>
                </a:lnTo>
                <a:lnTo>
                  <a:pt x="537414" y="107534"/>
                </a:lnTo>
                <a:lnTo>
                  <a:pt x="537770" y="107978"/>
                </a:lnTo>
                <a:lnTo>
                  <a:pt x="537948" y="108156"/>
                </a:lnTo>
                <a:lnTo>
                  <a:pt x="538482" y="108689"/>
                </a:lnTo>
                <a:lnTo>
                  <a:pt x="538215" y="108423"/>
                </a:lnTo>
                <a:lnTo>
                  <a:pt x="538749" y="108867"/>
                </a:lnTo>
                <a:lnTo>
                  <a:pt x="539105" y="109311"/>
                </a:lnTo>
                <a:lnTo>
                  <a:pt x="542487" y="112688"/>
                </a:lnTo>
                <a:cubicBezTo>
                  <a:pt x="551922" y="122109"/>
                  <a:pt x="551922" y="137217"/>
                  <a:pt x="542487" y="146637"/>
                </a:cubicBezTo>
                <a:cubicBezTo>
                  <a:pt x="533142" y="155969"/>
                  <a:pt x="517922" y="155969"/>
                  <a:pt x="508576" y="146637"/>
                </a:cubicBezTo>
                <a:lnTo>
                  <a:pt x="501634" y="139705"/>
                </a:lnTo>
                <a:lnTo>
                  <a:pt x="460691" y="180675"/>
                </a:lnTo>
                <a:cubicBezTo>
                  <a:pt x="482587" y="208491"/>
                  <a:pt x="497272" y="242440"/>
                  <a:pt x="501723" y="279410"/>
                </a:cubicBezTo>
                <a:lnTo>
                  <a:pt x="559576" y="279410"/>
                </a:lnTo>
                <a:lnTo>
                  <a:pt x="559576" y="269634"/>
                </a:lnTo>
                <a:cubicBezTo>
                  <a:pt x="559576" y="256393"/>
                  <a:pt x="570346" y="245639"/>
                  <a:pt x="583608" y="245639"/>
                </a:cubicBezTo>
                <a:cubicBezTo>
                  <a:pt x="596869" y="245639"/>
                  <a:pt x="607639" y="256393"/>
                  <a:pt x="607639" y="269634"/>
                </a:cubicBezTo>
                <a:lnTo>
                  <a:pt x="607639" y="337088"/>
                </a:lnTo>
                <a:cubicBezTo>
                  <a:pt x="607639" y="350329"/>
                  <a:pt x="596869" y="361083"/>
                  <a:pt x="583608" y="361083"/>
                </a:cubicBezTo>
                <a:cubicBezTo>
                  <a:pt x="570346" y="361083"/>
                  <a:pt x="559576" y="350329"/>
                  <a:pt x="559576" y="337088"/>
                </a:cubicBezTo>
                <a:lnTo>
                  <a:pt x="559576" y="327312"/>
                </a:lnTo>
                <a:lnTo>
                  <a:pt x="501723" y="327312"/>
                </a:lnTo>
                <a:cubicBezTo>
                  <a:pt x="497272" y="364282"/>
                  <a:pt x="482587" y="398142"/>
                  <a:pt x="460691" y="426047"/>
                </a:cubicBezTo>
                <a:lnTo>
                  <a:pt x="501634" y="467017"/>
                </a:lnTo>
                <a:lnTo>
                  <a:pt x="508576" y="460085"/>
                </a:lnTo>
                <a:cubicBezTo>
                  <a:pt x="517922" y="450753"/>
                  <a:pt x="533142" y="450753"/>
                  <a:pt x="542487" y="460085"/>
                </a:cubicBezTo>
                <a:cubicBezTo>
                  <a:pt x="551922" y="469416"/>
                  <a:pt x="551922" y="484613"/>
                  <a:pt x="542487" y="493945"/>
                </a:cubicBezTo>
                <a:cubicBezTo>
                  <a:pt x="512759" y="523717"/>
                  <a:pt x="518456" y="518029"/>
                  <a:pt x="518990" y="517496"/>
                </a:cubicBezTo>
                <a:cubicBezTo>
                  <a:pt x="518545" y="517940"/>
                  <a:pt x="514272" y="522206"/>
                  <a:pt x="494691" y="541668"/>
                </a:cubicBezTo>
                <a:cubicBezTo>
                  <a:pt x="485346" y="551089"/>
                  <a:pt x="470126" y="551089"/>
                  <a:pt x="460780" y="541668"/>
                </a:cubicBezTo>
                <a:cubicBezTo>
                  <a:pt x="451435" y="532337"/>
                  <a:pt x="451435" y="517140"/>
                  <a:pt x="460780" y="507809"/>
                </a:cubicBezTo>
                <a:lnTo>
                  <a:pt x="467723" y="500877"/>
                </a:lnTo>
                <a:lnTo>
                  <a:pt x="426691" y="459996"/>
                </a:lnTo>
                <a:cubicBezTo>
                  <a:pt x="398744" y="481858"/>
                  <a:pt x="364833" y="496522"/>
                  <a:pt x="327806" y="500966"/>
                </a:cubicBezTo>
                <a:lnTo>
                  <a:pt x="327806" y="558732"/>
                </a:lnTo>
                <a:lnTo>
                  <a:pt x="337597" y="558732"/>
                </a:lnTo>
                <a:cubicBezTo>
                  <a:pt x="350859" y="558732"/>
                  <a:pt x="361628" y="569485"/>
                  <a:pt x="361628" y="582727"/>
                </a:cubicBezTo>
                <a:cubicBezTo>
                  <a:pt x="361628" y="595969"/>
                  <a:pt x="350859" y="606722"/>
                  <a:pt x="337597" y="606722"/>
                </a:cubicBezTo>
                <a:lnTo>
                  <a:pt x="270042" y="606722"/>
                </a:lnTo>
                <a:cubicBezTo>
                  <a:pt x="256780" y="606722"/>
                  <a:pt x="246011" y="595969"/>
                  <a:pt x="246011" y="582727"/>
                </a:cubicBezTo>
                <a:cubicBezTo>
                  <a:pt x="246011" y="569485"/>
                  <a:pt x="256780" y="558732"/>
                  <a:pt x="270042" y="558732"/>
                </a:cubicBezTo>
                <a:lnTo>
                  <a:pt x="279833" y="558732"/>
                </a:lnTo>
                <a:lnTo>
                  <a:pt x="279833" y="500966"/>
                </a:lnTo>
                <a:cubicBezTo>
                  <a:pt x="242806" y="496522"/>
                  <a:pt x="208806" y="481858"/>
                  <a:pt x="180948" y="459996"/>
                </a:cubicBezTo>
                <a:lnTo>
                  <a:pt x="139916" y="500877"/>
                </a:lnTo>
                <a:lnTo>
                  <a:pt x="146859" y="507809"/>
                </a:lnTo>
                <a:cubicBezTo>
                  <a:pt x="156204" y="517140"/>
                  <a:pt x="156204" y="532337"/>
                  <a:pt x="146859" y="541668"/>
                </a:cubicBezTo>
                <a:cubicBezTo>
                  <a:pt x="137424" y="551089"/>
                  <a:pt x="122293" y="551089"/>
                  <a:pt x="112859" y="541668"/>
                </a:cubicBezTo>
                <a:lnTo>
                  <a:pt x="77257" y="506120"/>
                </a:lnTo>
                <a:lnTo>
                  <a:pt x="68534" y="497411"/>
                </a:lnTo>
                <a:lnTo>
                  <a:pt x="65063" y="493945"/>
                </a:lnTo>
                <a:cubicBezTo>
                  <a:pt x="55717" y="484613"/>
                  <a:pt x="55717" y="469416"/>
                  <a:pt x="65063" y="460085"/>
                </a:cubicBezTo>
                <a:cubicBezTo>
                  <a:pt x="74497" y="450753"/>
                  <a:pt x="89628" y="450753"/>
                  <a:pt x="99063" y="460085"/>
                </a:cubicBezTo>
                <a:lnTo>
                  <a:pt x="105916" y="467017"/>
                </a:lnTo>
                <a:lnTo>
                  <a:pt x="146948" y="426047"/>
                </a:lnTo>
                <a:cubicBezTo>
                  <a:pt x="125052" y="398142"/>
                  <a:pt x="110367" y="364282"/>
                  <a:pt x="105916" y="327312"/>
                </a:cubicBezTo>
                <a:lnTo>
                  <a:pt x="47974" y="327312"/>
                </a:lnTo>
                <a:lnTo>
                  <a:pt x="47974" y="337088"/>
                </a:lnTo>
                <a:cubicBezTo>
                  <a:pt x="47974" y="350329"/>
                  <a:pt x="37293" y="361083"/>
                  <a:pt x="24031" y="361083"/>
                </a:cubicBezTo>
                <a:cubicBezTo>
                  <a:pt x="10770" y="361083"/>
                  <a:pt x="0" y="350329"/>
                  <a:pt x="0" y="337088"/>
                </a:cubicBezTo>
                <a:lnTo>
                  <a:pt x="0" y="269634"/>
                </a:lnTo>
                <a:cubicBezTo>
                  <a:pt x="0" y="256393"/>
                  <a:pt x="10770" y="245639"/>
                  <a:pt x="24031" y="245639"/>
                </a:cubicBezTo>
                <a:cubicBezTo>
                  <a:pt x="37293" y="245639"/>
                  <a:pt x="47974" y="256393"/>
                  <a:pt x="47974" y="269634"/>
                </a:cubicBezTo>
                <a:lnTo>
                  <a:pt x="47974" y="279410"/>
                </a:lnTo>
                <a:lnTo>
                  <a:pt x="105916" y="279410"/>
                </a:lnTo>
                <a:cubicBezTo>
                  <a:pt x="110367" y="242440"/>
                  <a:pt x="125052" y="208491"/>
                  <a:pt x="146948" y="180675"/>
                </a:cubicBezTo>
                <a:lnTo>
                  <a:pt x="105916" y="139705"/>
                </a:lnTo>
                <a:lnTo>
                  <a:pt x="99063" y="146637"/>
                </a:lnTo>
                <a:cubicBezTo>
                  <a:pt x="89628" y="155969"/>
                  <a:pt x="74497" y="155969"/>
                  <a:pt x="65063" y="146637"/>
                </a:cubicBezTo>
                <a:cubicBezTo>
                  <a:pt x="55717" y="137217"/>
                  <a:pt x="55717" y="122109"/>
                  <a:pt x="65063" y="112688"/>
                </a:cubicBezTo>
                <a:lnTo>
                  <a:pt x="106450" y="71452"/>
                </a:lnTo>
                <a:lnTo>
                  <a:pt x="112859" y="64965"/>
                </a:lnTo>
                <a:cubicBezTo>
                  <a:pt x="122293" y="55633"/>
                  <a:pt x="137424" y="55633"/>
                  <a:pt x="146859" y="64965"/>
                </a:cubicBezTo>
                <a:cubicBezTo>
                  <a:pt x="156204" y="74385"/>
                  <a:pt x="156204" y="89493"/>
                  <a:pt x="146859" y="98913"/>
                </a:cubicBezTo>
                <a:lnTo>
                  <a:pt x="139916" y="105756"/>
                </a:lnTo>
                <a:lnTo>
                  <a:pt x="180948" y="146726"/>
                </a:lnTo>
                <a:cubicBezTo>
                  <a:pt x="208806" y="124864"/>
                  <a:pt x="242806" y="110200"/>
                  <a:pt x="279833" y="105756"/>
                </a:cubicBezTo>
                <a:lnTo>
                  <a:pt x="279833" y="47901"/>
                </a:lnTo>
                <a:lnTo>
                  <a:pt x="270042" y="47901"/>
                </a:lnTo>
                <a:cubicBezTo>
                  <a:pt x="256780" y="47901"/>
                  <a:pt x="246011" y="37237"/>
                  <a:pt x="246011" y="23995"/>
                </a:cubicBezTo>
                <a:cubicBezTo>
                  <a:pt x="246011" y="10753"/>
                  <a:pt x="256780" y="0"/>
                  <a:pt x="270042" y="0"/>
                </a:cubicBezTo>
                <a:close/>
              </a:path>
            </a:pathLst>
          </a:cu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rmAutofit fontScale="40000" lnSpcReduction="20000"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idx="2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i="1" spc="300">
                <a:solidFill>
                  <a:schemeClr val="accent1"/>
                </a:solidFill>
                <a:latin typeface="+mn-ea"/>
                <a:ea typeface="+mn-ea"/>
                <a:cs typeface="+mn-ea"/>
              </a:rPr>
              <a:t>止于至善</a:t>
            </a:r>
            <a:endParaRPr spc="3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C79ECAFE-A460-4E13-ABCB-32CAE6136244}" type="slidenum">
              <a:rPr/>
            </a:fld>
            <a:endParaRPr/>
          </a:p>
        </p:txBody>
      </p:sp>
      <p:sp>
        <p:nvSpPr>
          <p:cNvPr id="26" name="直接连接符 25"/>
          <p:cNvSpPr>
            <a:spLocks noGrp="1"/>
          </p:cNvSpPr>
          <p:nvPr/>
        </p:nv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图文-4）">
    <p:spTree>
      <p:nvGrpSpPr>
        <p:cNvPr id="1" name=""/>
        <p:cNvGrpSpPr/>
        <p:nvPr/>
      </p:nvGrpSpPr>
      <p:grpSpPr/>
      <p:pic>
        <p:nvPicPr>
          <p:cNvPr id="29" name="图片 28"/>
          <p:cNvPicPr>
            <a:picLocks noChangeAspect="1"/>
          </p:cNvPicPr>
          <p:nvPr/>
        </p:nvPicPr>
        <p:blipFill rotWithShape="1">
          <a:blip r:embed="rId2">
            <a:alphaModFix amt="5000"/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图片占位符 13"/>
          <p:cNvSpPr>
            <a:spLocks noGrp="1"/>
          </p:cNvSpPr>
          <p:nvPr>
            <p:ph type="pic" idx="12"/>
          </p:nvPr>
        </p:nvSpPr>
        <p:spPr>
          <a:xfrm>
            <a:off x="660402" y="1585023"/>
            <a:ext cx="5984238" cy="4554593"/>
          </a:xfrm>
          <a:custGeom>
            <a:avLst/>
            <a:gdLst>
              <a:gd name="connsiteX0" fmla="*/ 0 w 4420885"/>
              <a:gd name="connsiteY0" fmla="*/ 0 h 3686138"/>
              <a:gd name="connsiteX1" fmla="*/ 4420885 w 4420885"/>
              <a:gd name="connsiteY1" fmla="*/ 0 h 3686138"/>
              <a:gd name="connsiteX2" fmla="*/ 4420885 w 4420885"/>
              <a:gd name="connsiteY2" fmla="*/ 3686138 h 3686138"/>
              <a:gd name="connsiteX3" fmla="*/ 0 w 4420885"/>
              <a:gd name="connsiteY3" fmla="*/ 3686138 h 3686138"/>
            </a:gdLst>
            <a:ahLst/>
            <a:cxnLst/>
            <a:rect l="l" t="t" r="r" b="b"/>
            <a:pathLst>
              <a:path w="4420885" h="3686138">
                <a:moveTo>
                  <a:pt x="0" y="0"/>
                </a:moveTo>
                <a:lnTo>
                  <a:pt x="4420885" y="0"/>
                </a:lnTo>
                <a:lnTo>
                  <a:pt x="4420885" y="3686138"/>
                </a:lnTo>
                <a:lnTo>
                  <a:pt x="0" y="368613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/>
        </p:txBody>
      </p:sp>
      <p:sp>
        <p:nvSpPr>
          <p:cNvPr id="25" name="文本占位符 67"/>
          <p:cNvSpPr>
            <a:spLocks noGrp="1"/>
          </p:cNvSpPr>
          <p:nvPr>
            <p:ph type="body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  <a:cs typeface="+mj-ea"/>
              </a:defRPr>
            </a:lvl1pPr>
          </a:lstStyle>
          <a:p>
            <a:pPr lvl="0">
              <a:buNone/>
            </a:pPr>
            <a:r>
              <a:t>请输入你的章节标题</a:t>
            </a:r>
          </a:p>
        </p:txBody>
      </p:sp>
      <p:sp>
        <p:nvSpPr>
          <p:cNvPr id="16" name="任意多边形: 形状 15"/>
          <p:cNvSpPr>
            <a:spLocks noGrp="1"/>
          </p:cNvSpPr>
          <p:nvPr/>
        </p:nvSpPr>
        <p:spPr>
          <a:xfrm>
            <a:off x="6644640" y="1585023"/>
            <a:ext cx="4874260" cy="4554589"/>
          </a:xfrm>
          <a:custGeom>
            <a:avLst/>
            <a:gdLst>
              <a:gd name="connsiteX0" fmla="*/ 0 w 3154730"/>
              <a:gd name="connsiteY0" fmla="*/ 0 h 1829349"/>
              <a:gd name="connsiteX1" fmla="*/ 3154730 w 3154730"/>
              <a:gd name="connsiteY1" fmla="*/ 0 h 1829349"/>
              <a:gd name="connsiteX2" fmla="*/ 3154730 w 3154730"/>
              <a:gd name="connsiteY2" fmla="*/ 1829349 h 1829349"/>
              <a:gd name="connsiteX3" fmla="*/ 0 w 3154730"/>
              <a:gd name="connsiteY3" fmla="*/ 1829349 h 1829349"/>
            </a:gdLst>
            <a:ahLst/>
            <a:cxnLst/>
            <a:rect l="l" t="t" r="r" b="b"/>
            <a:pathLst>
              <a:path w="3154730" h="1829349">
                <a:moveTo>
                  <a:pt x="0" y="0"/>
                </a:moveTo>
                <a:lnTo>
                  <a:pt x="3154730" y="0"/>
                </a:lnTo>
                <a:lnTo>
                  <a:pt x="3154730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" name="文本占位符 8"/>
          <p:cNvSpPr>
            <a:spLocks noGrp="1"/>
          </p:cNvSpPr>
          <p:nvPr>
            <p:ph type="body" idx="13" hasCustomPrompt="1"/>
          </p:nvPr>
        </p:nvSpPr>
        <p:spPr>
          <a:xfrm>
            <a:off x="7031469" y="1815023"/>
            <a:ext cx="2969058" cy="461665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>
              <a:buNone/>
            </a:pPr>
            <a:r>
              <a:t>请输入你的标题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idx="14" hasCustomPrompt="1"/>
          </p:nvPr>
        </p:nvSpPr>
        <p:spPr>
          <a:xfrm>
            <a:off x="7454095" y="2864776"/>
            <a:ext cx="3773347" cy="859337"/>
          </a:xfrm>
          <a:prstGeom prst="rect">
            <a:avLst/>
          </a:prstGeom>
        </p:spPr>
        <p:txBody>
          <a:bodyPr lIns="0" tIns="0" rIns="90000" bIns="46800">
            <a:normAutofit/>
          </a:bodyPr>
          <a:lstStyle>
            <a:lvl1pPr marL="0" marR="0" indent="0" algn="l" defTabSz="91440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/>
              <a:buNone/>
              <a:defRPr sz="1800"/>
            </a:lvl1pPr>
          </a:lstStyle>
          <a:p>
            <a:pPr marL="0" marR="0" lvl="0" indent="0" algn="l" defTabSz="91440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/>
              <a:buNone/>
            </a:pPr>
            <a:r>
              <a:t>请输入你的内容</a:t>
            </a:r>
          </a:p>
        </p:txBody>
      </p:sp>
      <p:sp>
        <p:nvSpPr>
          <p:cNvPr id="33" name="íṥļîḓê"/>
          <p:cNvSpPr>
            <a:spLocks noGrp="1"/>
          </p:cNvSpPr>
          <p:nvPr/>
        </p:nvSpPr>
        <p:spPr>
          <a:xfrm>
            <a:off x="660400" y="344681"/>
            <a:ext cx="384771" cy="384771"/>
          </a:xfrm>
          <a:prstGeom prst="ellipse">
            <a:avLst/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rmAutofit fontScale="77500" lnSpcReduction="20000"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4" name="íṥlíḓê"/>
          <p:cNvSpPr>
            <a:spLocks noGrp="1"/>
          </p:cNvSpPr>
          <p:nvPr/>
        </p:nvSpPr>
        <p:spPr>
          <a:xfrm>
            <a:off x="695973" y="380253"/>
            <a:ext cx="313624" cy="31362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 fontScale="55000" lnSpcReduction="20000"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5" name="ïśļiḑé"/>
          <p:cNvSpPr>
            <a:spLocks noGrp="1"/>
          </p:cNvSpPr>
          <p:nvPr/>
        </p:nvSpPr>
        <p:spPr>
          <a:xfrm>
            <a:off x="756336" y="440762"/>
            <a:ext cx="192896" cy="192603"/>
          </a:xfrm>
          <a:custGeom>
            <a:avLst/>
            <a:gdLst>
              <a:gd name="connsiteX0" fmla="*/ 347041 w 607639"/>
              <a:gd name="connsiteY0" fmla="*/ 313875 h 606722"/>
              <a:gd name="connsiteX1" fmla="*/ 379713 w 607639"/>
              <a:gd name="connsiteY1" fmla="*/ 346512 h 606722"/>
              <a:gd name="connsiteX2" fmla="*/ 347041 w 607639"/>
              <a:gd name="connsiteY2" fmla="*/ 379149 h 606722"/>
              <a:gd name="connsiteX3" fmla="*/ 314369 w 607639"/>
              <a:gd name="connsiteY3" fmla="*/ 346512 h 606722"/>
              <a:gd name="connsiteX4" fmla="*/ 347041 w 607639"/>
              <a:gd name="connsiteY4" fmla="*/ 313875 h 606722"/>
              <a:gd name="connsiteX5" fmla="*/ 260563 w 607639"/>
              <a:gd name="connsiteY5" fmla="*/ 213037 h 606722"/>
              <a:gd name="connsiteX6" fmla="*/ 313452 w 607639"/>
              <a:gd name="connsiteY6" fmla="*/ 265856 h 606722"/>
              <a:gd name="connsiteX7" fmla="*/ 260563 w 607639"/>
              <a:gd name="connsiteY7" fmla="*/ 318675 h 606722"/>
              <a:gd name="connsiteX8" fmla="*/ 207674 w 607639"/>
              <a:gd name="connsiteY8" fmla="*/ 265856 h 606722"/>
              <a:gd name="connsiteX9" fmla="*/ 260563 w 607639"/>
              <a:gd name="connsiteY9" fmla="*/ 213037 h 606722"/>
              <a:gd name="connsiteX10" fmla="*/ 303775 w 607639"/>
              <a:gd name="connsiteY10" fmla="*/ 152236 h 606722"/>
              <a:gd name="connsiteX11" fmla="*/ 152466 w 607639"/>
              <a:gd name="connsiteY11" fmla="*/ 303317 h 606722"/>
              <a:gd name="connsiteX12" fmla="*/ 303775 w 607639"/>
              <a:gd name="connsiteY12" fmla="*/ 454486 h 606722"/>
              <a:gd name="connsiteX13" fmla="*/ 455173 w 607639"/>
              <a:gd name="connsiteY13" fmla="*/ 303317 h 606722"/>
              <a:gd name="connsiteX14" fmla="*/ 303775 w 607639"/>
              <a:gd name="connsiteY14" fmla="*/ 152236 h 606722"/>
              <a:gd name="connsiteX15" fmla="*/ 270042 w 607639"/>
              <a:gd name="connsiteY15" fmla="*/ 0 h 606722"/>
              <a:gd name="connsiteX16" fmla="*/ 337597 w 607639"/>
              <a:gd name="connsiteY16" fmla="*/ 0 h 606722"/>
              <a:gd name="connsiteX17" fmla="*/ 361628 w 607639"/>
              <a:gd name="connsiteY17" fmla="*/ 23995 h 606722"/>
              <a:gd name="connsiteX18" fmla="*/ 337597 w 607639"/>
              <a:gd name="connsiteY18" fmla="*/ 47901 h 606722"/>
              <a:gd name="connsiteX19" fmla="*/ 327806 w 607639"/>
              <a:gd name="connsiteY19" fmla="*/ 47901 h 606722"/>
              <a:gd name="connsiteX20" fmla="*/ 327806 w 607639"/>
              <a:gd name="connsiteY20" fmla="*/ 105756 h 606722"/>
              <a:gd name="connsiteX21" fmla="*/ 426691 w 607639"/>
              <a:gd name="connsiteY21" fmla="*/ 146726 h 606722"/>
              <a:gd name="connsiteX22" fmla="*/ 467723 w 607639"/>
              <a:gd name="connsiteY22" fmla="*/ 105756 h 606722"/>
              <a:gd name="connsiteX23" fmla="*/ 460780 w 607639"/>
              <a:gd name="connsiteY23" fmla="*/ 98913 h 606722"/>
              <a:gd name="connsiteX24" fmla="*/ 460780 w 607639"/>
              <a:gd name="connsiteY24" fmla="*/ 64965 h 606722"/>
              <a:gd name="connsiteX25" fmla="*/ 494691 w 607639"/>
              <a:gd name="connsiteY25" fmla="*/ 64965 h 606722"/>
              <a:gd name="connsiteX26" fmla="*/ 530382 w 607639"/>
              <a:gd name="connsiteY26" fmla="*/ 100602 h 606722"/>
              <a:gd name="connsiteX27" fmla="*/ 531094 w 607639"/>
              <a:gd name="connsiteY27" fmla="*/ 101313 h 606722"/>
              <a:gd name="connsiteX28" fmla="*/ 537414 w 607639"/>
              <a:gd name="connsiteY28" fmla="*/ 107534 h 606722"/>
              <a:gd name="connsiteX29" fmla="*/ 537770 w 607639"/>
              <a:gd name="connsiteY29" fmla="*/ 107978 h 606722"/>
              <a:gd name="connsiteX30" fmla="*/ 537948 w 607639"/>
              <a:gd name="connsiteY30" fmla="*/ 108156 h 606722"/>
              <a:gd name="connsiteX31" fmla="*/ 538482 w 607639"/>
              <a:gd name="connsiteY31" fmla="*/ 108689 h 606722"/>
              <a:gd name="connsiteX32" fmla="*/ 538215 w 607639"/>
              <a:gd name="connsiteY32" fmla="*/ 108423 h 606722"/>
              <a:gd name="connsiteX33" fmla="*/ 538749 w 607639"/>
              <a:gd name="connsiteY33" fmla="*/ 108867 h 606722"/>
              <a:gd name="connsiteX34" fmla="*/ 539105 w 607639"/>
              <a:gd name="connsiteY34" fmla="*/ 109311 h 606722"/>
              <a:gd name="connsiteX35" fmla="*/ 542487 w 607639"/>
              <a:gd name="connsiteY35" fmla="*/ 112688 h 606722"/>
              <a:gd name="connsiteX36" fmla="*/ 542487 w 607639"/>
              <a:gd name="connsiteY36" fmla="*/ 146637 h 606722"/>
              <a:gd name="connsiteX37" fmla="*/ 508576 w 607639"/>
              <a:gd name="connsiteY37" fmla="*/ 146637 h 606722"/>
              <a:gd name="connsiteX38" fmla="*/ 501634 w 607639"/>
              <a:gd name="connsiteY38" fmla="*/ 139705 h 606722"/>
              <a:gd name="connsiteX39" fmla="*/ 460691 w 607639"/>
              <a:gd name="connsiteY39" fmla="*/ 180675 h 606722"/>
              <a:gd name="connsiteX40" fmla="*/ 501723 w 607639"/>
              <a:gd name="connsiteY40" fmla="*/ 279410 h 606722"/>
              <a:gd name="connsiteX41" fmla="*/ 559576 w 607639"/>
              <a:gd name="connsiteY41" fmla="*/ 279410 h 606722"/>
              <a:gd name="connsiteX42" fmla="*/ 559576 w 607639"/>
              <a:gd name="connsiteY42" fmla="*/ 269634 h 606722"/>
              <a:gd name="connsiteX43" fmla="*/ 583608 w 607639"/>
              <a:gd name="connsiteY43" fmla="*/ 245639 h 606722"/>
              <a:gd name="connsiteX44" fmla="*/ 607639 w 607639"/>
              <a:gd name="connsiteY44" fmla="*/ 269634 h 606722"/>
              <a:gd name="connsiteX45" fmla="*/ 607639 w 607639"/>
              <a:gd name="connsiteY45" fmla="*/ 337088 h 606722"/>
              <a:gd name="connsiteX46" fmla="*/ 583608 w 607639"/>
              <a:gd name="connsiteY46" fmla="*/ 361083 h 606722"/>
              <a:gd name="connsiteX47" fmla="*/ 559576 w 607639"/>
              <a:gd name="connsiteY47" fmla="*/ 337088 h 606722"/>
              <a:gd name="connsiteX48" fmla="*/ 559576 w 607639"/>
              <a:gd name="connsiteY48" fmla="*/ 327312 h 606722"/>
              <a:gd name="connsiteX49" fmla="*/ 501723 w 607639"/>
              <a:gd name="connsiteY49" fmla="*/ 327312 h 606722"/>
              <a:gd name="connsiteX50" fmla="*/ 460691 w 607639"/>
              <a:gd name="connsiteY50" fmla="*/ 426047 h 606722"/>
              <a:gd name="connsiteX51" fmla="*/ 501634 w 607639"/>
              <a:gd name="connsiteY51" fmla="*/ 467017 h 606722"/>
              <a:gd name="connsiteX52" fmla="*/ 508576 w 607639"/>
              <a:gd name="connsiteY52" fmla="*/ 460085 h 606722"/>
              <a:gd name="connsiteX53" fmla="*/ 542487 w 607639"/>
              <a:gd name="connsiteY53" fmla="*/ 460085 h 606722"/>
              <a:gd name="connsiteX54" fmla="*/ 542487 w 607639"/>
              <a:gd name="connsiteY54" fmla="*/ 493945 h 606722"/>
              <a:gd name="connsiteX55" fmla="*/ 518990 w 607639"/>
              <a:gd name="connsiteY55" fmla="*/ 517496 h 606722"/>
              <a:gd name="connsiteX56" fmla="*/ 494691 w 607639"/>
              <a:gd name="connsiteY56" fmla="*/ 541668 h 606722"/>
              <a:gd name="connsiteX57" fmla="*/ 460780 w 607639"/>
              <a:gd name="connsiteY57" fmla="*/ 541668 h 606722"/>
              <a:gd name="connsiteX58" fmla="*/ 460780 w 607639"/>
              <a:gd name="connsiteY58" fmla="*/ 507809 h 606722"/>
              <a:gd name="connsiteX59" fmla="*/ 467723 w 607639"/>
              <a:gd name="connsiteY59" fmla="*/ 500877 h 606722"/>
              <a:gd name="connsiteX60" fmla="*/ 426691 w 607639"/>
              <a:gd name="connsiteY60" fmla="*/ 459996 h 606722"/>
              <a:gd name="connsiteX61" fmla="*/ 327806 w 607639"/>
              <a:gd name="connsiteY61" fmla="*/ 500966 h 606722"/>
              <a:gd name="connsiteX62" fmla="*/ 327806 w 607639"/>
              <a:gd name="connsiteY62" fmla="*/ 558732 h 606722"/>
              <a:gd name="connsiteX63" fmla="*/ 337597 w 607639"/>
              <a:gd name="connsiteY63" fmla="*/ 558732 h 606722"/>
              <a:gd name="connsiteX64" fmla="*/ 361628 w 607639"/>
              <a:gd name="connsiteY64" fmla="*/ 582727 h 606722"/>
              <a:gd name="connsiteX65" fmla="*/ 337597 w 607639"/>
              <a:gd name="connsiteY65" fmla="*/ 606722 h 606722"/>
              <a:gd name="connsiteX66" fmla="*/ 270042 w 607639"/>
              <a:gd name="connsiteY66" fmla="*/ 606722 h 606722"/>
              <a:gd name="connsiteX67" fmla="*/ 246011 w 607639"/>
              <a:gd name="connsiteY67" fmla="*/ 582727 h 606722"/>
              <a:gd name="connsiteX68" fmla="*/ 270042 w 607639"/>
              <a:gd name="connsiteY68" fmla="*/ 558732 h 606722"/>
              <a:gd name="connsiteX69" fmla="*/ 279833 w 607639"/>
              <a:gd name="connsiteY69" fmla="*/ 558732 h 606722"/>
              <a:gd name="connsiteX70" fmla="*/ 279833 w 607639"/>
              <a:gd name="connsiteY70" fmla="*/ 500966 h 606722"/>
              <a:gd name="connsiteX71" fmla="*/ 180948 w 607639"/>
              <a:gd name="connsiteY71" fmla="*/ 459996 h 606722"/>
              <a:gd name="connsiteX72" fmla="*/ 139916 w 607639"/>
              <a:gd name="connsiteY72" fmla="*/ 500877 h 606722"/>
              <a:gd name="connsiteX73" fmla="*/ 146859 w 607639"/>
              <a:gd name="connsiteY73" fmla="*/ 507809 h 606722"/>
              <a:gd name="connsiteX74" fmla="*/ 146859 w 607639"/>
              <a:gd name="connsiteY74" fmla="*/ 541668 h 606722"/>
              <a:gd name="connsiteX75" fmla="*/ 112859 w 607639"/>
              <a:gd name="connsiteY75" fmla="*/ 541668 h 606722"/>
              <a:gd name="connsiteX76" fmla="*/ 77257 w 607639"/>
              <a:gd name="connsiteY76" fmla="*/ 506120 h 606722"/>
              <a:gd name="connsiteX77" fmla="*/ 68534 w 607639"/>
              <a:gd name="connsiteY77" fmla="*/ 497411 h 606722"/>
              <a:gd name="connsiteX78" fmla="*/ 65063 w 607639"/>
              <a:gd name="connsiteY78" fmla="*/ 493945 h 606722"/>
              <a:gd name="connsiteX79" fmla="*/ 65063 w 607639"/>
              <a:gd name="connsiteY79" fmla="*/ 460085 h 606722"/>
              <a:gd name="connsiteX80" fmla="*/ 99063 w 607639"/>
              <a:gd name="connsiteY80" fmla="*/ 460085 h 606722"/>
              <a:gd name="connsiteX81" fmla="*/ 105916 w 607639"/>
              <a:gd name="connsiteY81" fmla="*/ 467017 h 606722"/>
              <a:gd name="connsiteX82" fmla="*/ 146948 w 607639"/>
              <a:gd name="connsiteY82" fmla="*/ 426047 h 606722"/>
              <a:gd name="connsiteX83" fmla="*/ 105916 w 607639"/>
              <a:gd name="connsiteY83" fmla="*/ 327312 h 606722"/>
              <a:gd name="connsiteX84" fmla="*/ 47974 w 607639"/>
              <a:gd name="connsiteY84" fmla="*/ 327312 h 606722"/>
              <a:gd name="connsiteX85" fmla="*/ 47974 w 607639"/>
              <a:gd name="connsiteY85" fmla="*/ 337088 h 606722"/>
              <a:gd name="connsiteX86" fmla="*/ 24031 w 607639"/>
              <a:gd name="connsiteY86" fmla="*/ 361083 h 606722"/>
              <a:gd name="connsiteX87" fmla="*/ 0 w 607639"/>
              <a:gd name="connsiteY87" fmla="*/ 337088 h 606722"/>
              <a:gd name="connsiteX88" fmla="*/ 0 w 607639"/>
              <a:gd name="connsiteY88" fmla="*/ 269634 h 606722"/>
              <a:gd name="connsiteX89" fmla="*/ 24031 w 607639"/>
              <a:gd name="connsiteY89" fmla="*/ 245639 h 606722"/>
              <a:gd name="connsiteX90" fmla="*/ 47974 w 607639"/>
              <a:gd name="connsiteY90" fmla="*/ 269634 h 606722"/>
              <a:gd name="connsiteX91" fmla="*/ 47974 w 607639"/>
              <a:gd name="connsiteY91" fmla="*/ 279410 h 606722"/>
              <a:gd name="connsiteX92" fmla="*/ 105916 w 607639"/>
              <a:gd name="connsiteY92" fmla="*/ 279410 h 606722"/>
              <a:gd name="connsiteX93" fmla="*/ 146948 w 607639"/>
              <a:gd name="connsiteY93" fmla="*/ 180675 h 606722"/>
              <a:gd name="connsiteX94" fmla="*/ 105916 w 607639"/>
              <a:gd name="connsiteY94" fmla="*/ 139705 h 606722"/>
              <a:gd name="connsiteX95" fmla="*/ 99063 w 607639"/>
              <a:gd name="connsiteY95" fmla="*/ 146637 h 606722"/>
              <a:gd name="connsiteX96" fmla="*/ 65063 w 607639"/>
              <a:gd name="connsiteY96" fmla="*/ 146637 h 606722"/>
              <a:gd name="connsiteX97" fmla="*/ 65063 w 607639"/>
              <a:gd name="connsiteY97" fmla="*/ 112688 h 606722"/>
              <a:gd name="connsiteX98" fmla="*/ 106450 w 607639"/>
              <a:gd name="connsiteY98" fmla="*/ 71452 h 606722"/>
              <a:gd name="connsiteX99" fmla="*/ 112859 w 607639"/>
              <a:gd name="connsiteY99" fmla="*/ 64965 h 606722"/>
              <a:gd name="connsiteX100" fmla="*/ 146859 w 607639"/>
              <a:gd name="connsiteY100" fmla="*/ 64965 h 606722"/>
              <a:gd name="connsiteX101" fmla="*/ 146859 w 607639"/>
              <a:gd name="connsiteY101" fmla="*/ 98913 h 606722"/>
              <a:gd name="connsiteX102" fmla="*/ 139916 w 607639"/>
              <a:gd name="connsiteY102" fmla="*/ 105756 h 606722"/>
              <a:gd name="connsiteX103" fmla="*/ 180948 w 607639"/>
              <a:gd name="connsiteY103" fmla="*/ 146726 h 606722"/>
              <a:gd name="connsiteX104" fmla="*/ 279833 w 607639"/>
              <a:gd name="connsiteY104" fmla="*/ 105756 h 606722"/>
              <a:gd name="connsiteX105" fmla="*/ 279833 w 607639"/>
              <a:gd name="connsiteY105" fmla="*/ 47901 h 606722"/>
              <a:gd name="connsiteX106" fmla="*/ 270042 w 607639"/>
              <a:gd name="connsiteY106" fmla="*/ 47901 h 606722"/>
              <a:gd name="connsiteX107" fmla="*/ 246011 w 607639"/>
              <a:gd name="connsiteY107" fmla="*/ 23995 h 606722"/>
              <a:gd name="connsiteX108" fmla="*/ 270042 w 607639"/>
              <a:gd name="connsiteY108" fmla="*/ 0 h 606722"/>
            </a:gdLst>
            <a:ahLst/>
            <a:cxnLst/>
            <a:rect l="l" t="t" r="r" b="b"/>
            <a:pathLst>
              <a:path w="607639" h="606722">
                <a:moveTo>
                  <a:pt x="347041" y="313875"/>
                </a:moveTo>
                <a:cubicBezTo>
                  <a:pt x="365085" y="313875"/>
                  <a:pt x="379713" y="328487"/>
                  <a:pt x="379713" y="346512"/>
                </a:cubicBezTo>
                <a:cubicBezTo>
                  <a:pt x="379713" y="364537"/>
                  <a:pt x="365085" y="379149"/>
                  <a:pt x="347041" y="379149"/>
                </a:cubicBezTo>
                <a:cubicBezTo>
                  <a:pt x="328997" y="379149"/>
                  <a:pt x="314369" y="364537"/>
                  <a:pt x="314369" y="346512"/>
                </a:cubicBezTo>
                <a:cubicBezTo>
                  <a:pt x="314369" y="328487"/>
                  <a:pt x="328997" y="313875"/>
                  <a:pt x="347041" y="313875"/>
                </a:cubicBezTo>
                <a:close/>
                <a:moveTo>
                  <a:pt x="260563" y="213037"/>
                </a:moveTo>
                <a:cubicBezTo>
                  <a:pt x="289773" y="213037"/>
                  <a:pt x="313452" y="236685"/>
                  <a:pt x="313452" y="265856"/>
                </a:cubicBezTo>
                <a:cubicBezTo>
                  <a:pt x="313452" y="295027"/>
                  <a:pt x="289773" y="318675"/>
                  <a:pt x="260563" y="318675"/>
                </a:cubicBezTo>
                <a:cubicBezTo>
                  <a:pt x="231353" y="318675"/>
                  <a:pt x="207674" y="295027"/>
                  <a:pt x="207674" y="265856"/>
                </a:cubicBezTo>
                <a:cubicBezTo>
                  <a:pt x="207674" y="236685"/>
                  <a:pt x="231353" y="213037"/>
                  <a:pt x="260563" y="213037"/>
                </a:cubicBezTo>
                <a:close/>
                <a:moveTo>
                  <a:pt x="303775" y="152236"/>
                </a:moveTo>
                <a:cubicBezTo>
                  <a:pt x="220377" y="152236"/>
                  <a:pt x="152466" y="220045"/>
                  <a:pt x="152466" y="303317"/>
                </a:cubicBezTo>
                <a:cubicBezTo>
                  <a:pt x="152466" y="386678"/>
                  <a:pt x="220377" y="454486"/>
                  <a:pt x="303775" y="454486"/>
                </a:cubicBezTo>
                <a:cubicBezTo>
                  <a:pt x="387262" y="454486"/>
                  <a:pt x="455173" y="386678"/>
                  <a:pt x="455173" y="303317"/>
                </a:cubicBezTo>
                <a:cubicBezTo>
                  <a:pt x="455173" y="220045"/>
                  <a:pt x="387262" y="152236"/>
                  <a:pt x="303775" y="152236"/>
                </a:cubicBezTo>
                <a:close/>
                <a:moveTo>
                  <a:pt x="270042" y="0"/>
                </a:moveTo>
                <a:lnTo>
                  <a:pt x="337597" y="0"/>
                </a:lnTo>
                <a:cubicBezTo>
                  <a:pt x="350859" y="0"/>
                  <a:pt x="361628" y="10753"/>
                  <a:pt x="361628" y="23995"/>
                </a:cubicBezTo>
                <a:cubicBezTo>
                  <a:pt x="361628" y="37237"/>
                  <a:pt x="350859" y="47901"/>
                  <a:pt x="337597" y="47901"/>
                </a:cubicBezTo>
                <a:lnTo>
                  <a:pt x="327806" y="47901"/>
                </a:lnTo>
                <a:lnTo>
                  <a:pt x="327806" y="105756"/>
                </a:lnTo>
                <a:cubicBezTo>
                  <a:pt x="364833" y="110200"/>
                  <a:pt x="398744" y="124864"/>
                  <a:pt x="426691" y="146726"/>
                </a:cubicBezTo>
                <a:lnTo>
                  <a:pt x="467723" y="105756"/>
                </a:lnTo>
                <a:lnTo>
                  <a:pt x="460780" y="98913"/>
                </a:lnTo>
                <a:cubicBezTo>
                  <a:pt x="451435" y="89493"/>
                  <a:pt x="451435" y="74385"/>
                  <a:pt x="460780" y="64965"/>
                </a:cubicBezTo>
                <a:cubicBezTo>
                  <a:pt x="470126" y="55633"/>
                  <a:pt x="485346" y="55633"/>
                  <a:pt x="494691" y="64965"/>
                </a:cubicBezTo>
                <a:lnTo>
                  <a:pt x="530382" y="100602"/>
                </a:lnTo>
                <a:lnTo>
                  <a:pt x="531094" y="101313"/>
                </a:lnTo>
                <a:lnTo>
                  <a:pt x="537414" y="107534"/>
                </a:lnTo>
                <a:lnTo>
                  <a:pt x="537770" y="107978"/>
                </a:lnTo>
                <a:lnTo>
                  <a:pt x="537948" y="108156"/>
                </a:lnTo>
                <a:lnTo>
                  <a:pt x="538482" y="108689"/>
                </a:lnTo>
                <a:lnTo>
                  <a:pt x="538215" y="108423"/>
                </a:lnTo>
                <a:lnTo>
                  <a:pt x="538749" y="108867"/>
                </a:lnTo>
                <a:lnTo>
                  <a:pt x="539105" y="109311"/>
                </a:lnTo>
                <a:lnTo>
                  <a:pt x="542487" y="112688"/>
                </a:lnTo>
                <a:cubicBezTo>
                  <a:pt x="551922" y="122109"/>
                  <a:pt x="551922" y="137217"/>
                  <a:pt x="542487" y="146637"/>
                </a:cubicBezTo>
                <a:cubicBezTo>
                  <a:pt x="533142" y="155969"/>
                  <a:pt x="517922" y="155969"/>
                  <a:pt x="508576" y="146637"/>
                </a:cubicBezTo>
                <a:lnTo>
                  <a:pt x="501634" y="139705"/>
                </a:lnTo>
                <a:lnTo>
                  <a:pt x="460691" y="180675"/>
                </a:lnTo>
                <a:cubicBezTo>
                  <a:pt x="482587" y="208491"/>
                  <a:pt x="497272" y="242440"/>
                  <a:pt x="501723" y="279410"/>
                </a:cubicBezTo>
                <a:lnTo>
                  <a:pt x="559576" y="279410"/>
                </a:lnTo>
                <a:lnTo>
                  <a:pt x="559576" y="269634"/>
                </a:lnTo>
                <a:cubicBezTo>
                  <a:pt x="559576" y="256393"/>
                  <a:pt x="570346" y="245639"/>
                  <a:pt x="583608" y="245639"/>
                </a:cubicBezTo>
                <a:cubicBezTo>
                  <a:pt x="596869" y="245639"/>
                  <a:pt x="607639" y="256393"/>
                  <a:pt x="607639" y="269634"/>
                </a:cubicBezTo>
                <a:lnTo>
                  <a:pt x="607639" y="337088"/>
                </a:lnTo>
                <a:cubicBezTo>
                  <a:pt x="607639" y="350329"/>
                  <a:pt x="596869" y="361083"/>
                  <a:pt x="583608" y="361083"/>
                </a:cubicBezTo>
                <a:cubicBezTo>
                  <a:pt x="570346" y="361083"/>
                  <a:pt x="559576" y="350329"/>
                  <a:pt x="559576" y="337088"/>
                </a:cubicBezTo>
                <a:lnTo>
                  <a:pt x="559576" y="327312"/>
                </a:lnTo>
                <a:lnTo>
                  <a:pt x="501723" y="327312"/>
                </a:lnTo>
                <a:cubicBezTo>
                  <a:pt x="497272" y="364282"/>
                  <a:pt x="482587" y="398142"/>
                  <a:pt x="460691" y="426047"/>
                </a:cubicBezTo>
                <a:lnTo>
                  <a:pt x="501634" y="467017"/>
                </a:lnTo>
                <a:lnTo>
                  <a:pt x="508576" y="460085"/>
                </a:lnTo>
                <a:cubicBezTo>
                  <a:pt x="517922" y="450753"/>
                  <a:pt x="533142" y="450753"/>
                  <a:pt x="542487" y="460085"/>
                </a:cubicBezTo>
                <a:cubicBezTo>
                  <a:pt x="551922" y="469416"/>
                  <a:pt x="551922" y="484613"/>
                  <a:pt x="542487" y="493945"/>
                </a:cubicBezTo>
                <a:cubicBezTo>
                  <a:pt x="512759" y="523717"/>
                  <a:pt x="518456" y="518029"/>
                  <a:pt x="518990" y="517496"/>
                </a:cubicBezTo>
                <a:cubicBezTo>
                  <a:pt x="518545" y="517940"/>
                  <a:pt x="514272" y="522206"/>
                  <a:pt x="494691" y="541668"/>
                </a:cubicBezTo>
                <a:cubicBezTo>
                  <a:pt x="485346" y="551089"/>
                  <a:pt x="470126" y="551089"/>
                  <a:pt x="460780" y="541668"/>
                </a:cubicBezTo>
                <a:cubicBezTo>
                  <a:pt x="451435" y="532337"/>
                  <a:pt x="451435" y="517140"/>
                  <a:pt x="460780" y="507809"/>
                </a:cubicBezTo>
                <a:lnTo>
                  <a:pt x="467723" y="500877"/>
                </a:lnTo>
                <a:lnTo>
                  <a:pt x="426691" y="459996"/>
                </a:lnTo>
                <a:cubicBezTo>
                  <a:pt x="398744" y="481858"/>
                  <a:pt x="364833" y="496522"/>
                  <a:pt x="327806" y="500966"/>
                </a:cubicBezTo>
                <a:lnTo>
                  <a:pt x="327806" y="558732"/>
                </a:lnTo>
                <a:lnTo>
                  <a:pt x="337597" y="558732"/>
                </a:lnTo>
                <a:cubicBezTo>
                  <a:pt x="350859" y="558732"/>
                  <a:pt x="361628" y="569485"/>
                  <a:pt x="361628" y="582727"/>
                </a:cubicBezTo>
                <a:cubicBezTo>
                  <a:pt x="361628" y="595969"/>
                  <a:pt x="350859" y="606722"/>
                  <a:pt x="337597" y="606722"/>
                </a:cubicBezTo>
                <a:lnTo>
                  <a:pt x="270042" y="606722"/>
                </a:lnTo>
                <a:cubicBezTo>
                  <a:pt x="256780" y="606722"/>
                  <a:pt x="246011" y="595969"/>
                  <a:pt x="246011" y="582727"/>
                </a:cubicBezTo>
                <a:cubicBezTo>
                  <a:pt x="246011" y="569485"/>
                  <a:pt x="256780" y="558732"/>
                  <a:pt x="270042" y="558732"/>
                </a:cubicBezTo>
                <a:lnTo>
                  <a:pt x="279833" y="558732"/>
                </a:lnTo>
                <a:lnTo>
                  <a:pt x="279833" y="500966"/>
                </a:lnTo>
                <a:cubicBezTo>
                  <a:pt x="242806" y="496522"/>
                  <a:pt x="208806" y="481858"/>
                  <a:pt x="180948" y="459996"/>
                </a:cubicBezTo>
                <a:lnTo>
                  <a:pt x="139916" y="500877"/>
                </a:lnTo>
                <a:lnTo>
                  <a:pt x="146859" y="507809"/>
                </a:lnTo>
                <a:cubicBezTo>
                  <a:pt x="156204" y="517140"/>
                  <a:pt x="156204" y="532337"/>
                  <a:pt x="146859" y="541668"/>
                </a:cubicBezTo>
                <a:cubicBezTo>
                  <a:pt x="137424" y="551089"/>
                  <a:pt x="122293" y="551089"/>
                  <a:pt x="112859" y="541668"/>
                </a:cubicBezTo>
                <a:lnTo>
                  <a:pt x="77257" y="506120"/>
                </a:lnTo>
                <a:lnTo>
                  <a:pt x="68534" y="497411"/>
                </a:lnTo>
                <a:lnTo>
                  <a:pt x="65063" y="493945"/>
                </a:lnTo>
                <a:cubicBezTo>
                  <a:pt x="55717" y="484613"/>
                  <a:pt x="55717" y="469416"/>
                  <a:pt x="65063" y="460085"/>
                </a:cubicBezTo>
                <a:cubicBezTo>
                  <a:pt x="74497" y="450753"/>
                  <a:pt x="89628" y="450753"/>
                  <a:pt x="99063" y="460085"/>
                </a:cubicBezTo>
                <a:lnTo>
                  <a:pt x="105916" y="467017"/>
                </a:lnTo>
                <a:lnTo>
                  <a:pt x="146948" y="426047"/>
                </a:lnTo>
                <a:cubicBezTo>
                  <a:pt x="125052" y="398142"/>
                  <a:pt x="110367" y="364282"/>
                  <a:pt x="105916" y="327312"/>
                </a:cubicBezTo>
                <a:lnTo>
                  <a:pt x="47974" y="327312"/>
                </a:lnTo>
                <a:lnTo>
                  <a:pt x="47974" y="337088"/>
                </a:lnTo>
                <a:cubicBezTo>
                  <a:pt x="47974" y="350329"/>
                  <a:pt x="37293" y="361083"/>
                  <a:pt x="24031" y="361083"/>
                </a:cubicBezTo>
                <a:cubicBezTo>
                  <a:pt x="10770" y="361083"/>
                  <a:pt x="0" y="350329"/>
                  <a:pt x="0" y="337088"/>
                </a:cubicBezTo>
                <a:lnTo>
                  <a:pt x="0" y="269634"/>
                </a:lnTo>
                <a:cubicBezTo>
                  <a:pt x="0" y="256393"/>
                  <a:pt x="10770" y="245639"/>
                  <a:pt x="24031" y="245639"/>
                </a:cubicBezTo>
                <a:cubicBezTo>
                  <a:pt x="37293" y="245639"/>
                  <a:pt x="47974" y="256393"/>
                  <a:pt x="47974" y="269634"/>
                </a:cubicBezTo>
                <a:lnTo>
                  <a:pt x="47974" y="279410"/>
                </a:lnTo>
                <a:lnTo>
                  <a:pt x="105916" y="279410"/>
                </a:lnTo>
                <a:cubicBezTo>
                  <a:pt x="110367" y="242440"/>
                  <a:pt x="125052" y="208491"/>
                  <a:pt x="146948" y="180675"/>
                </a:cubicBezTo>
                <a:lnTo>
                  <a:pt x="105916" y="139705"/>
                </a:lnTo>
                <a:lnTo>
                  <a:pt x="99063" y="146637"/>
                </a:lnTo>
                <a:cubicBezTo>
                  <a:pt x="89628" y="155969"/>
                  <a:pt x="74497" y="155969"/>
                  <a:pt x="65063" y="146637"/>
                </a:cubicBezTo>
                <a:cubicBezTo>
                  <a:pt x="55717" y="137217"/>
                  <a:pt x="55717" y="122109"/>
                  <a:pt x="65063" y="112688"/>
                </a:cubicBezTo>
                <a:lnTo>
                  <a:pt x="106450" y="71452"/>
                </a:lnTo>
                <a:lnTo>
                  <a:pt x="112859" y="64965"/>
                </a:lnTo>
                <a:cubicBezTo>
                  <a:pt x="122293" y="55633"/>
                  <a:pt x="137424" y="55633"/>
                  <a:pt x="146859" y="64965"/>
                </a:cubicBezTo>
                <a:cubicBezTo>
                  <a:pt x="156204" y="74385"/>
                  <a:pt x="156204" y="89493"/>
                  <a:pt x="146859" y="98913"/>
                </a:cubicBezTo>
                <a:lnTo>
                  <a:pt x="139916" y="105756"/>
                </a:lnTo>
                <a:lnTo>
                  <a:pt x="180948" y="146726"/>
                </a:lnTo>
                <a:cubicBezTo>
                  <a:pt x="208806" y="124864"/>
                  <a:pt x="242806" y="110200"/>
                  <a:pt x="279833" y="105756"/>
                </a:cubicBezTo>
                <a:lnTo>
                  <a:pt x="279833" y="47901"/>
                </a:lnTo>
                <a:lnTo>
                  <a:pt x="270042" y="47901"/>
                </a:lnTo>
                <a:cubicBezTo>
                  <a:pt x="256780" y="47901"/>
                  <a:pt x="246011" y="37237"/>
                  <a:pt x="246011" y="23995"/>
                </a:cubicBezTo>
                <a:cubicBezTo>
                  <a:pt x="246011" y="10753"/>
                  <a:pt x="256780" y="0"/>
                  <a:pt x="270042" y="0"/>
                </a:cubicBezTo>
                <a:close/>
              </a:path>
            </a:pathLst>
          </a:cu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rmAutofit fontScale="40000" lnSpcReduction="20000"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idx="2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i="1" spc="300">
                <a:solidFill>
                  <a:schemeClr val="accent1"/>
                </a:solidFill>
                <a:latin typeface="+mn-ea"/>
                <a:ea typeface="+mn-ea"/>
                <a:cs typeface="+mn-ea"/>
              </a:rPr>
              <a:t>止于至善</a:t>
            </a:r>
            <a:endParaRPr spc="3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C79ECAFE-A460-4E13-ABCB-32CAE6136244}" type="slidenum">
              <a:rPr/>
            </a:fld>
            <a:endParaRPr/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7031469" y="2473505"/>
            <a:ext cx="864000" cy="9629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0" name="文本占位符 11"/>
          <p:cNvSpPr>
            <a:spLocks noGrp="1"/>
          </p:cNvSpPr>
          <p:nvPr>
            <p:ph type="body" idx="25" hasCustomPrompt="1"/>
          </p:nvPr>
        </p:nvSpPr>
        <p:spPr>
          <a:xfrm>
            <a:off x="7454095" y="3924346"/>
            <a:ext cx="3773347" cy="859337"/>
          </a:xfrm>
          <a:prstGeom prst="rect">
            <a:avLst/>
          </a:prstGeom>
        </p:spPr>
        <p:txBody>
          <a:bodyPr lIns="0" tIns="0">
            <a:normAutofit/>
          </a:bodyPr>
          <a:lstStyle>
            <a:lvl1pPr marL="0" indent="0" algn="l">
              <a:lnSpc>
                <a:spcPct val="130000"/>
              </a:lnSpc>
              <a:buNone/>
              <a:defRPr sz="1800"/>
            </a:lvl1pPr>
          </a:lstStyle>
          <a:p>
            <a:pPr lvl="0">
              <a:buNone/>
            </a:pPr>
            <a:r>
              <a:t>请输入你的内容</a:t>
            </a:r>
          </a:p>
        </p:txBody>
      </p:sp>
      <p:sp>
        <p:nvSpPr>
          <p:cNvPr id="36" name="文本占位符 11"/>
          <p:cNvSpPr>
            <a:spLocks noGrp="1"/>
          </p:cNvSpPr>
          <p:nvPr>
            <p:ph type="body" idx="26" hasCustomPrompt="1"/>
          </p:nvPr>
        </p:nvSpPr>
        <p:spPr>
          <a:xfrm>
            <a:off x="7454095" y="4983916"/>
            <a:ext cx="3773347" cy="859337"/>
          </a:xfrm>
          <a:prstGeom prst="rect">
            <a:avLst/>
          </a:prstGeom>
        </p:spPr>
        <p:txBody>
          <a:bodyPr lIns="0" tIns="0">
            <a:normAutofit/>
          </a:bodyPr>
          <a:lstStyle>
            <a:lvl1pPr marL="0" indent="0" algn="l">
              <a:lnSpc>
                <a:spcPct val="130000"/>
              </a:lnSpc>
              <a:buNone/>
              <a:defRPr sz="1800"/>
            </a:lvl1pPr>
          </a:lstStyle>
          <a:p>
            <a:pPr lvl="0">
              <a:buNone/>
            </a:pPr>
            <a:r>
              <a:t>请输入你的内容</a:t>
            </a:r>
          </a:p>
        </p:txBody>
      </p:sp>
      <p:sp>
        <p:nvSpPr>
          <p:cNvPr id="21" name="直接连接符 20"/>
          <p:cNvSpPr>
            <a:spLocks noGrp="1"/>
          </p:cNvSpPr>
          <p:nvPr/>
        </p:nv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图文-5）">
    <p:spTree>
      <p:nvGrpSpPr>
        <p:cNvPr id="1" name=""/>
        <p:cNvGrpSpPr/>
        <p:nvPr/>
      </p:nvGrpSpPr>
      <p:grpSpPr/>
      <p:sp>
        <p:nvSpPr>
          <p:cNvPr id="63" name="图片占位符 62"/>
          <p:cNvSpPr>
            <a:spLocks noGrp="1"/>
          </p:cNvSpPr>
          <p:nvPr>
            <p:ph type="pic" idx="27"/>
          </p:nvPr>
        </p:nvSpPr>
        <p:spPr>
          <a:xfrm>
            <a:off x="660404" y="1585023"/>
            <a:ext cx="2947901" cy="2243642"/>
          </a:xfrm>
          <a:custGeom>
            <a:avLst/>
            <a:gdLst>
              <a:gd name="connsiteX0" fmla="*/ 0 w 2947901"/>
              <a:gd name="connsiteY0" fmla="*/ 0 h 2243642"/>
              <a:gd name="connsiteX1" fmla="*/ 2947901 w 2947901"/>
              <a:gd name="connsiteY1" fmla="*/ 0 h 2243642"/>
              <a:gd name="connsiteX2" fmla="*/ 2947901 w 2947901"/>
              <a:gd name="connsiteY2" fmla="*/ 2243642 h 2243642"/>
              <a:gd name="connsiteX3" fmla="*/ 0 w 2947901"/>
              <a:gd name="connsiteY3" fmla="*/ 2243642 h 2243642"/>
            </a:gdLst>
            <a:ahLst/>
            <a:cxnLst/>
            <a:rect l="l" t="t" r="r" b="b"/>
            <a:pathLst>
              <a:path w="2947901" h="2243642">
                <a:moveTo>
                  <a:pt x="0" y="0"/>
                </a:moveTo>
                <a:lnTo>
                  <a:pt x="2947901" y="0"/>
                </a:lnTo>
                <a:lnTo>
                  <a:pt x="2947901" y="2243642"/>
                </a:lnTo>
                <a:lnTo>
                  <a:pt x="0" y="224364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/>
        </p:txBody>
      </p:sp>
      <p:sp>
        <p:nvSpPr>
          <p:cNvPr id="64" name="图片占位符 63"/>
          <p:cNvSpPr>
            <a:spLocks noGrp="1"/>
          </p:cNvSpPr>
          <p:nvPr>
            <p:ph type="pic" idx="28"/>
          </p:nvPr>
        </p:nvSpPr>
        <p:spPr>
          <a:xfrm>
            <a:off x="3696741" y="1585023"/>
            <a:ext cx="2947901" cy="2243642"/>
          </a:xfrm>
          <a:custGeom>
            <a:avLst/>
            <a:gdLst>
              <a:gd name="connsiteX0" fmla="*/ 0 w 2947901"/>
              <a:gd name="connsiteY0" fmla="*/ 0 h 2243642"/>
              <a:gd name="connsiteX1" fmla="*/ 2947901 w 2947901"/>
              <a:gd name="connsiteY1" fmla="*/ 0 h 2243642"/>
              <a:gd name="connsiteX2" fmla="*/ 2947901 w 2947901"/>
              <a:gd name="connsiteY2" fmla="*/ 2243642 h 2243642"/>
              <a:gd name="connsiteX3" fmla="*/ 0 w 2947901"/>
              <a:gd name="connsiteY3" fmla="*/ 2243642 h 2243642"/>
            </a:gdLst>
            <a:ahLst/>
            <a:cxnLst/>
            <a:rect l="l" t="t" r="r" b="b"/>
            <a:pathLst>
              <a:path w="2947901" h="2243642">
                <a:moveTo>
                  <a:pt x="0" y="0"/>
                </a:moveTo>
                <a:lnTo>
                  <a:pt x="2947901" y="0"/>
                </a:lnTo>
                <a:lnTo>
                  <a:pt x="2947901" y="2243642"/>
                </a:lnTo>
                <a:lnTo>
                  <a:pt x="0" y="224364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/>
        </p:txBody>
      </p:sp>
      <p:sp>
        <p:nvSpPr>
          <p:cNvPr id="65" name="图片占位符 64"/>
          <p:cNvSpPr>
            <a:spLocks noGrp="1"/>
          </p:cNvSpPr>
          <p:nvPr>
            <p:ph type="pic" idx="29"/>
          </p:nvPr>
        </p:nvSpPr>
        <p:spPr>
          <a:xfrm>
            <a:off x="660404" y="3895974"/>
            <a:ext cx="2947901" cy="2243642"/>
          </a:xfrm>
          <a:custGeom>
            <a:avLst/>
            <a:gdLst>
              <a:gd name="connsiteX0" fmla="*/ 0 w 2947901"/>
              <a:gd name="connsiteY0" fmla="*/ 0 h 2243642"/>
              <a:gd name="connsiteX1" fmla="*/ 2947901 w 2947901"/>
              <a:gd name="connsiteY1" fmla="*/ 0 h 2243642"/>
              <a:gd name="connsiteX2" fmla="*/ 2947901 w 2947901"/>
              <a:gd name="connsiteY2" fmla="*/ 2243642 h 2243642"/>
              <a:gd name="connsiteX3" fmla="*/ 0 w 2947901"/>
              <a:gd name="connsiteY3" fmla="*/ 2243642 h 2243642"/>
            </a:gdLst>
            <a:ahLst/>
            <a:cxnLst/>
            <a:rect l="l" t="t" r="r" b="b"/>
            <a:pathLst>
              <a:path w="2947901" h="2243642">
                <a:moveTo>
                  <a:pt x="0" y="0"/>
                </a:moveTo>
                <a:lnTo>
                  <a:pt x="2947901" y="0"/>
                </a:lnTo>
                <a:lnTo>
                  <a:pt x="2947901" y="2243642"/>
                </a:lnTo>
                <a:lnTo>
                  <a:pt x="0" y="224364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/>
        </p:txBody>
      </p:sp>
      <p:sp>
        <p:nvSpPr>
          <p:cNvPr id="66" name="图片占位符 65"/>
          <p:cNvSpPr>
            <a:spLocks noGrp="1"/>
          </p:cNvSpPr>
          <p:nvPr>
            <p:ph type="pic" idx="30"/>
          </p:nvPr>
        </p:nvSpPr>
        <p:spPr>
          <a:xfrm>
            <a:off x="3696741" y="3895974"/>
            <a:ext cx="2947899" cy="2243642"/>
          </a:xfrm>
          <a:custGeom>
            <a:avLst/>
            <a:gdLst>
              <a:gd name="connsiteX0" fmla="*/ 0 w 2947901"/>
              <a:gd name="connsiteY0" fmla="*/ 0 h 2243642"/>
              <a:gd name="connsiteX1" fmla="*/ 2947901 w 2947901"/>
              <a:gd name="connsiteY1" fmla="*/ 0 h 2243642"/>
              <a:gd name="connsiteX2" fmla="*/ 2947901 w 2947901"/>
              <a:gd name="connsiteY2" fmla="*/ 2243642 h 2243642"/>
              <a:gd name="connsiteX3" fmla="*/ 0 w 2947901"/>
              <a:gd name="connsiteY3" fmla="*/ 2243642 h 2243642"/>
            </a:gdLst>
            <a:ahLst/>
            <a:cxnLst/>
            <a:rect l="l" t="t" r="r" b="b"/>
            <a:pathLst>
              <a:path w="2947901" h="2243642">
                <a:moveTo>
                  <a:pt x="0" y="0"/>
                </a:moveTo>
                <a:lnTo>
                  <a:pt x="2947901" y="0"/>
                </a:lnTo>
                <a:lnTo>
                  <a:pt x="2947901" y="2243642"/>
                </a:lnTo>
                <a:lnTo>
                  <a:pt x="0" y="224364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/>
        </p:txBody>
      </p:sp>
      <p:pic>
        <p:nvPicPr>
          <p:cNvPr id="29" name="图片 28"/>
          <p:cNvPicPr>
            <a:picLocks noChangeAspect="1"/>
          </p:cNvPicPr>
          <p:nvPr/>
        </p:nvPicPr>
        <p:blipFill rotWithShape="1">
          <a:blip r:embed="rId2">
            <a:alphaModFix amt="5000"/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文本占位符 67"/>
          <p:cNvSpPr>
            <a:spLocks noGrp="1"/>
          </p:cNvSpPr>
          <p:nvPr>
            <p:ph type="body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  <a:cs typeface="+mj-ea"/>
              </a:defRPr>
            </a:lvl1pPr>
          </a:lstStyle>
          <a:p>
            <a:pPr lvl="0">
              <a:buNone/>
            </a:pPr>
            <a:r>
              <a:t>请输入你的章节标题</a:t>
            </a:r>
          </a:p>
        </p:txBody>
      </p:sp>
      <p:sp>
        <p:nvSpPr>
          <p:cNvPr id="16" name="任意多边形: 形状 15"/>
          <p:cNvSpPr>
            <a:spLocks noGrp="1"/>
          </p:cNvSpPr>
          <p:nvPr/>
        </p:nvSpPr>
        <p:spPr>
          <a:xfrm>
            <a:off x="6644640" y="1585023"/>
            <a:ext cx="4874260" cy="4554589"/>
          </a:xfrm>
          <a:custGeom>
            <a:avLst/>
            <a:gdLst>
              <a:gd name="connsiteX0" fmla="*/ 0 w 3154730"/>
              <a:gd name="connsiteY0" fmla="*/ 0 h 1829349"/>
              <a:gd name="connsiteX1" fmla="*/ 3154730 w 3154730"/>
              <a:gd name="connsiteY1" fmla="*/ 0 h 1829349"/>
              <a:gd name="connsiteX2" fmla="*/ 3154730 w 3154730"/>
              <a:gd name="connsiteY2" fmla="*/ 1829349 h 1829349"/>
              <a:gd name="connsiteX3" fmla="*/ 0 w 3154730"/>
              <a:gd name="connsiteY3" fmla="*/ 1829349 h 1829349"/>
            </a:gdLst>
            <a:ahLst/>
            <a:cxnLst/>
            <a:rect l="l" t="t" r="r" b="b"/>
            <a:pathLst>
              <a:path w="3154730" h="1829349">
                <a:moveTo>
                  <a:pt x="0" y="0"/>
                </a:moveTo>
                <a:lnTo>
                  <a:pt x="3154730" y="0"/>
                </a:lnTo>
                <a:lnTo>
                  <a:pt x="3154730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" name="文本占位符 8"/>
          <p:cNvSpPr>
            <a:spLocks noGrp="1"/>
          </p:cNvSpPr>
          <p:nvPr>
            <p:ph type="body" idx="13" hasCustomPrompt="1"/>
          </p:nvPr>
        </p:nvSpPr>
        <p:spPr>
          <a:xfrm>
            <a:off x="7031469" y="1815023"/>
            <a:ext cx="2969058" cy="461665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>
              <a:buNone/>
            </a:pPr>
            <a:r>
              <a:t>请输入你的标题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idx="14" hasCustomPrompt="1"/>
          </p:nvPr>
        </p:nvSpPr>
        <p:spPr>
          <a:xfrm>
            <a:off x="7454095" y="2864776"/>
            <a:ext cx="3773347" cy="859337"/>
          </a:xfrm>
          <a:prstGeom prst="rect">
            <a:avLst/>
          </a:prstGeom>
        </p:spPr>
        <p:txBody>
          <a:bodyPr lIns="0" tIns="0" rIns="90000" bIns="46800">
            <a:normAutofit/>
          </a:bodyPr>
          <a:lstStyle>
            <a:lvl1pPr marL="0" marR="0" indent="0" algn="l" defTabSz="91440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/>
              <a:buNone/>
              <a:defRPr sz="1800"/>
            </a:lvl1pPr>
          </a:lstStyle>
          <a:p>
            <a:pPr marL="0" marR="0" lvl="0" indent="0" algn="l" defTabSz="91440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/>
              <a:buNone/>
            </a:pPr>
            <a:r>
              <a:t>请输入你的内容</a:t>
            </a:r>
          </a:p>
        </p:txBody>
      </p:sp>
      <p:sp>
        <p:nvSpPr>
          <p:cNvPr id="33" name="íṥļîḓê"/>
          <p:cNvSpPr>
            <a:spLocks noGrp="1"/>
          </p:cNvSpPr>
          <p:nvPr/>
        </p:nvSpPr>
        <p:spPr>
          <a:xfrm>
            <a:off x="660400" y="344681"/>
            <a:ext cx="384771" cy="384771"/>
          </a:xfrm>
          <a:prstGeom prst="ellipse">
            <a:avLst/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rmAutofit fontScale="77500" lnSpcReduction="20000"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4" name="íṥlíḓê"/>
          <p:cNvSpPr>
            <a:spLocks noGrp="1"/>
          </p:cNvSpPr>
          <p:nvPr/>
        </p:nvSpPr>
        <p:spPr>
          <a:xfrm>
            <a:off x="695973" y="380253"/>
            <a:ext cx="313624" cy="31362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 fontScale="55000" lnSpcReduction="20000"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5" name="ïśļiḑé"/>
          <p:cNvSpPr>
            <a:spLocks noGrp="1"/>
          </p:cNvSpPr>
          <p:nvPr/>
        </p:nvSpPr>
        <p:spPr>
          <a:xfrm>
            <a:off x="756336" y="440762"/>
            <a:ext cx="192896" cy="192603"/>
          </a:xfrm>
          <a:custGeom>
            <a:avLst/>
            <a:gdLst>
              <a:gd name="connsiteX0" fmla="*/ 347041 w 607639"/>
              <a:gd name="connsiteY0" fmla="*/ 313875 h 606722"/>
              <a:gd name="connsiteX1" fmla="*/ 379713 w 607639"/>
              <a:gd name="connsiteY1" fmla="*/ 346512 h 606722"/>
              <a:gd name="connsiteX2" fmla="*/ 347041 w 607639"/>
              <a:gd name="connsiteY2" fmla="*/ 379149 h 606722"/>
              <a:gd name="connsiteX3" fmla="*/ 314369 w 607639"/>
              <a:gd name="connsiteY3" fmla="*/ 346512 h 606722"/>
              <a:gd name="connsiteX4" fmla="*/ 347041 w 607639"/>
              <a:gd name="connsiteY4" fmla="*/ 313875 h 606722"/>
              <a:gd name="connsiteX5" fmla="*/ 260563 w 607639"/>
              <a:gd name="connsiteY5" fmla="*/ 213037 h 606722"/>
              <a:gd name="connsiteX6" fmla="*/ 313452 w 607639"/>
              <a:gd name="connsiteY6" fmla="*/ 265856 h 606722"/>
              <a:gd name="connsiteX7" fmla="*/ 260563 w 607639"/>
              <a:gd name="connsiteY7" fmla="*/ 318675 h 606722"/>
              <a:gd name="connsiteX8" fmla="*/ 207674 w 607639"/>
              <a:gd name="connsiteY8" fmla="*/ 265856 h 606722"/>
              <a:gd name="connsiteX9" fmla="*/ 260563 w 607639"/>
              <a:gd name="connsiteY9" fmla="*/ 213037 h 606722"/>
              <a:gd name="connsiteX10" fmla="*/ 303775 w 607639"/>
              <a:gd name="connsiteY10" fmla="*/ 152236 h 606722"/>
              <a:gd name="connsiteX11" fmla="*/ 152466 w 607639"/>
              <a:gd name="connsiteY11" fmla="*/ 303317 h 606722"/>
              <a:gd name="connsiteX12" fmla="*/ 303775 w 607639"/>
              <a:gd name="connsiteY12" fmla="*/ 454486 h 606722"/>
              <a:gd name="connsiteX13" fmla="*/ 455173 w 607639"/>
              <a:gd name="connsiteY13" fmla="*/ 303317 h 606722"/>
              <a:gd name="connsiteX14" fmla="*/ 303775 w 607639"/>
              <a:gd name="connsiteY14" fmla="*/ 152236 h 606722"/>
              <a:gd name="connsiteX15" fmla="*/ 270042 w 607639"/>
              <a:gd name="connsiteY15" fmla="*/ 0 h 606722"/>
              <a:gd name="connsiteX16" fmla="*/ 337597 w 607639"/>
              <a:gd name="connsiteY16" fmla="*/ 0 h 606722"/>
              <a:gd name="connsiteX17" fmla="*/ 361628 w 607639"/>
              <a:gd name="connsiteY17" fmla="*/ 23995 h 606722"/>
              <a:gd name="connsiteX18" fmla="*/ 337597 w 607639"/>
              <a:gd name="connsiteY18" fmla="*/ 47901 h 606722"/>
              <a:gd name="connsiteX19" fmla="*/ 327806 w 607639"/>
              <a:gd name="connsiteY19" fmla="*/ 47901 h 606722"/>
              <a:gd name="connsiteX20" fmla="*/ 327806 w 607639"/>
              <a:gd name="connsiteY20" fmla="*/ 105756 h 606722"/>
              <a:gd name="connsiteX21" fmla="*/ 426691 w 607639"/>
              <a:gd name="connsiteY21" fmla="*/ 146726 h 606722"/>
              <a:gd name="connsiteX22" fmla="*/ 467723 w 607639"/>
              <a:gd name="connsiteY22" fmla="*/ 105756 h 606722"/>
              <a:gd name="connsiteX23" fmla="*/ 460780 w 607639"/>
              <a:gd name="connsiteY23" fmla="*/ 98913 h 606722"/>
              <a:gd name="connsiteX24" fmla="*/ 460780 w 607639"/>
              <a:gd name="connsiteY24" fmla="*/ 64965 h 606722"/>
              <a:gd name="connsiteX25" fmla="*/ 494691 w 607639"/>
              <a:gd name="connsiteY25" fmla="*/ 64965 h 606722"/>
              <a:gd name="connsiteX26" fmla="*/ 530382 w 607639"/>
              <a:gd name="connsiteY26" fmla="*/ 100602 h 606722"/>
              <a:gd name="connsiteX27" fmla="*/ 531094 w 607639"/>
              <a:gd name="connsiteY27" fmla="*/ 101313 h 606722"/>
              <a:gd name="connsiteX28" fmla="*/ 537414 w 607639"/>
              <a:gd name="connsiteY28" fmla="*/ 107534 h 606722"/>
              <a:gd name="connsiteX29" fmla="*/ 537770 w 607639"/>
              <a:gd name="connsiteY29" fmla="*/ 107978 h 606722"/>
              <a:gd name="connsiteX30" fmla="*/ 537948 w 607639"/>
              <a:gd name="connsiteY30" fmla="*/ 108156 h 606722"/>
              <a:gd name="connsiteX31" fmla="*/ 538482 w 607639"/>
              <a:gd name="connsiteY31" fmla="*/ 108689 h 606722"/>
              <a:gd name="connsiteX32" fmla="*/ 538215 w 607639"/>
              <a:gd name="connsiteY32" fmla="*/ 108423 h 606722"/>
              <a:gd name="connsiteX33" fmla="*/ 538749 w 607639"/>
              <a:gd name="connsiteY33" fmla="*/ 108867 h 606722"/>
              <a:gd name="connsiteX34" fmla="*/ 539105 w 607639"/>
              <a:gd name="connsiteY34" fmla="*/ 109311 h 606722"/>
              <a:gd name="connsiteX35" fmla="*/ 542487 w 607639"/>
              <a:gd name="connsiteY35" fmla="*/ 112688 h 606722"/>
              <a:gd name="connsiteX36" fmla="*/ 542487 w 607639"/>
              <a:gd name="connsiteY36" fmla="*/ 146637 h 606722"/>
              <a:gd name="connsiteX37" fmla="*/ 508576 w 607639"/>
              <a:gd name="connsiteY37" fmla="*/ 146637 h 606722"/>
              <a:gd name="connsiteX38" fmla="*/ 501634 w 607639"/>
              <a:gd name="connsiteY38" fmla="*/ 139705 h 606722"/>
              <a:gd name="connsiteX39" fmla="*/ 460691 w 607639"/>
              <a:gd name="connsiteY39" fmla="*/ 180675 h 606722"/>
              <a:gd name="connsiteX40" fmla="*/ 501723 w 607639"/>
              <a:gd name="connsiteY40" fmla="*/ 279410 h 606722"/>
              <a:gd name="connsiteX41" fmla="*/ 559576 w 607639"/>
              <a:gd name="connsiteY41" fmla="*/ 279410 h 606722"/>
              <a:gd name="connsiteX42" fmla="*/ 559576 w 607639"/>
              <a:gd name="connsiteY42" fmla="*/ 269634 h 606722"/>
              <a:gd name="connsiteX43" fmla="*/ 583608 w 607639"/>
              <a:gd name="connsiteY43" fmla="*/ 245639 h 606722"/>
              <a:gd name="connsiteX44" fmla="*/ 607639 w 607639"/>
              <a:gd name="connsiteY44" fmla="*/ 269634 h 606722"/>
              <a:gd name="connsiteX45" fmla="*/ 607639 w 607639"/>
              <a:gd name="connsiteY45" fmla="*/ 337088 h 606722"/>
              <a:gd name="connsiteX46" fmla="*/ 583608 w 607639"/>
              <a:gd name="connsiteY46" fmla="*/ 361083 h 606722"/>
              <a:gd name="connsiteX47" fmla="*/ 559576 w 607639"/>
              <a:gd name="connsiteY47" fmla="*/ 337088 h 606722"/>
              <a:gd name="connsiteX48" fmla="*/ 559576 w 607639"/>
              <a:gd name="connsiteY48" fmla="*/ 327312 h 606722"/>
              <a:gd name="connsiteX49" fmla="*/ 501723 w 607639"/>
              <a:gd name="connsiteY49" fmla="*/ 327312 h 606722"/>
              <a:gd name="connsiteX50" fmla="*/ 460691 w 607639"/>
              <a:gd name="connsiteY50" fmla="*/ 426047 h 606722"/>
              <a:gd name="connsiteX51" fmla="*/ 501634 w 607639"/>
              <a:gd name="connsiteY51" fmla="*/ 467017 h 606722"/>
              <a:gd name="connsiteX52" fmla="*/ 508576 w 607639"/>
              <a:gd name="connsiteY52" fmla="*/ 460085 h 606722"/>
              <a:gd name="connsiteX53" fmla="*/ 542487 w 607639"/>
              <a:gd name="connsiteY53" fmla="*/ 460085 h 606722"/>
              <a:gd name="connsiteX54" fmla="*/ 542487 w 607639"/>
              <a:gd name="connsiteY54" fmla="*/ 493945 h 606722"/>
              <a:gd name="connsiteX55" fmla="*/ 518990 w 607639"/>
              <a:gd name="connsiteY55" fmla="*/ 517496 h 606722"/>
              <a:gd name="connsiteX56" fmla="*/ 494691 w 607639"/>
              <a:gd name="connsiteY56" fmla="*/ 541668 h 606722"/>
              <a:gd name="connsiteX57" fmla="*/ 460780 w 607639"/>
              <a:gd name="connsiteY57" fmla="*/ 541668 h 606722"/>
              <a:gd name="connsiteX58" fmla="*/ 460780 w 607639"/>
              <a:gd name="connsiteY58" fmla="*/ 507809 h 606722"/>
              <a:gd name="connsiteX59" fmla="*/ 467723 w 607639"/>
              <a:gd name="connsiteY59" fmla="*/ 500877 h 606722"/>
              <a:gd name="connsiteX60" fmla="*/ 426691 w 607639"/>
              <a:gd name="connsiteY60" fmla="*/ 459996 h 606722"/>
              <a:gd name="connsiteX61" fmla="*/ 327806 w 607639"/>
              <a:gd name="connsiteY61" fmla="*/ 500966 h 606722"/>
              <a:gd name="connsiteX62" fmla="*/ 327806 w 607639"/>
              <a:gd name="connsiteY62" fmla="*/ 558732 h 606722"/>
              <a:gd name="connsiteX63" fmla="*/ 337597 w 607639"/>
              <a:gd name="connsiteY63" fmla="*/ 558732 h 606722"/>
              <a:gd name="connsiteX64" fmla="*/ 361628 w 607639"/>
              <a:gd name="connsiteY64" fmla="*/ 582727 h 606722"/>
              <a:gd name="connsiteX65" fmla="*/ 337597 w 607639"/>
              <a:gd name="connsiteY65" fmla="*/ 606722 h 606722"/>
              <a:gd name="connsiteX66" fmla="*/ 270042 w 607639"/>
              <a:gd name="connsiteY66" fmla="*/ 606722 h 606722"/>
              <a:gd name="connsiteX67" fmla="*/ 246011 w 607639"/>
              <a:gd name="connsiteY67" fmla="*/ 582727 h 606722"/>
              <a:gd name="connsiteX68" fmla="*/ 270042 w 607639"/>
              <a:gd name="connsiteY68" fmla="*/ 558732 h 606722"/>
              <a:gd name="connsiteX69" fmla="*/ 279833 w 607639"/>
              <a:gd name="connsiteY69" fmla="*/ 558732 h 606722"/>
              <a:gd name="connsiteX70" fmla="*/ 279833 w 607639"/>
              <a:gd name="connsiteY70" fmla="*/ 500966 h 606722"/>
              <a:gd name="connsiteX71" fmla="*/ 180948 w 607639"/>
              <a:gd name="connsiteY71" fmla="*/ 459996 h 606722"/>
              <a:gd name="connsiteX72" fmla="*/ 139916 w 607639"/>
              <a:gd name="connsiteY72" fmla="*/ 500877 h 606722"/>
              <a:gd name="connsiteX73" fmla="*/ 146859 w 607639"/>
              <a:gd name="connsiteY73" fmla="*/ 507809 h 606722"/>
              <a:gd name="connsiteX74" fmla="*/ 146859 w 607639"/>
              <a:gd name="connsiteY74" fmla="*/ 541668 h 606722"/>
              <a:gd name="connsiteX75" fmla="*/ 112859 w 607639"/>
              <a:gd name="connsiteY75" fmla="*/ 541668 h 606722"/>
              <a:gd name="connsiteX76" fmla="*/ 77257 w 607639"/>
              <a:gd name="connsiteY76" fmla="*/ 506120 h 606722"/>
              <a:gd name="connsiteX77" fmla="*/ 68534 w 607639"/>
              <a:gd name="connsiteY77" fmla="*/ 497411 h 606722"/>
              <a:gd name="connsiteX78" fmla="*/ 65063 w 607639"/>
              <a:gd name="connsiteY78" fmla="*/ 493945 h 606722"/>
              <a:gd name="connsiteX79" fmla="*/ 65063 w 607639"/>
              <a:gd name="connsiteY79" fmla="*/ 460085 h 606722"/>
              <a:gd name="connsiteX80" fmla="*/ 99063 w 607639"/>
              <a:gd name="connsiteY80" fmla="*/ 460085 h 606722"/>
              <a:gd name="connsiteX81" fmla="*/ 105916 w 607639"/>
              <a:gd name="connsiteY81" fmla="*/ 467017 h 606722"/>
              <a:gd name="connsiteX82" fmla="*/ 146948 w 607639"/>
              <a:gd name="connsiteY82" fmla="*/ 426047 h 606722"/>
              <a:gd name="connsiteX83" fmla="*/ 105916 w 607639"/>
              <a:gd name="connsiteY83" fmla="*/ 327312 h 606722"/>
              <a:gd name="connsiteX84" fmla="*/ 47974 w 607639"/>
              <a:gd name="connsiteY84" fmla="*/ 327312 h 606722"/>
              <a:gd name="connsiteX85" fmla="*/ 47974 w 607639"/>
              <a:gd name="connsiteY85" fmla="*/ 337088 h 606722"/>
              <a:gd name="connsiteX86" fmla="*/ 24031 w 607639"/>
              <a:gd name="connsiteY86" fmla="*/ 361083 h 606722"/>
              <a:gd name="connsiteX87" fmla="*/ 0 w 607639"/>
              <a:gd name="connsiteY87" fmla="*/ 337088 h 606722"/>
              <a:gd name="connsiteX88" fmla="*/ 0 w 607639"/>
              <a:gd name="connsiteY88" fmla="*/ 269634 h 606722"/>
              <a:gd name="connsiteX89" fmla="*/ 24031 w 607639"/>
              <a:gd name="connsiteY89" fmla="*/ 245639 h 606722"/>
              <a:gd name="connsiteX90" fmla="*/ 47974 w 607639"/>
              <a:gd name="connsiteY90" fmla="*/ 269634 h 606722"/>
              <a:gd name="connsiteX91" fmla="*/ 47974 w 607639"/>
              <a:gd name="connsiteY91" fmla="*/ 279410 h 606722"/>
              <a:gd name="connsiteX92" fmla="*/ 105916 w 607639"/>
              <a:gd name="connsiteY92" fmla="*/ 279410 h 606722"/>
              <a:gd name="connsiteX93" fmla="*/ 146948 w 607639"/>
              <a:gd name="connsiteY93" fmla="*/ 180675 h 606722"/>
              <a:gd name="connsiteX94" fmla="*/ 105916 w 607639"/>
              <a:gd name="connsiteY94" fmla="*/ 139705 h 606722"/>
              <a:gd name="connsiteX95" fmla="*/ 99063 w 607639"/>
              <a:gd name="connsiteY95" fmla="*/ 146637 h 606722"/>
              <a:gd name="connsiteX96" fmla="*/ 65063 w 607639"/>
              <a:gd name="connsiteY96" fmla="*/ 146637 h 606722"/>
              <a:gd name="connsiteX97" fmla="*/ 65063 w 607639"/>
              <a:gd name="connsiteY97" fmla="*/ 112688 h 606722"/>
              <a:gd name="connsiteX98" fmla="*/ 106450 w 607639"/>
              <a:gd name="connsiteY98" fmla="*/ 71452 h 606722"/>
              <a:gd name="connsiteX99" fmla="*/ 112859 w 607639"/>
              <a:gd name="connsiteY99" fmla="*/ 64965 h 606722"/>
              <a:gd name="connsiteX100" fmla="*/ 146859 w 607639"/>
              <a:gd name="connsiteY100" fmla="*/ 64965 h 606722"/>
              <a:gd name="connsiteX101" fmla="*/ 146859 w 607639"/>
              <a:gd name="connsiteY101" fmla="*/ 98913 h 606722"/>
              <a:gd name="connsiteX102" fmla="*/ 139916 w 607639"/>
              <a:gd name="connsiteY102" fmla="*/ 105756 h 606722"/>
              <a:gd name="connsiteX103" fmla="*/ 180948 w 607639"/>
              <a:gd name="connsiteY103" fmla="*/ 146726 h 606722"/>
              <a:gd name="connsiteX104" fmla="*/ 279833 w 607639"/>
              <a:gd name="connsiteY104" fmla="*/ 105756 h 606722"/>
              <a:gd name="connsiteX105" fmla="*/ 279833 w 607639"/>
              <a:gd name="connsiteY105" fmla="*/ 47901 h 606722"/>
              <a:gd name="connsiteX106" fmla="*/ 270042 w 607639"/>
              <a:gd name="connsiteY106" fmla="*/ 47901 h 606722"/>
              <a:gd name="connsiteX107" fmla="*/ 246011 w 607639"/>
              <a:gd name="connsiteY107" fmla="*/ 23995 h 606722"/>
              <a:gd name="connsiteX108" fmla="*/ 270042 w 607639"/>
              <a:gd name="connsiteY108" fmla="*/ 0 h 606722"/>
            </a:gdLst>
            <a:ahLst/>
            <a:cxnLst/>
            <a:rect l="l" t="t" r="r" b="b"/>
            <a:pathLst>
              <a:path w="607639" h="606722">
                <a:moveTo>
                  <a:pt x="347041" y="313875"/>
                </a:moveTo>
                <a:cubicBezTo>
                  <a:pt x="365085" y="313875"/>
                  <a:pt x="379713" y="328487"/>
                  <a:pt x="379713" y="346512"/>
                </a:cubicBezTo>
                <a:cubicBezTo>
                  <a:pt x="379713" y="364537"/>
                  <a:pt x="365085" y="379149"/>
                  <a:pt x="347041" y="379149"/>
                </a:cubicBezTo>
                <a:cubicBezTo>
                  <a:pt x="328997" y="379149"/>
                  <a:pt x="314369" y="364537"/>
                  <a:pt x="314369" y="346512"/>
                </a:cubicBezTo>
                <a:cubicBezTo>
                  <a:pt x="314369" y="328487"/>
                  <a:pt x="328997" y="313875"/>
                  <a:pt x="347041" y="313875"/>
                </a:cubicBezTo>
                <a:close/>
                <a:moveTo>
                  <a:pt x="260563" y="213037"/>
                </a:moveTo>
                <a:cubicBezTo>
                  <a:pt x="289773" y="213037"/>
                  <a:pt x="313452" y="236685"/>
                  <a:pt x="313452" y="265856"/>
                </a:cubicBezTo>
                <a:cubicBezTo>
                  <a:pt x="313452" y="295027"/>
                  <a:pt x="289773" y="318675"/>
                  <a:pt x="260563" y="318675"/>
                </a:cubicBezTo>
                <a:cubicBezTo>
                  <a:pt x="231353" y="318675"/>
                  <a:pt x="207674" y="295027"/>
                  <a:pt x="207674" y="265856"/>
                </a:cubicBezTo>
                <a:cubicBezTo>
                  <a:pt x="207674" y="236685"/>
                  <a:pt x="231353" y="213037"/>
                  <a:pt x="260563" y="213037"/>
                </a:cubicBezTo>
                <a:close/>
                <a:moveTo>
                  <a:pt x="303775" y="152236"/>
                </a:moveTo>
                <a:cubicBezTo>
                  <a:pt x="220377" y="152236"/>
                  <a:pt x="152466" y="220045"/>
                  <a:pt x="152466" y="303317"/>
                </a:cubicBezTo>
                <a:cubicBezTo>
                  <a:pt x="152466" y="386678"/>
                  <a:pt x="220377" y="454486"/>
                  <a:pt x="303775" y="454486"/>
                </a:cubicBezTo>
                <a:cubicBezTo>
                  <a:pt x="387262" y="454486"/>
                  <a:pt x="455173" y="386678"/>
                  <a:pt x="455173" y="303317"/>
                </a:cubicBezTo>
                <a:cubicBezTo>
                  <a:pt x="455173" y="220045"/>
                  <a:pt x="387262" y="152236"/>
                  <a:pt x="303775" y="152236"/>
                </a:cubicBezTo>
                <a:close/>
                <a:moveTo>
                  <a:pt x="270042" y="0"/>
                </a:moveTo>
                <a:lnTo>
                  <a:pt x="337597" y="0"/>
                </a:lnTo>
                <a:cubicBezTo>
                  <a:pt x="350859" y="0"/>
                  <a:pt x="361628" y="10753"/>
                  <a:pt x="361628" y="23995"/>
                </a:cubicBezTo>
                <a:cubicBezTo>
                  <a:pt x="361628" y="37237"/>
                  <a:pt x="350859" y="47901"/>
                  <a:pt x="337597" y="47901"/>
                </a:cubicBezTo>
                <a:lnTo>
                  <a:pt x="327806" y="47901"/>
                </a:lnTo>
                <a:lnTo>
                  <a:pt x="327806" y="105756"/>
                </a:lnTo>
                <a:cubicBezTo>
                  <a:pt x="364833" y="110200"/>
                  <a:pt x="398744" y="124864"/>
                  <a:pt x="426691" y="146726"/>
                </a:cubicBezTo>
                <a:lnTo>
                  <a:pt x="467723" y="105756"/>
                </a:lnTo>
                <a:lnTo>
                  <a:pt x="460780" y="98913"/>
                </a:lnTo>
                <a:cubicBezTo>
                  <a:pt x="451435" y="89493"/>
                  <a:pt x="451435" y="74385"/>
                  <a:pt x="460780" y="64965"/>
                </a:cubicBezTo>
                <a:cubicBezTo>
                  <a:pt x="470126" y="55633"/>
                  <a:pt x="485346" y="55633"/>
                  <a:pt x="494691" y="64965"/>
                </a:cubicBezTo>
                <a:lnTo>
                  <a:pt x="530382" y="100602"/>
                </a:lnTo>
                <a:lnTo>
                  <a:pt x="531094" y="101313"/>
                </a:lnTo>
                <a:lnTo>
                  <a:pt x="537414" y="107534"/>
                </a:lnTo>
                <a:lnTo>
                  <a:pt x="537770" y="107978"/>
                </a:lnTo>
                <a:lnTo>
                  <a:pt x="537948" y="108156"/>
                </a:lnTo>
                <a:lnTo>
                  <a:pt x="538482" y="108689"/>
                </a:lnTo>
                <a:lnTo>
                  <a:pt x="538215" y="108423"/>
                </a:lnTo>
                <a:lnTo>
                  <a:pt x="538749" y="108867"/>
                </a:lnTo>
                <a:lnTo>
                  <a:pt x="539105" y="109311"/>
                </a:lnTo>
                <a:lnTo>
                  <a:pt x="542487" y="112688"/>
                </a:lnTo>
                <a:cubicBezTo>
                  <a:pt x="551922" y="122109"/>
                  <a:pt x="551922" y="137217"/>
                  <a:pt x="542487" y="146637"/>
                </a:cubicBezTo>
                <a:cubicBezTo>
                  <a:pt x="533142" y="155969"/>
                  <a:pt x="517922" y="155969"/>
                  <a:pt x="508576" y="146637"/>
                </a:cubicBezTo>
                <a:lnTo>
                  <a:pt x="501634" y="139705"/>
                </a:lnTo>
                <a:lnTo>
                  <a:pt x="460691" y="180675"/>
                </a:lnTo>
                <a:cubicBezTo>
                  <a:pt x="482587" y="208491"/>
                  <a:pt x="497272" y="242440"/>
                  <a:pt x="501723" y="279410"/>
                </a:cubicBezTo>
                <a:lnTo>
                  <a:pt x="559576" y="279410"/>
                </a:lnTo>
                <a:lnTo>
                  <a:pt x="559576" y="269634"/>
                </a:lnTo>
                <a:cubicBezTo>
                  <a:pt x="559576" y="256393"/>
                  <a:pt x="570346" y="245639"/>
                  <a:pt x="583608" y="245639"/>
                </a:cubicBezTo>
                <a:cubicBezTo>
                  <a:pt x="596869" y="245639"/>
                  <a:pt x="607639" y="256393"/>
                  <a:pt x="607639" y="269634"/>
                </a:cubicBezTo>
                <a:lnTo>
                  <a:pt x="607639" y="337088"/>
                </a:lnTo>
                <a:cubicBezTo>
                  <a:pt x="607639" y="350329"/>
                  <a:pt x="596869" y="361083"/>
                  <a:pt x="583608" y="361083"/>
                </a:cubicBezTo>
                <a:cubicBezTo>
                  <a:pt x="570346" y="361083"/>
                  <a:pt x="559576" y="350329"/>
                  <a:pt x="559576" y="337088"/>
                </a:cubicBezTo>
                <a:lnTo>
                  <a:pt x="559576" y="327312"/>
                </a:lnTo>
                <a:lnTo>
                  <a:pt x="501723" y="327312"/>
                </a:lnTo>
                <a:cubicBezTo>
                  <a:pt x="497272" y="364282"/>
                  <a:pt x="482587" y="398142"/>
                  <a:pt x="460691" y="426047"/>
                </a:cubicBezTo>
                <a:lnTo>
                  <a:pt x="501634" y="467017"/>
                </a:lnTo>
                <a:lnTo>
                  <a:pt x="508576" y="460085"/>
                </a:lnTo>
                <a:cubicBezTo>
                  <a:pt x="517922" y="450753"/>
                  <a:pt x="533142" y="450753"/>
                  <a:pt x="542487" y="460085"/>
                </a:cubicBezTo>
                <a:cubicBezTo>
                  <a:pt x="551922" y="469416"/>
                  <a:pt x="551922" y="484613"/>
                  <a:pt x="542487" y="493945"/>
                </a:cubicBezTo>
                <a:cubicBezTo>
                  <a:pt x="512759" y="523717"/>
                  <a:pt x="518456" y="518029"/>
                  <a:pt x="518990" y="517496"/>
                </a:cubicBezTo>
                <a:cubicBezTo>
                  <a:pt x="518545" y="517940"/>
                  <a:pt x="514272" y="522206"/>
                  <a:pt x="494691" y="541668"/>
                </a:cubicBezTo>
                <a:cubicBezTo>
                  <a:pt x="485346" y="551089"/>
                  <a:pt x="470126" y="551089"/>
                  <a:pt x="460780" y="541668"/>
                </a:cubicBezTo>
                <a:cubicBezTo>
                  <a:pt x="451435" y="532337"/>
                  <a:pt x="451435" y="517140"/>
                  <a:pt x="460780" y="507809"/>
                </a:cubicBezTo>
                <a:lnTo>
                  <a:pt x="467723" y="500877"/>
                </a:lnTo>
                <a:lnTo>
                  <a:pt x="426691" y="459996"/>
                </a:lnTo>
                <a:cubicBezTo>
                  <a:pt x="398744" y="481858"/>
                  <a:pt x="364833" y="496522"/>
                  <a:pt x="327806" y="500966"/>
                </a:cubicBezTo>
                <a:lnTo>
                  <a:pt x="327806" y="558732"/>
                </a:lnTo>
                <a:lnTo>
                  <a:pt x="337597" y="558732"/>
                </a:lnTo>
                <a:cubicBezTo>
                  <a:pt x="350859" y="558732"/>
                  <a:pt x="361628" y="569485"/>
                  <a:pt x="361628" y="582727"/>
                </a:cubicBezTo>
                <a:cubicBezTo>
                  <a:pt x="361628" y="595969"/>
                  <a:pt x="350859" y="606722"/>
                  <a:pt x="337597" y="606722"/>
                </a:cubicBezTo>
                <a:lnTo>
                  <a:pt x="270042" y="606722"/>
                </a:lnTo>
                <a:cubicBezTo>
                  <a:pt x="256780" y="606722"/>
                  <a:pt x="246011" y="595969"/>
                  <a:pt x="246011" y="582727"/>
                </a:cubicBezTo>
                <a:cubicBezTo>
                  <a:pt x="246011" y="569485"/>
                  <a:pt x="256780" y="558732"/>
                  <a:pt x="270042" y="558732"/>
                </a:cubicBezTo>
                <a:lnTo>
                  <a:pt x="279833" y="558732"/>
                </a:lnTo>
                <a:lnTo>
                  <a:pt x="279833" y="500966"/>
                </a:lnTo>
                <a:cubicBezTo>
                  <a:pt x="242806" y="496522"/>
                  <a:pt x="208806" y="481858"/>
                  <a:pt x="180948" y="459996"/>
                </a:cubicBezTo>
                <a:lnTo>
                  <a:pt x="139916" y="500877"/>
                </a:lnTo>
                <a:lnTo>
                  <a:pt x="146859" y="507809"/>
                </a:lnTo>
                <a:cubicBezTo>
                  <a:pt x="156204" y="517140"/>
                  <a:pt x="156204" y="532337"/>
                  <a:pt x="146859" y="541668"/>
                </a:cubicBezTo>
                <a:cubicBezTo>
                  <a:pt x="137424" y="551089"/>
                  <a:pt x="122293" y="551089"/>
                  <a:pt x="112859" y="541668"/>
                </a:cubicBezTo>
                <a:lnTo>
                  <a:pt x="77257" y="506120"/>
                </a:lnTo>
                <a:lnTo>
                  <a:pt x="68534" y="497411"/>
                </a:lnTo>
                <a:lnTo>
                  <a:pt x="65063" y="493945"/>
                </a:lnTo>
                <a:cubicBezTo>
                  <a:pt x="55717" y="484613"/>
                  <a:pt x="55717" y="469416"/>
                  <a:pt x="65063" y="460085"/>
                </a:cubicBezTo>
                <a:cubicBezTo>
                  <a:pt x="74497" y="450753"/>
                  <a:pt x="89628" y="450753"/>
                  <a:pt x="99063" y="460085"/>
                </a:cubicBezTo>
                <a:lnTo>
                  <a:pt x="105916" y="467017"/>
                </a:lnTo>
                <a:lnTo>
                  <a:pt x="146948" y="426047"/>
                </a:lnTo>
                <a:cubicBezTo>
                  <a:pt x="125052" y="398142"/>
                  <a:pt x="110367" y="364282"/>
                  <a:pt x="105916" y="327312"/>
                </a:cubicBezTo>
                <a:lnTo>
                  <a:pt x="47974" y="327312"/>
                </a:lnTo>
                <a:lnTo>
                  <a:pt x="47974" y="337088"/>
                </a:lnTo>
                <a:cubicBezTo>
                  <a:pt x="47974" y="350329"/>
                  <a:pt x="37293" y="361083"/>
                  <a:pt x="24031" y="361083"/>
                </a:cubicBezTo>
                <a:cubicBezTo>
                  <a:pt x="10770" y="361083"/>
                  <a:pt x="0" y="350329"/>
                  <a:pt x="0" y="337088"/>
                </a:cubicBezTo>
                <a:lnTo>
                  <a:pt x="0" y="269634"/>
                </a:lnTo>
                <a:cubicBezTo>
                  <a:pt x="0" y="256393"/>
                  <a:pt x="10770" y="245639"/>
                  <a:pt x="24031" y="245639"/>
                </a:cubicBezTo>
                <a:cubicBezTo>
                  <a:pt x="37293" y="245639"/>
                  <a:pt x="47974" y="256393"/>
                  <a:pt x="47974" y="269634"/>
                </a:cubicBezTo>
                <a:lnTo>
                  <a:pt x="47974" y="279410"/>
                </a:lnTo>
                <a:lnTo>
                  <a:pt x="105916" y="279410"/>
                </a:lnTo>
                <a:cubicBezTo>
                  <a:pt x="110367" y="242440"/>
                  <a:pt x="125052" y="208491"/>
                  <a:pt x="146948" y="180675"/>
                </a:cubicBezTo>
                <a:lnTo>
                  <a:pt x="105916" y="139705"/>
                </a:lnTo>
                <a:lnTo>
                  <a:pt x="99063" y="146637"/>
                </a:lnTo>
                <a:cubicBezTo>
                  <a:pt x="89628" y="155969"/>
                  <a:pt x="74497" y="155969"/>
                  <a:pt x="65063" y="146637"/>
                </a:cubicBezTo>
                <a:cubicBezTo>
                  <a:pt x="55717" y="137217"/>
                  <a:pt x="55717" y="122109"/>
                  <a:pt x="65063" y="112688"/>
                </a:cubicBezTo>
                <a:lnTo>
                  <a:pt x="106450" y="71452"/>
                </a:lnTo>
                <a:lnTo>
                  <a:pt x="112859" y="64965"/>
                </a:lnTo>
                <a:cubicBezTo>
                  <a:pt x="122293" y="55633"/>
                  <a:pt x="137424" y="55633"/>
                  <a:pt x="146859" y="64965"/>
                </a:cubicBezTo>
                <a:cubicBezTo>
                  <a:pt x="156204" y="74385"/>
                  <a:pt x="156204" y="89493"/>
                  <a:pt x="146859" y="98913"/>
                </a:cubicBezTo>
                <a:lnTo>
                  <a:pt x="139916" y="105756"/>
                </a:lnTo>
                <a:lnTo>
                  <a:pt x="180948" y="146726"/>
                </a:lnTo>
                <a:cubicBezTo>
                  <a:pt x="208806" y="124864"/>
                  <a:pt x="242806" y="110200"/>
                  <a:pt x="279833" y="105756"/>
                </a:cubicBezTo>
                <a:lnTo>
                  <a:pt x="279833" y="47901"/>
                </a:lnTo>
                <a:lnTo>
                  <a:pt x="270042" y="47901"/>
                </a:lnTo>
                <a:cubicBezTo>
                  <a:pt x="256780" y="47901"/>
                  <a:pt x="246011" y="37237"/>
                  <a:pt x="246011" y="23995"/>
                </a:cubicBezTo>
                <a:cubicBezTo>
                  <a:pt x="246011" y="10753"/>
                  <a:pt x="256780" y="0"/>
                  <a:pt x="270042" y="0"/>
                </a:cubicBezTo>
                <a:close/>
              </a:path>
            </a:pathLst>
          </a:cu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rmAutofit fontScale="40000" lnSpcReduction="20000"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idx="2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i="1" spc="300">
                <a:solidFill>
                  <a:schemeClr val="accent1"/>
                </a:solidFill>
                <a:latin typeface="+mn-ea"/>
                <a:ea typeface="+mn-ea"/>
                <a:cs typeface="+mn-ea"/>
              </a:rPr>
              <a:t>止于至善</a:t>
            </a:r>
            <a:endParaRPr spc="3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C79ECAFE-A460-4E13-ABCB-32CAE6136244}" type="slidenum">
              <a:rPr/>
            </a:fld>
            <a:endParaRPr/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7031469" y="2473505"/>
            <a:ext cx="864000" cy="9629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0" name="文本占位符 11"/>
          <p:cNvSpPr>
            <a:spLocks noGrp="1"/>
          </p:cNvSpPr>
          <p:nvPr>
            <p:ph type="body" idx="25" hasCustomPrompt="1"/>
          </p:nvPr>
        </p:nvSpPr>
        <p:spPr>
          <a:xfrm>
            <a:off x="7454095" y="3924346"/>
            <a:ext cx="3773347" cy="859337"/>
          </a:xfrm>
          <a:prstGeom prst="rect">
            <a:avLst/>
          </a:prstGeom>
        </p:spPr>
        <p:txBody>
          <a:bodyPr lIns="0" tIns="0">
            <a:normAutofit/>
          </a:bodyPr>
          <a:lstStyle>
            <a:lvl1pPr marL="0" indent="0" algn="l">
              <a:lnSpc>
                <a:spcPct val="130000"/>
              </a:lnSpc>
              <a:buNone/>
              <a:defRPr sz="1800"/>
            </a:lvl1pPr>
          </a:lstStyle>
          <a:p>
            <a:pPr lvl="0">
              <a:buNone/>
            </a:pPr>
            <a:r>
              <a:t>请输入你的内容</a:t>
            </a:r>
          </a:p>
        </p:txBody>
      </p:sp>
      <p:sp>
        <p:nvSpPr>
          <p:cNvPr id="36" name="文本占位符 11"/>
          <p:cNvSpPr>
            <a:spLocks noGrp="1"/>
          </p:cNvSpPr>
          <p:nvPr>
            <p:ph type="body" idx="26" hasCustomPrompt="1"/>
          </p:nvPr>
        </p:nvSpPr>
        <p:spPr>
          <a:xfrm>
            <a:off x="7454095" y="4983916"/>
            <a:ext cx="3773347" cy="859337"/>
          </a:xfrm>
          <a:prstGeom prst="rect">
            <a:avLst/>
          </a:prstGeom>
        </p:spPr>
        <p:txBody>
          <a:bodyPr lIns="0" tIns="0">
            <a:normAutofit/>
          </a:bodyPr>
          <a:lstStyle>
            <a:lvl1pPr marL="0" indent="0" algn="l">
              <a:lnSpc>
                <a:spcPct val="130000"/>
              </a:lnSpc>
              <a:buNone/>
              <a:defRPr sz="1800"/>
            </a:lvl1pPr>
          </a:lstStyle>
          <a:p>
            <a:pPr lvl="0">
              <a:buNone/>
            </a:pPr>
            <a:r>
              <a:t>请输入你的内容</a:t>
            </a:r>
          </a:p>
        </p:txBody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/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2">
            <a:alphaModFix amt="15000"/>
          </a:blip>
          <a:srcRect t="7878" r="35125" b="7878"/>
          <a:stretch>
            <a:fillRect/>
          </a:stretch>
        </p:blipFill>
        <p:spPr>
          <a:xfrm>
            <a:off x="4282440" y="0"/>
            <a:ext cx="7909560" cy="6858000"/>
          </a:xfrm>
          <a:prstGeom prst="rect">
            <a:avLst/>
          </a:prstGeom>
        </p:spPr>
      </p:pic>
      <p:sp>
        <p:nvSpPr>
          <p:cNvPr id="19" name="矩形 18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2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3">
              <a:alphaModFix amt="5000"/>
            </a:blip>
            <a:srcRect/>
            <a:tile tx="0" ty="0" sx="100000" sy="100000" flip="none" algn="tl"/>
          </a:blip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 rotWithShape="1">
          <a:blip r:embed="rId2"/>
          <a:srcRect l="7353" t="7878" r="35125" b="7878"/>
          <a:stretch>
            <a:fillRect/>
          </a:stretch>
        </p:blipFill>
        <p:spPr>
          <a:xfrm>
            <a:off x="5178924" y="0"/>
            <a:ext cx="7013076" cy="6858000"/>
          </a:xfrm>
        </p:spPr>
      </p:pic>
      <p:sp>
        <p:nvSpPr>
          <p:cNvPr id="52" name="任意多边形: 形状 51"/>
          <p:cNvSpPr>
            <a:spLocks noGrp="1"/>
          </p:cNvSpPr>
          <p:nvPr/>
        </p:nvSpPr>
        <p:spPr>
          <a:xfrm rot="1759603">
            <a:off x="5759550" y="3287609"/>
            <a:ext cx="326672" cy="3900322"/>
          </a:xfrm>
          <a:custGeom>
            <a:avLst/>
            <a:gdLst>
              <a:gd name="connsiteX0" fmla="*/ 0 w 326672"/>
              <a:gd name="connsiteY0" fmla="*/ 0 h 3900322"/>
              <a:gd name="connsiteX1" fmla="*/ 326672 w 326672"/>
              <a:gd name="connsiteY1" fmla="*/ 0 h 3900322"/>
              <a:gd name="connsiteX2" fmla="*/ 326672 w 326672"/>
              <a:gd name="connsiteY2" fmla="*/ 3716802 h 3900322"/>
              <a:gd name="connsiteX3" fmla="*/ 0 w 326672"/>
              <a:gd name="connsiteY3" fmla="*/ 3900322 h 3900322"/>
            </a:gdLst>
            <a:ahLst/>
            <a:cxnLst/>
            <a:rect l="l" t="t" r="r" b="b"/>
            <a:pathLst>
              <a:path w="326672" h="3900322">
                <a:moveTo>
                  <a:pt x="0" y="0"/>
                </a:moveTo>
                <a:lnTo>
                  <a:pt x="326672" y="0"/>
                </a:lnTo>
                <a:lnTo>
                  <a:pt x="326672" y="3716802"/>
                </a:lnTo>
                <a:lnTo>
                  <a:pt x="0" y="390032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4" name="任意多边形: 形状 43"/>
          <p:cNvSpPr>
            <a:spLocks noGrp="1"/>
          </p:cNvSpPr>
          <p:nvPr/>
        </p:nvSpPr>
        <p:spPr>
          <a:xfrm rot="1759603">
            <a:off x="8280302" y="-201925"/>
            <a:ext cx="170609" cy="2499133"/>
          </a:xfrm>
          <a:custGeom>
            <a:avLst/>
            <a:gdLst>
              <a:gd name="connsiteX0" fmla="*/ 0 w 170609"/>
              <a:gd name="connsiteY0" fmla="*/ 95846 h 2499133"/>
              <a:gd name="connsiteX1" fmla="*/ 170609 w 170609"/>
              <a:gd name="connsiteY1" fmla="*/ 0 h 2499133"/>
              <a:gd name="connsiteX2" fmla="*/ 170609 w 170609"/>
              <a:gd name="connsiteY2" fmla="*/ 2499133 h 2499133"/>
              <a:gd name="connsiteX3" fmla="*/ 0 w 170609"/>
              <a:gd name="connsiteY3" fmla="*/ 2499133 h 2499133"/>
            </a:gdLst>
            <a:ahLst/>
            <a:cxnLst/>
            <a:rect l="l" t="t" r="r" b="b"/>
            <a:pathLst>
              <a:path w="170609" h="2499133">
                <a:moveTo>
                  <a:pt x="0" y="95846"/>
                </a:moveTo>
                <a:lnTo>
                  <a:pt x="170609" y="0"/>
                </a:lnTo>
                <a:lnTo>
                  <a:pt x="170609" y="2499133"/>
                </a:lnTo>
                <a:lnTo>
                  <a:pt x="0" y="249913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" name="任意多边形: 形状 21"/>
          <p:cNvSpPr>
            <a:spLocks noGrp="1"/>
          </p:cNvSpPr>
          <p:nvPr/>
        </p:nvSpPr>
        <p:spPr>
          <a:xfrm rot="1759603">
            <a:off x="11257062" y="-144084"/>
            <a:ext cx="326672" cy="3732241"/>
          </a:xfrm>
          <a:custGeom>
            <a:avLst/>
            <a:gdLst>
              <a:gd name="connsiteX0" fmla="*/ 0 w 326672"/>
              <a:gd name="connsiteY0" fmla="*/ 0 h 3732241"/>
              <a:gd name="connsiteX1" fmla="*/ 326672 w 326672"/>
              <a:gd name="connsiteY1" fmla="*/ 581488 h 3732241"/>
              <a:gd name="connsiteX2" fmla="*/ 326672 w 326672"/>
              <a:gd name="connsiteY2" fmla="*/ 3732241 h 3732241"/>
              <a:gd name="connsiteX3" fmla="*/ 0 w 326672"/>
              <a:gd name="connsiteY3" fmla="*/ 3732241 h 3732241"/>
            </a:gdLst>
            <a:ahLst/>
            <a:cxnLst/>
            <a:rect l="l" t="t" r="r" b="b"/>
            <a:pathLst>
              <a:path w="326672" h="3732241">
                <a:moveTo>
                  <a:pt x="0" y="0"/>
                </a:moveTo>
                <a:lnTo>
                  <a:pt x="326672" y="581488"/>
                </a:lnTo>
                <a:lnTo>
                  <a:pt x="326672" y="3732241"/>
                </a:lnTo>
                <a:lnTo>
                  <a:pt x="0" y="373224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3" name="任意多边形: 形状 52"/>
          <p:cNvSpPr>
            <a:spLocks noGrp="1"/>
          </p:cNvSpPr>
          <p:nvPr/>
        </p:nvSpPr>
        <p:spPr>
          <a:xfrm rot="1759603">
            <a:off x="9271255" y="4019758"/>
            <a:ext cx="170609" cy="3077209"/>
          </a:xfrm>
          <a:custGeom>
            <a:avLst/>
            <a:gdLst>
              <a:gd name="connsiteX0" fmla="*/ 0 w 170609"/>
              <a:gd name="connsiteY0" fmla="*/ 0 h 3077209"/>
              <a:gd name="connsiteX1" fmla="*/ 170609 w 170609"/>
              <a:gd name="connsiteY1" fmla="*/ 0 h 3077209"/>
              <a:gd name="connsiteX2" fmla="*/ 170609 w 170609"/>
              <a:gd name="connsiteY2" fmla="*/ 2981364 h 3077209"/>
              <a:gd name="connsiteX3" fmla="*/ 0 w 170609"/>
              <a:gd name="connsiteY3" fmla="*/ 3077209 h 3077209"/>
            </a:gdLst>
            <a:ahLst/>
            <a:cxnLst/>
            <a:rect l="l" t="t" r="r" b="b"/>
            <a:pathLst>
              <a:path w="170609" h="3077209">
                <a:moveTo>
                  <a:pt x="0" y="0"/>
                </a:moveTo>
                <a:lnTo>
                  <a:pt x="170609" y="0"/>
                </a:lnTo>
                <a:lnTo>
                  <a:pt x="170609" y="2981364"/>
                </a:lnTo>
                <a:lnTo>
                  <a:pt x="0" y="30772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7" name="文本占位符 25"/>
          <p:cNvSpPr>
            <a:spLocks noGrp="1"/>
          </p:cNvSpPr>
          <p:nvPr>
            <p:ph type="body" idx="11" hasCustomPrompt="1"/>
          </p:nvPr>
        </p:nvSpPr>
        <p:spPr>
          <a:xfrm>
            <a:off x="667503" y="2749690"/>
            <a:ext cx="5798382" cy="8788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5400" b="1" spc="100" baseline="0">
                <a:solidFill>
                  <a:schemeClr val="accent1"/>
                </a:solidFill>
                <a:latin typeface="+mj-ea"/>
                <a:ea typeface="+mj-ea"/>
                <a:cs typeface="+mj-ea"/>
              </a:defRPr>
            </a:lvl1pPr>
          </a:lstStyle>
          <a:p>
            <a:pPr lvl="0">
              <a:buNone/>
            </a:pPr>
            <a:r>
              <a:t>请输入你的大标题</a:t>
            </a:r>
          </a:p>
        </p:txBody>
      </p:sp>
      <p:sp>
        <p:nvSpPr>
          <p:cNvPr id="38" name="文本占位符 25"/>
          <p:cNvSpPr>
            <a:spLocks noGrp="1"/>
          </p:cNvSpPr>
          <p:nvPr>
            <p:ph type="body" idx="12" hasCustomPrompt="1"/>
          </p:nvPr>
        </p:nvSpPr>
        <p:spPr>
          <a:xfrm>
            <a:off x="667503" y="1869834"/>
            <a:ext cx="5798382" cy="8788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5400" b="0" spc="100" baseline="0">
                <a:latin typeface="+mj-ea"/>
                <a:ea typeface="+mj-ea"/>
                <a:cs typeface="+mj-ea"/>
              </a:defRPr>
            </a:lvl1pPr>
          </a:lstStyle>
          <a:p>
            <a:pPr lvl="0">
              <a:buNone/>
            </a:pPr>
            <a:r>
              <a:t>请输入答辩类型</a:t>
            </a:r>
          </a:p>
        </p:txBody>
      </p:sp>
      <p:sp>
        <p:nvSpPr>
          <p:cNvPr id="39" name="直接连接符 38"/>
          <p:cNvSpPr>
            <a:spLocks noGrp="1"/>
          </p:cNvSpPr>
          <p:nvPr/>
        </p:nvSpPr>
        <p:spPr>
          <a:xfrm>
            <a:off x="667503" y="4839800"/>
            <a:ext cx="493268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" name="日期占位符 4"/>
          <p:cNvSpPr>
            <a:spLocks noGrp="1"/>
          </p:cNvSpPr>
          <p:nvPr>
            <p:ph type="dt" idx="1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i="1" spc="300">
                <a:solidFill>
                  <a:schemeClr val="accent1"/>
                </a:solidFill>
                <a:latin typeface="+mn-ea"/>
                <a:ea typeface="+mn-ea"/>
                <a:cs typeface="+mn-ea"/>
              </a:rPr>
              <a:t>止于至善</a:t>
            </a:r>
            <a:endParaRPr spc="30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00" y="312015"/>
            <a:ext cx="1375700" cy="437285"/>
          </a:xfrm>
          <a:prstGeom prst="rect">
            <a:avLst/>
          </a:prstGeom>
        </p:spPr>
      </p:pic>
      <p:sp>
        <p:nvSpPr>
          <p:cNvPr id="20" name="文本占位符 28"/>
          <p:cNvSpPr>
            <a:spLocks noGrp="1"/>
          </p:cNvSpPr>
          <p:nvPr>
            <p:ph type="body" idx="17" hasCustomPrompt="1"/>
          </p:nvPr>
        </p:nvSpPr>
        <p:spPr>
          <a:xfrm>
            <a:off x="667503" y="3641672"/>
            <a:ext cx="5798382" cy="286232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>
              <a:lnSpc>
                <a:spcPct val="100000"/>
              </a:lnSpc>
              <a:buNone/>
              <a:defRPr sz="1200" spc="550" baseline="0">
                <a:solidFill>
                  <a:schemeClr val="bg1">
                    <a:lumMod val="7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>
            <a:pPr lvl="0">
              <a:buNone/>
            </a:pPr>
            <a:r>
              <a:t>Supporting Your Text Here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27993"/>
          <a:stretch>
            <a:fillRect/>
          </a:stretch>
        </p:blipFill>
        <p:spPr>
          <a:xfrm>
            <a:off x="1" y="-5557"/>
            <a:ext cx="12192000" cy="6863557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-3" y="2077796"/>
            <a:ext cx="12192000" cy="4780204"/>
          </a:xfrm>
          <a:prstGeom prst="rect">
            <a:avLst/>
          </a:prstGeom>
          <a:gradFill>
            <a:gsLst>
              <a:gs pos="0">
                <a:srgbClr val="010000">
                  <a:alpha val="0"/>
                </a:srgbClr>
              </a:gs>
              <a:gs pos="100000">
                <a:srgbClr val="010000">
                  <a:alpha val="8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 rot="10800000">
            <a:off x="-1" y="-5557"/>
            <a:ext cx="12191999" cy="3217764"/>
          </a:xfrm>
          <a:prstGeom prst="rect">
            <a:avLst/>
          </a:prstGeom>
          <a:gradFill>
            <a:gsLst>
              <a:gs pos="0">
                <a:srgbClr val="010000">
                  <a:alpha val="0"/>
                </a:srgbClr>
              </a:gs>
              <a:gs pos="100000">
                <a:srgbClr val="01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-1" y="0"/>
            <a:ext cx="12192001" cy="6811864"/>
          </a:xfrm>
          <a:prstGeom prst="rect">
            <a:avLst/>
          </a:prstGeom>
          <a:solidFill>
            <a:srgbClr val="080304">
              <a:alpha val="6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文本框 6"/>
          <p:cNvSpPr>
            <a:spLocks noGrp="1"/>
          </p:cNvSpPr>
          <p:nvPr/>
        </p:nvSpPr>
        <p:spPr>
          <a:xfrm>
            <a:off x="4760680" y="564634"/>
            <a:ext cx="26706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buNone/>
              <a:defRPr sz="1600">
                <a:solidFill>
                  <a:schemeClr val="bg1"/>
                </a:solidFill>
                <a:latin typeface="+mj-ea"/>
                <a:ea typeface="+mj-ea"/>
                <a:cs typeface="+mj-ea"/>
              </a:defRPr>
            </a:lvl1pPr>
          </a:lstStyle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strike="noStrike" cap="none" spc="0" baseline="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本</a:t>
            </a:r>
            <a:r>
              <a:rPr sz="1800" b="0" i="0" u="none" strike="noStrike" cap="none" spc="0" baseline="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PPT</a:t>
            </a:r>
            <a:r>
              <a:rPr sz="1800" b="0" i="0" u="none" strike="noStrike" cap="none" spc="0" baseline="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模板正参与</a:t>
            </a: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3602350" y="2482543"/>
            <a:ext cx="4987300" cy="400109"/>
          </a:xfrm>
          <a:prstGeom prst="rect">
            <a:avLst/>
          </a:prstGeom>
          <a:gradFill flip="none" rotWithShape="1">
            <a:gsLst>
              <a:gs pos="100000">
                <a:srgbClr val="CB9B53">
                  <a:alpha val="0"/>
                </a:srgbClr>
              </a:gs>
              <a:gs pos="0">
                <a:srgbClr val="CB9B53">
                  <a:alpha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1" i="0" u="none" strike="noStrike" kern="1200" cap="none" spc="0" baseline="0">
              <a:ln>
                <a:noFill/>
              </a:ln>
              <a:solidFill>
                <a:srgbClr val="0E5177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9" name="文本框 8"/>
          <p:cNvSpPr>
            <a:spLocks noGrp="1"/>
          </p:cNvSpPr>
          <p:nvPr/>
        </p:nvSpPr>
        <p:spPr>
          <a:xfrm>
            <a:off x="4049486" y="2517885"/>
            <a:ext cx="40930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0" i="0" u="none" strike="noStrike" cap="none" spc="0" baseline="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600" b="0" i="0" u="none" strike="noStrike" cap="none" spc="0" baseline="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第一届高校</a:t>
            </a:r>
            <a:r>
              <a:rPr sz="1600" b="0" i="0" u="none" strike="noStrike" cap="none" spc="0" baseline="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PPT</a:t>
            </a:r>
            <a:r>
              <a:rPr sz="1600" b="0" i="0" u="none" strike="noStrike" cap="none" spc="0" baseline="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模板设计大赛 </a:t>
            </a:r>
            <a:endParaRPr sz="16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/>
          <p:cNvSpPr>
            <a:spLocks noGrp="1"/>
          </p:cNvSpPr>
          <p:nvPr/>
        </p:nvSpPr>
        <p:spPr>
          <a:xfrm>
            <a:off x="6133678" y="4824918"/>
            <a:ext cx="2545865" cy="106138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buNone/>
              <a:defRPr>
                <a:solidFill>
                  <a:schemeClr val="bg1"/>
                </a:solidFill>
                <a:latin typeface="+mj-ea"/>
                <a:ea typeface="+mj-ea"/>
                <a:cs typeface="+mj-ea"/>
              </a:defRPr>
            </a:lvl1pPr>
          </a:lstStyle>
          <a:p>
            <a:pPr marL="0" marR="0" lvl="0" indent="0" algn="l" defTabSz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strike="noStrike" cap="none" spc="150" baseline="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微信扫码</a:t>
            </a:r>
            <a:endParaRPr sz="1800" b="0" i="0" u="none" strike="noStrike" kern="1200" cap="none" spc="15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  <a:p>
            <a:pPr marL="0" marR="0" lvl="0" indent="0" algn="l" defTabSz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strike="noStrike" cap="none" spc="150" baseline="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来聆听模板作者</a:t>
            </a:r>
            <a:endParaRPr sz="1800" b="0" i="0" u="none" strike="noStrike" kern="1200" cap="none" spc="15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  <a:p>
            <a:pPr marL="0" marR="0" lvl="0" indent="0" algn="l" defTabSz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strike="noStrike" cap="none" spc="150" baseline="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设计灵感、制作思路</a:t>
            </a:r>
            <a:endParaRPr sz="1800" b="0" i="0" u="none" strike="noStrike" kern="1200" cap="none" spc="15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15419" y="3771974"/>
            <a:ext cx="13817069" cy="3996426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3657" y="716939"/>
            <a:ext cx="8824686" cy="1844708"/>
          </a:xfrm>
          <a:prstGeom prst="rect">
            <a:avLst/>
          </a:prstGeom>
        </p:spPr>
      </p:pic>
      <p:sp>
        <p:nvSpPr>
          <p:cNvPr id="14" name="文本框 13"/>
          <p:cNvSpPr>
            <a:spLocks noGrp="1"/>
          </p:cNvSpPr>
          <p:nvPr/>
        </p:nvSpPr>
        <p:spPr>
          <a:xfrm>
            <a:off x="3742050" y="2971888"/>
            <a:ext cx="198360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100" b="0" i="0" u="none" strike="noStrike" cap="none" spc="0" baseline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latin typeface="微软雅黑"/>
                <a:ea typeface="微软雅黑"/>
                <a:cs typeface="微软雅黑"/>
              </a:rPr>
              <a:t>活动主办：秋叶</a:t>
            </a:r>
            <a:r>
              <a:rPr sz="1100" b="0" i="0" u="none" strike="noStrike" cap="none" spc="0" baseline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latin typeface="微软雅黑"/>
                <a:ea typeface="微软雅黑"/>
                <a:cs typeface="微软雅黑"/>
              </a:rPr>
              <a:t>PPT</a:t>
            </a:r>
            <a:endParaRPr sz="1100" b="0" i="0" u="none" strike="noStrike" kern="1200" cap="none" spc="0" baseline="0">
              <a:ln>
                <a:noFill/>
              </a:ln>
              <a:solidFill>
                <a:prstClr val="white">
                  <a:lumMod val="75000"/>
                </a:prst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文本框 14"/>
          <p:cNvSpPr>
            <a:spLocks noGrp="1"/>
          </p:cNvSpPr>
          <p:nvPr/>
        </p:nvSpPr>
        <p:spPr>
          <a:xfrm>
            <a:off x="6079638" y="2971888"/>
            <a:ext cx="24929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100" b="0" i="0" u="none" strike="noStrike" cap="none" spc="0" baseline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latin typeface="微软雅黑"/>
                <a:ea typeface="微软雅黑"/>
                <a:cs typeface="微软雅黑"/>
              </a:rPr>
              <a:t>技术支持：微软听听文档</a:t>
            </a:r>
            <a:endParaRPr sz="1100" b="0" i="0" u="none" strike="noStrike" kern="1200" cap="none" spc="0" baseline="0">
              <a:ln>
                <a:noFill/>
              </a:ln>
              <a:solidFill>
                <a:prstClr val="white">
                  <a:lumMod val="75000"/>
                </a:prst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600610" y="3494767"/>
            <a:ext cx="2318400" cy="2318400"/>
          </a:xfrm>
          <a:prstGeom prst="rect">
            <a:avLst/>
          </a:prstGeom>
          <a:solidFill>
            <a:schemeClr val="bg1"/>
          </a:solidFill>
          <a:ln w="57150">
            <a:solidFill>
              <a:srgbClr val="CB9B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注页">
    <p:bg>
      <p:bgPr>
        <a:solidFill>
          <a:srgbClr val="E73A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440603" y="759873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strike="noStrike" cap="none" spc="0" baseline="0">
                <a:ln>
                  <a:noFill/>
                </a:ln>
                <a:solidFill>
                  <a:srgbClr val="FFFFFF"/>
                </a:solidFill>
                <a:latin typeface="Segoe UI Light"/>
                <a:ea typeface="Segoe UI Light"/>
                <a:cs typeface="Segoe UI Light"/>
              </a:rPr>
              <a:t>标注</a:t>
            </a:r>
            <a:endParaRPr sz="1800" b="0" i="0" u="none" strike="noStrike" kern="0" cap="none" spc="0" baseline="0">
              <a:ln>
                <a:noFill/>
              </a:ln>
              <a:solidFill>
                <a:srgbClr val="FFFFFF"/>
              </a:solidFill>
              <a:latin typeface="Segoe UI Light"/>
              <a:ea typeface="Segoe UI Light"/>
              <a:cs typeface="Segoe UI Light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572589" y="759873"/>
            <a:ext cx="1402001" cy="20251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6096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400" b="0" i="0" u="none" strike="noStrike" cap="none" spc="0" baseline="0">
                <a:ln>
                  <a:noFill/>
                </a:ln>
                <a:solidFill>
                  <a:srgbClr val="FFFFFF"/>
                </a:solidFill>
                <a:latin typeface="Segoe UI Light"/>
                <a:ea typeface="Segoe UI Light"/>
                <a:cs typeface="Segoe UI Light"/>
              </a:rPr>
              <a:t>使用说明 </a:t>
            </a:r>
            <a:endParaRPr sz="1400" b="0" i="0" u="none" strike="noStrike" kern="0" cap="none" spc="0" baseline="0">
              <a:ln>
                <a:noFill/>
              </a:ln>
              <a:solidFill>
                <a:srgbClr val="FFFFFF"/>
              </a:solidFill>
              <a:latin typeface="Segoe UI Light"/>
              <a:ea typeface="Segoe UI Light"/>
              <a:cs typeface="Segoe UI Light"/>
            </a:endParaRPr>
          </a:p>
          <a:p>
            <a:pPr marL="0" marR="0" lvl="0" indent="0" defTabSz="6096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400" b="0" i="0" u="none" strike="noStrike" kern="0" cap="none" spc="0" baseline="0">
              <a:ln>
                <a:noFill/>
              </a:ln>
              <a:solidFill>
                <a:srgbClr val="FFFFFF"/>
              </a:solidFill>
              <a:latin typeface="Segoe UI Light"/>
              <a:ea typeface="Segoe UI Light"/>
              <a:cs typeface="Segoe UI Light"/>
            </a:endParaRPr>
          </a:p>
          <a:p>
            <a:pPr marL="0" marR="0" lvl="0" indent="0" defTabSz="6096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400" b="0" i="0" u="none" strike="noStrike" kern="0" cap="none" spc="0" baseline="0">
              <a:ln>
                <a:noFill/>
              </a:ln>
              <a:solidFill>
                <a:srgbClr val="FFFFFF"/>
              </a:solidFill>
              <a:latin typeface="Segoe UI Light"/>
              <a:ea typeface="Segoe UI Light"/>
              <a:cs typeface="Segoe UI Light"/>
            </a:endParaRPr>
          </a:p>
          <a:p>
            <a:pPr marL="0" marR="0" lvl="0" indent="0" defTabSz="6096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400" b="0" i="0" u="none" strike="noStrike" kern="0" cap="none" spc="0" baseline="0">
              <a:ln>
                <a:noFill/>
              </a:ln>
              <a:solidFill>
                <a:srgbClr val="FFFFFF"/>
              </a:solidFill>
              <a:latin typeface="Segoe UI Light"/>
              <a:ea typeface="Segoe UI Light"/>
              <a:cs typeface="Segoe UI Light"/>
            </a:endParaRPr>
          </a:p>
          <a:p>
            <a:pPr marL="0" marR="0" lvl="0" indent="0" defTabSz="6096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400" b="0" i="0" u="none" strike="noStrike" kern="0" cap="none" spc="0" baseline="0">
              <a:ln>
                <a:noFill/>
              </a:ln>
              <a:solidFill>
                <a:srgbClr val="FFFFFF"/>
              </a:solidFill>
              <a:latin typeface="Segoe UI Light"/>
              <a:ea typeface="Segoe UI Light"/>
              <a:cs typeface="Segoe UI Light"/>
            </a:endParaRPr>
          </a:p>
          <a:p>
            <a:pPr marL="0" marR="0" lvl="0" indent="0" defTabSz="6096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400" b="0" i="0" u="none" strike="noStrike" kern="0" cap="none" spc="0" baseline="0">
              <a:ln>
                <a:noFill/>
              </a:ln>
              <a:solidFill>
                <a:srgbClr val="FFFFFF"/>
              </a:solidFill>
              <a:latin typeface="Segoe UI Light"/>
              <a:ea typeface="Segoe UI Light"/>
              <a:cs typeface="Segoe UI Light"/>
            </a:endParaRPr>
          </a:p>
          <a:p>
            <a:pPr marL="0" marR="0" lvl="0" indent="0" defTabSz="6096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400" b="0" i="0" u="none" strike="noStrike" cap="none" spc="0" baseline="0">
                <a:ln>
                  <a:noFill/>
                </a:ln>
                <a:solidFill>
                  <a:srgbClr val="FFFFFF"/>
                </a:solidFill>
                <a:latin typeface="Segoe UI Light"/>
                <a:ea typeface="Segoe UI Light"/>
                <a:cs typeface="Segoe UI Light"/>
              </a:rPr>
              <a:t>声明</a:t>
            </a:r>
            <a:endParaRPr sz="1400" b="0" i="0" u="none" strike="noStrike" kern="0" cap="none" spc="0" baseline="0">
              <a:ln>
                <a:noFill/>
              </a:ln>
              <a:solidFill>
                <a:srgbClr val="FFFFFF"/>
              </a:solidFill>
              <a:latin typeface="Segoe UI Light"/>
              <a:ea typeface="Segoe UI Light"/>
              <a:cs typeface="Segoe UI Light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153010" y="759873"/>
            <a:ext cx="707434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400" b="0" i="0" u="none" strike="noStrike" cap="none" spc="0" baseline="0">
                <a:ln>
                  <a:noFill/>
                </a:ln>
                <a:solidFill>
                  <a:srgbClr val="FFFFFF"/>
                </a:solidFill>
                <a:latin typeface="Segoe UI Light"/>
                <a:ea typeface="Segoe UI Light"/>
                <a:cs typeface="Segoe UI Light"/>
              </a:rPr>
              <a:t>本</a:t>
            </a:r>
            <a:r>
              <a:rPr sz="1400" b="0" i="0" u="none" strike="noStrike" cap="none" spc="0" baseline="0">
                <a:ln>
                  <a:noFill/>
                </a:ln>
                <a:solidFill>
                  <a:srgbClr val="FFFFFF"/>
                </a:solidFill>
                <a:latin typeface="Segoe UI Light"/>
                <a:ea typeface="Segoe UI Light"/>
                <a:cs typeface="Segoe UI Light"/>
              </a:rPr>
              <a:t>PPT</a:t>
            </a:r>
            <a:r>
              <a:rPr sz="1400" b="0" i="0" u="none" strike="noStrike" cap="none" spc="0" baseline="0">
                <a:ln>
                  <a:noFill/>
                </a:ln>
                <a:solidFill>
                  <a:srgbClr val="FFFFFF"/>
                </a:solidFill>
                <a:latin typeface="Segoe UI Light"/>
                <a:ea typeface="Segoe UI Light"/>
                <a:cs typeface="Segoe UI Light"/>
              </a:rPr>
              <a:t>模板为作者原创，著作权归作者所有。</a:t>
            </a:r>
            <a:endParaRPr sz="1400" b="0" i="0" u="none" strike="noStrike" kern="0" cap="none" spc="0" baseline="0">
              <a:ln>
                <a:noFill/>
              </a:ln>
              <a:solidFill>
                <a:srgbClr val="FFFFFF"/>
              </a:solidFill>
              <a:latin typeface="Segoe UI Light"/>
              <a:ea typeface="Segoe UI Light"/>
              <a:cs typeface="Segoe UI Light"/>
            </a:endParaRPr>
          </a:p>
          <a:p>
            <a:pPr marL="0" marR="0" lvl="0" indent="0" defTabSz="914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400" b="0" i="0" u="none" strike="noStrike" cap="none" spc="0" baseline="0">
                <a:ln>
                  <a:noFill/>
                </a:ln>
                <a:solidFill>
                  <a:srgbClr val="FFFFFF"/>
                </a:solidFill>
                <a:latin typeface="Segoe UI Light"/>
                <a:ea typeface="Segoe UI Light"/>
                <a:cs typeface="Segoe UI Light"/>
              </a:rPr>
              <a:t>您仅可以个人非商业用途使用本</a:t>
            </a:r>
            <a:r>
              <a:rPr sz="1400" b="0" i="0" u="none" strike="noStrike" cap="none" spc="0" baseline="0">
                <a:ln>
                  <a:noFill/>
                </a:ln>
                <a:solidFill>
                  <a:srgbClr val="FFFFFF"/>
                </a:solidFill>
                <a:latin typeface="Segoe UI Light"/>
                <a:ea typeface="Segoe UI Light"/>
                <a:cs typeface="Segoe UI Light"/>
              </a:rPr>
              <a:t>PPT</a:t>
            </a:r>
            <a:r>
              <a:rPr sz="1400" b="0" i="0" u="none" strike="noStrike" cap="none" spc="0" baseline="0">
                <a:ln>
                  <a:noFill/>
                </a:ln>
                <a:solidFill>
                  <a:srgbClr val="FFFFFF"/>
                </a:solidFill>
                <a:latin typeface="Segoe UI Light"/>
                <a:ea typeface="Segoe UI Light"/>
                <a:cs typeface="Segoe UI Light"/>
              </a:rPr>
              <a:t>模板，</a:t>
            </a:r>
            <a:r>
              <a:rPr sz="1400" b="0" i="0" u="none" strike="noStrike" cap="none" spc="0" baseline="0">
                <a:ln>
                  <a:noFill/>
                </a:ln>
                <a:solidFill>
                  <a:prstClr val="white"/>
                </a:solidFill>
                <a:latin typeface="+mn-lt"/>
                <a:ea typeface="+mn-lt"/>
                <a:cs typeface="+mn-lt"/>
              </a:rPr>
              <a:t>未经权利人书面明确授权，不可将信息内容的全部或部分用于出售，或以出租、出借、转让、分销、发布等其他任何方式供他人使用</a:t>
            </a:r>
            <a:r>
              <a:rPr sz="1400" b="0" i="0" u="none" strike="noStrike" cap="none" spc="0" baseline="0">
                <a:ln>
                  <a:noFill/>
                </a:ln>
                <a:solidFill>
                  <a:srgbClr val="FFFFFF"/>
                </a:solidFill>
                <a:latin typeface="Segoe UI Light"/>
                <a:ea typeface="Segoe UI Light"/>
                <a:cs typeface="Segoe UI Light"/>
              </a:rPr>
              <a:t>，</a:t>
            </a:r>
            <a:r>
              <a:rPr sz="1400" b="0" i="0" u="none" strike="noStrike" cap="none" spc="0" baseline="0">
                <a:ln>
                  <a:noFill/>
                </a:ln>
                <a:solidFill>
                  <a:prstClr val="white"/>
                </a:solidFill>
                <a:latin typeface="+mn-lt"/>
                <a:ea typeface="+mn-lt"/>
                <a:cs typeface="+mn-lt"/>
              </a:rPr>
              <a:t>否则将承担法律责任。</a:t>
            </a:r>
            <a:endParaRPr sz="1400" b="0" i="0" u="none" strike="noStrike" kern="0" cap="none" spc="0" baseline="0">
              <a:ln>
                <a:noFill/>
              </a:ln>
              <a:solidFill>
                <a:srgbClr val="FFFFFF"/>
              </a:solidFill>
              <a:latin typeface="Segoe UI Light"/>
              <a:ea typeface="Segoe UI Light"/>
              <a:cs typeface="Segoe UI Light"/>
            </a:endParaRPr>
          </a:p>
          <a:p>
            <a:pPr marL="0" marR="0" lvl="0" indent="0" defTabSz="6096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400" b="0" i="0" u="none" strike="noStrike" kern="0" cap="none" spc="0" baseline="0">
              <a:ln>
                <a:noFill/>
              </a:ln>
              <a:solidFill>
                <a:srgbClr val="FFFFFF"/>
              </a:solidFill>
              <a:latin typeface="Segoe UI Light"/>
              <a:ea typeface="Segoe UI Light"/>
              <a:cs typeface="Segoe UI Light"/>
            </a:endParaRPr>
          </a:p>
          <a:p>
            <a:pPr marL="0" marR="0" lvl="0" indent="0" defTabSz="6096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400" b="0" i="0" u="none" strike="noStrike" kern="0" cap="none" spc="0" baseline="0">
              <a:ln>
                <a:noFill/>
              </a:ln>
              <a:solidFill>
                <a:srgbClr val="FFFFFF"/>
              </a:solidFill>
              <a:latin typeface="Segoe UI Light"/>
              <a:ea typeface="Segoe UI Light"/>
              <a:cs typeface="Segoe UI Light"/>
            </a:endParaRPr>
          </a:p>
          <a:p>
            <a:pPr marL="0" marR="0" lvl="0" indent="0" defTabSz="6096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400" b="0" i="0" u="none" strike="noStrike" cap="none" spc="0" baseline="0">
                <a:ln>
                  <a:noFill/>
                </a:ln>
                <a:solidFill>
                  <a:srgbClr val="FFFFFF"/>
                </a:solidFill>
                <a:latin typeface="Segoe UI Light"/>
                <a:ea typeface="Segoe UI Light"/>
                <a:cs typeface="Segoe UI Light"/>
              </a:rPr>
              <a:t>OfficePLUS</a:t>
            </a:r>
            <a:r>
              <a:rPr sz="1400" b="0" i="0" u="none" strike="noStrike" cap="none" spc="0" baseline="0">
                <a:ln>
                  <a:noFill/>
                </a:ln>
                <a:solidFill>
                  <a:srgbClr val="FFFFFF"/>
                </a:solidFill>
                <a:latin typeface="Segoe UI Light"/>
                <a:ea typeface="Segoe UI Light"/>
                <a:cs typeface="Segoe UI Light"/>
              </a:rPr>
              <a:t>尊重知识产权并注重保护用户享有的各项权利。</a:t>
            </a:r>
            <a:endParaRPr sz="1400" b="0" i="0" u="none" strike="noStrike" kern="0" cap="none" spc="0" baseline="0">
              <a:ln>
                <a:noFill/>
              </a:ln>
              <a:solidFill>
                <a:srgbClr val="FFFFFF"/>
              </a:solidFill>
              <a:latin typeface="Segoe UI Light"/>
              <a:ea typeface="Segoe UI Light"/>
              <a:cs typeface="Segoe UI Light"/>
            </a:endParaRPr>
          </a:p>
          <a:p>
            <a:pPr marL="0" marR="0" lvl="0" indent="0" defTabSz="6096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400" b="0" i="0" u="none" strike="noStrike" cap="none" spc="0" baseline="0">
                <a:ln>
                  <a:noFill/>
                </a:ln>
                <a:solidFill>
                  <a:srgbClr val="FFFFFF"/>
                </a:solidFill>
                <a:latin typeface="Segoe UI Light"/>
                <a:ea typeface="Segoe UI Light"/>
                <a:cs typeface="Segoe UI Light"/>
              </a:rPr>
              <a:t>OfficePLUS</a:t>
            </a:r>
            <a:r>
              <a:rPr sz="1400" b="0" i="0" u="none" strike="noStrike" cap="none" spc="0" baseline="0">
                <a:ln>
                  <a:noFill/>
                </a:ln>
                <a:solidFill>
                  <a:srgbClr val="FFFFFF"/>
                </a:solidFill>
                <a:latin typeface="Segoe UI Light"/>
                <a:ea typeface="Segoe UI Light"/>
                <a:cs typeface="Segoe UI Light"/>
              </a:rPr>
              <a:t>拥有对本</a:t>
            </a:r>
            <a:r>
              <a:rPr sz="1400" b="0" i="0" u="none" strike="noStrike" cap="none" spc="0" baseline="0">
                <a:ln>
                  <a:noFill/>
                </a:ln>
                <a:solidFill>
                  <a:srgbClr val="FFFFFF"/>
                </a:solidFill>
                <a:latin typeface="Segoe UI Light"/>
                <a:ea typeface="Segoe UI Light"/>
                <a:cs typeface="Segoe UI Light"/>
              </a:rPr>
              <a:t>PPT</a:t>
            </a:r>
            <a:r>
              <a:rPr sz="1400" b="0" i="0" u="none" strike="noStrike" cap="none" spc="0" baseline="0">
                <a:ln>
                  <a:noFill/>
                </a:ln>
                <a:solidFill>
                  <a:srgbClr val="FFFFFF"/>
                </a:solidFill>
                <a:latin typeface="Segoe UI Light"/>
                <a:ea typeface="Segoe UI Light"/>
                <a:cs typeface="Segoe UI Light"/>
              </a:rPr>
              <a:t>模板进行展示、报道、宣传及用于市场活动的权利，若在比赛或商业应用过程中发生版权纠纷，其法律责任由作者本人承担。</a:t>
            </a:r>
            <a:endParaRPr sz="1400" b="0" i="0" u="none" strike="noStrike" kern="0" cap="none" spc="0" baseline="0">
              <a:ln>
                <a:noFill/>
              </a:ln>
              <a:solidFill>
                <a:srgbClr val="FFFFFF"/>
              </a:solidFill>
              <a:latin typeface="Segoe UI Light"/>
              <a:ea typeface="Segoe UI Light"/>
              <a:cs typeface="Segoe UI Light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000" b="0" i="0" u="none" strike="noStrike" cap="none" spc="0" baseline="0">
                <a:ln>
                  <a:noFill/>
                </a:ln>
                <a:solidFill>
                  <a:prstClr val="white"/>
                </a:solidFill>
                <a:latin typeface="Segoe UI Light"/>
                <a:ea typeface="Segoe UI Light"/>
                <a:cs typeface="Segoe UI Light"/>
              </a:rPr>
              <a:t>OfficePLUS</a:t>
            </a:r>
            <a:endParaRPr sz="1000" b="0" i="0" u="none" strike="noStrike" kern="0" cap="none" spc="0" baseline="0">
              <a:ln>
                <a:noFill/>
              </a:ln>
              <a:solidFill>
                <a:prstClr val="white"/>
              </a:solidFill>
              <a:latin typeface="Segoe UI Light"/>
              <a:ea typeface="Segoe UI Light"/>
              <a:cs typeface="Segoe UI Ligh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869" y="1"/>
            <a:ext cx="10849030" cy="749299"/>
          </a:xfrm>
          <a:prstGeom prst="rect">
            <a:avLst/>
          </a:prstGeom>
        </p:spPr>
        <p:txBody>
          <a:bodyPr vert="horz" lIns="0" tIns="0" rIns="0" bIns="0" anchor="b">
            <a:no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869" y="850901"/>
            <a:ext cx="10849031" cy="52832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buNone/>
            </a:pPr>
            <a:r>
              <a:t>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15" name="日期占位符 3"/>
          <p:cNvSpPr>
            <a:spLocks noGrp="1"/>
          </p:cNvSpPr>
          <p:nvPr>
            <p:ph type="dt" idx="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 vert="horz" lIns="0" tIns="45720" rIns="91440" bIns="45720" anchor="ctr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i="1" spc="300">
                <a:solidFill>
                  <a:schemeClr val="accent1"/>
                </a:solidFill>
                <a:latin typeface="+mn-ea"/>
                <a:ea typeface="+mn-ea"/>
                <a:cs typeface="+mn-ea"/>
              </a:rPr>
              <a:t>止于至善</a:t>
            </a:r>
            <a:endParaRPr spc="3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6" name="页脚占位符 4"/>
          <p:cNvSpPr>
            <a:spLocks noGrp="1"/>
          </p:cNvSpPr>
          <p:nvPr>
            <p:ph type="ftr" idx="3"/>
          </p:nvPr>
        </p:nvSpPr>
        <p:spPr>
          <a:xfrm>
            <a:off x="4622800" y="6235702"/>
            <a:ext cx="2946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400" i="0" spc="300" baseline="0">
                <a:solidFill>
                  <a:schemeClr val="accent1"/>
                </a:solidFill>
              </a:defRPr>
            </a:lvl1pPr>
          </a:lstStyle>
          <a:p>
            <a:pPr>
              <a:buNone/>
            </a:pPr>
          </a:p>
        </p:txBody>
      </p:sp>
      <p:sp>
        <p:nvSpPr>
          <p:cNvPr id="4" name="灯片编号占位符 3"/>
          <p:cNvSpPr>
            <a:spLocks noGrp="1"/>
          </p:cNvSpPr>
          <p:nvPr>
            <p:ph type="sldNum" idx="4"/>
          </p:nvPr>
        </p:nvSpPr>
        <p:spPr>
          <a:xfrm>
            <a:off x="8775700" y="6235702"/>
            <a:ext cx="2743200" cy="365125"/>
          </a:xfrm>
          <a:prstGeom prst="rect">
            <a:avLst/>
          </a:prstGeom>
        </p:spPr>
        <p:txBody>
          <a:bodyPr vert="horz" lIns="91440" tIns="45720" rIns="0" bIns="45720" anchor="ctr"/>
          <a:lstStyle>
            <a:lvl1pPr algn="r">
              <a:buNone/>
              <a:defRPr sz="14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C79ECAFE-A460-4E13-ABCB-32CAE6136244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 ftr="0"/>
  <p:txStyles>
    <p:titleStyle>
      <a:lvl1pPr algn="l" defTabSz="914400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130000"/>
        </a:lnSpc>
        <a:spcBef>
          <a:spcPts val="1000"/>
        </a:spcBef>
        <a:buFont typeface="Arial" panose="020B0604020202090204"/>
        <a:buChar char="•"/>
        <a:defRPr sz="2000" b="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130000"/>
        </a:lnSpc>
        <a:spcBef>
          <a:spcPts val="500"/>
        </a:spcBef>
        <a:buFont typeface="Arial" panose="020B0604020202090204"/>
        <a:buChar char="•"/>
        <a:defRPr sz="1800" b="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130000"/>
        </a:lnSpc>
        <a:spcBef>
          <a:spcPts val="500"/>
        </a:spcBef>
        <a:buFont typeface="Arial" panose="020B0604020202090204"/>
        <a:buChar char="•"/>
        <a:defRPr sz="1600" b="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130000"/>
        </a:lnSpc>
        <a:spcBef>
          <a:spcPts val="500"/>
        </a:spcBef>
        <a:buFont typeface="Arial" panose="020B0604020202090204"/>
        <a:buChar char="•"/>
        <a:defRPr sz="1400" b="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130000"/>
        </a:lnSpc>
        <a:spcBef>
          <a:spcPts val="500"/>
        </a:spcBef>
        <a:buFont typeface="Arial" panose="020B0604020202090204"/>
        <a:buChar char="•"/>
        <a:defRPr sz="1400" b="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9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9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4.png"/><Relationship Id="rId1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4.png"/><Relationship Id="rId1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idx="10"/>
          </p:nvPr>
        </p:nvSpPr>
        <p:spPr>
          <a:xfrm>
            <a:off x="666750" y="2533650"/>
            <a:ext cx="4381500" cy="1447800"/>
          </a:xfrm>
        </p:spPr>
        <p:txBody>
          <a:bodyPr wrap="none" lIns="0" tIns="0" rIns="0" bIns="0">
            <a:noAutofit/>
          </a:bodyPr>
          <a:lstStyle>
            <a:defPPr>
              <a:defRPr sz="450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450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pPr>
            <a:r>
              <a:rPr sz="450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rPr>
              <a:t>三角函数</a:t>
            </a:r>
            <a:endParaRPr sz="4500" b="1">
              <a:solidFill>
                <a:srgbClr val="445437"/>
              </a:solidFill>
              <a:latin typeface="微软雅黑"/>
              <a:ea typeface="微软雅黑"/>
              <a:cs typeface="微软雅黑"/>
            </a:endParaRPr>
          </a:p>
          <a:p>
            <a:pPr>
              <a:defRPr sz="450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pPr>
            <a:r>
              <a:rPr sz="450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rPr>
              <a:t>最值问题</a:t>
            </a:r>
            <a:endParaRPr sz="4500" b="1">
              <a:solidFill>
                <a:srgbClr val="44543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1"/>
          </p:nvPr>
        </p:nvSpPr>
        <p:spPr>
          <a:xfrm>
            <a:off x="666750" y="1924050"/>
            <a:ext cx="4381500" cy="523875"/>
          </a:xfrm>
        </p:spPr>
        <p:txBody>
          <a:bodyPr wrap="none" lIns="0" tIns="0" rIns="0" bIns="0">
            <a:noAutofit/>
          </a:bodyPr>
          <a:lstStyle>
            <a:defPPr>
              <a:defRPr sz="2700" b="0">
                <a:solidFill>
                  <a:srgbClr val="22282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700" b="0">
                <a:solidFill>
                  <a:srgbClr val="22282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0">
                <a:solidFill>
                  <a:srgbClr val="222820"/>
                </a:solidFill>
                <a:latin typeface="微软雅黑"/>
                <a:ea typeface="微软雅黑"/>
                <a:cs typeface="微软雅黑"/>
              </a:rPr>
              <a:t>2025 年高考数学</a:t>
            </a:r>
            <a:endParaRPr sz="2700" b="0">
              <a:solidFill>
                <a:srgbClr val="22282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2"/>
          </p:nvPr>
        </p:nvSpPr>
        <p:spPr>
          <a:xfrm>
            <a:off x="666750" y="4095750"/>
            <a:ext cx="4191000" cy="381000"/>
          </a:xfrm>
        </p:spPr>
        <p:txBody>
          <a:bodyPr wrap="none" lIns="0" tIns="0" rIns="0" bIns="0">
            <a:noAutofit/>
          </a:bodyPr>
          <a:lstStyle>
            <a:defPPr>
              <a:defRPr sz="1950" b="0">
                <a:solidFill>
                  <a:srgbClr val="65705D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950" b="0">
                <a:solidFill>
                  <a:srgbClr val="65705D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65705D"/>
                </a:solidFill>
                <a:latin typeface="微软雅黑"/>
                <a:ea typeface="微软雅黑"/>
                <a:cs typeface="微软雅黑"/>
              </a:rPr>
              <a:t>新课标 I 卷  第 19 题</a:t>
            </a:r>
            <a:endParaRPr sz="1950" b="0">
              <a:solidFill>
                <a:srgbClr val="65705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r>
              <a:rPr i="1" spc="300">
                <a:solidFill>
                  <a:schemeClr val="accent1"/>
                </a:solidFill>
                <a:latin typeface="+mn-ea"/>
                <a:ea typeface="+mn-ea"/>
                <a:cs typeface="+mn-ea"/>
              </a:rPr>
              <a:t>止于至善</a:t>
            </a:r>
            <a:endParaRPr spc="3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66750" y="4495800"/>
            <a:ext cx="4191000" cy="377190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>
            <a:defPPr>
              <a:defRPr sz="1875" b="0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75" b="0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 i="0" u="none" strike="noStrike" cap="none" spc="0" baseline="0">
                <a:ln>
                  <a:noFill/>
                </a:ln>
                <a:solidFill>
                  <a:srgbClr val="445437"/>
                </a:solidFill>
                <a:latin typeface="微软雅黑"/>
                <a:ea typeface="微软雅黑"/>
                <a:cs typeface="微软雅黑"/>
              </a:rPr>
              <a:t>完整推导与代码验证</a:t>
            </a:r>
            <a:endParaRPr sz="2000" i="0" u="none" strike="noStrike" kern="1200" cap="none" spc="0" baseline="0">
              <a:ln>
                <a:noFill/>
              </a:ln>
              <a:solidFill>
                <a:schemeClr val="accent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333750" y="4524375"/>
            <a:ext cx="1714500" cy="396240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>
            <a:defPPr>
              <a:defRPr sz="1800" b="0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000" i="0" u="none" strike="noStrike" kern="1200" cap="none" spc="0" baseline="0">
              <a:ln>
                <a:noFill/>
              </a:ln>
              <a:solidFill>
                <a:schemeClr val="accent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66750" y="5000625"/>
            <a:ext cx="4286250" cy="365760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>
            <a:defPPr>
              <a:defRPr sz="1800" b="0">
                <a:solidFill>
                  <a:srgbClr val="65705D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0">
                <a:solidFill>
                  <a:srgbClr val="65705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 i="0" u="none" strike="noStrike" cap="none" spc="0" baseline="0">
                <a:ln>
                  <a:noFill/>
                </a:ln>
                <a:solidFill>
                  <a:srgbClr val="65705D"/>
                </a:solidFill>
                <a:latin typeface="微软雅黑"/>
                <a:ea typeface="微软雅黑"/>
                <a:cs typeface="微软雅黑"/>
              </a:rPr>
              <a:t>AI 辅助数学解题汇报</a:t>
            </a:r>
            <a:endParaRPr sz="2000" i="0" u="none" strike="noStrike" kern="1200" cap="none" spc="0" baseline="0">
              <a:ln>
                <a:noFill/>
              </a:ln>
              <a:solidFill>
                <a:schemeClr val="accent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占位符 6"/>
          <p:cNvSpPr>
            <a:spLocks noGrp="1"/>
          </p:cNvSpPr>
          <p:nvPr>
            <p:ph type="body" idx="11"/>
          </p:nvPr>
        </p:nvSpPr>
        <p:spPr>
          <a:xfrm>
            <a:off x="1216914" y="347282"/>
            <a:ext cx="8620125" cy="402336"/>
          </a:xfrm>
        </p:spPr>
        <p:txBody>
          <a:bodyPr lIns="0" tIns="0" rIns="0" bIns="0">
            <a:noAutofit/>
          </a:bodyPr>
          <a:lstStyle>
            <a:defPPr>
              <a:defRPr sz="200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00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rPr>
              <a:t>原题与来源</a:t>
            </a:r>
            <a:endParaRPr sz="2000" b="1">
              <a:solidFill>
                <a:srgbClr val="44543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idx="12"/>
          </p:nvPr>
        </p:nvSpPr>
        <p:spPr>
          <a:xfrm>
            <a:off x="660400" y="6235702"/>
            <a:ext cx="3342640" cy="365125"/>
          </a:xfrm>
        </p:spPr>
        <p:txBody>
          <a:bodyPr/>
          <a:lstStyle/>
          <a:p>
            <a:r>
              <a:rPr i="1" spc="300">
                <a:solidFill>
                  <a:schemeClr val="accent1"/>
                </a:solidFill>
                <a:latin typeface="+mn-ea"/>
                <a:ea typeface="+mn-ea"/>
                <a:cs typeface="+mn-ea"/>
              </a:rPr>
              <a:t>止于至善</a:t>
            </a:r>
            <a:endParaRPr spc="30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1">
            <a:alphaModFix amt="5000"/>
          </a:blip>
          <a:srcRect/>
          <a:stretch>
            <a:fillRect/>
          </a:stretch>
        </p:blipFill>
        <p:spPr>
          <a:xfrm>
            <a:off x="6567358" y="1162785"/>
            <a:ext cx="4964242" cy="4964230"/>
          </a:xfrm>
        </p:spPr>
      </p:pic>
      <p:sp>
        <p:nvSpPr>
          <p:cNvPr id="2" name="灯片编号占位符 1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E2598689-54C9-18A7-3A19-ED76AA08988F}" type="slidenum">
              <a:rPr/>
            </a:fld>
            <a:endParaRPr/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857250" y="1219200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250" b="0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250" b="0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445437"/>
                </a:solidFill>
                <a:latin typeface="微软雅黑"/>
                <a:ea typeface="微软雅黑"/>
                <a:cs typeface="微软雅黑"/>
              </a:rPr>
              <a:t>2025 年高考新课标 I 卷数学第 19 题（17 分）</a:t>
            </a:r>
            <a:endParaRPr sz="2250" b="0">
              <a:solidFill>
                <a:srgbClr val="445437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2179486"/>
            <a:ext cx="10763250" cy="3032429"/>
          </a:xfrm>
          <a:prstGeom prst="rect">
            <a:avLst/>
          </a:prstGeom>
        </p:spPr>
      </p:pic>
      <p:sp>
        <p:nvSpPr>
          <p:cNvPr id="36" name="矩形 35"/>
          <p:cNvSpPr>
            <a:spLocks noGrp="1"/>
          </p:cNvSpPr>
          <p:nvPr/>
        </p:nvSpPr>
        <p:spPr>
          <a:xfrm>
            <a:off x="857250" y="56102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500" b="0">
                <a:solidFill>
                  <a:srgbClr val="65705D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500" b="0">
                <a:solidFill>
                  <a:srgbClr val="65705D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5705D"/>
                </a:solidFill>
                <a:latin typeface="微软雅黑"/>
                <a:ea typeface="微软雅黑"/>
                <a:cs typeface="微软雅黑"/>
              </a:rPr>
              <a:t>题目原文以所附截图为准。公开试卷链接见末页与提交包。</a:t>
            </a:r>
            <a:endParaRPr sz="1500" b="0">
              <a:solidFill>
                <a:srgbClr val="65705D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占位符 6"/>
          <p:cNvSpPr>
            <a:spLocks noGrp="1"/>
          </p:cNvSpPr>
          <p:nvPr>
            <p:ph type="body" idx="11"/>
          </p:nvPr>
        </p:nvSpPr>
        <p:spPr>
          <a:xfrm>
            <a:off x="1216914" y="347282"/>
            <a:ext cx="8620125" cy="402336"/>
          </a:xfrm>
        </p:spPr>
        <p:txBody>
          <a:bodyPr lIns="0" tIns="0" rIns="0" bIns="0">
            <a:noAutofit/>
          </a:bodyPr>
          <a:lstStyle>
            <a:defPPr>
              <a:defRPr sz="200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00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rPr>
              <a:t>三问的关系</a:t>
            </a:r>
            <a:endParaRPr sz="2000" b="1">
              <a:solidFill>
                <a:srgbClr val="44543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idx="12"/>
          </p:nvPr>
        </p:nvSpPr>
        <p:spPr>
          <a:xfrm>
            <a:off x="660400" y="6235702"/>
            <a:ext cx="3342640" cy="365125"/>
          </a:xfrm>
        </p:spPr>
        <p:txBody>
          <a:bodyPr/>
          <a:lstStyle/>
          <a:p>
            <a:r>
              <a:rPr i="1" spc="300">
                <a:solidFill>
                  <a:schemeClr val="accent1"/>
                </a:solidFill>
                <a:latin typeface="+mn-ea"/>
                <a:ea typeface="+mn-ea"/>
                <a:cs typeface="+mn-ea"/>
              </a:rPr>
              <a:t>止于至善</a:t>
            </a:r>
            <a:endParaRPr spc="30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1">
            <a:alphaModFix amt="5000"/>
          </a:blip>
          <a:srcRect/>
          <a:stretch>
            <a:fillRect/>
          </a:stretch>
        </p:blipFill>
        <p:spPr>
          <a:xfrm>
            <a:off x="6567358" y="1162785"/>
            <a:ext cx="4964242" cy="4964230"/>
          </a:xfrm>
        </p:spPr>
      </p:pic>
      <p:sp>
        <p:nvSpPr>
          <p:cNvPr id="2" name="灯片编号占位符 1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202359C0-8A7A-196E-DD58-8E6569619F09}" type="slidenum">
              <a:rPr/>
            </a:fld>
            <a:endParaRPr/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857250" y="128587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250" b="0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250" b="0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445437"/>
                </a:solidFill>
                <a:latin typeface="微软雅黑"/>
                <a:ea typeface="微软雅黑"/>
                <a:cs typeface="微软雅黑"/>
              </a:rPr>
              <a:t>第一问：在给定区间内寻找最大值</a:t>
            </a:r>
            <a:endParaRPr sz="2250" b="0">
              <a:solidFill>
                <a:srgbClr val="44543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57250" y="1809750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00" b="0">
                <a:solidFill>
                  <a:srgbClr val="22282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800" b="0">
                <a:solidFill>
                  <a:srgbClr val="22282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22820"/>
                </a:solidFill>
                <a:latin typeface="微软雅黑"/>
                <a:ea typeface="微软雅黑"/>
                <a:cs typeface="微软雅黑"/>
              </a:rPr>
              <a:t>对 f(x) 求导，得到 x＝π/6 时最大值为 3√3。</a:t>
            </a:r>
            <a:endParaRPr sz="1800" b="0">
              <a:solidFill>
                <a:srgbClr val="22282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57250" y="2762250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250" b="0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250" b="0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445437"/>
                </a:solidFill>
                <a:latin typeface="微软雅黑"/>
                <a:ea typeface="微软雅黑"/>
                <a:cs typeface="微软雅黑"/>
              </a:rPr>
              <a:t>第二问：保证任意位置的区间内存在所需点</a:t>
            </a:r>
            <a:endParaRPr sz="2250" b="0">
              <a:solidFill>
                <a:srgbClr val="44543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857250" y="32861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00" b="0">
                <a:solidFill>
                  <a:srgbClr val="22282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800" b="0">
                <a:solidFill>
                  <a:srgbClr val="22282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22820"/>
                </a:solidFill>
                <a:latin typeface="微软雅黑"/>
                <a:ea typeface="微软雅黑"/>
                <a:cs typeface="微软雅黑"/>
              </a:rPr>
              <a:t>刻画 cos y＞cos θ 的区间，利用区间长度证明存在性。</a:t>
            </a:r>
            <a:endParaRPr sz="1800" b="0">
              <a:solidFill>
                <a:srgbClr val="22282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857250" y="42386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250" b="0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250" b="0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445437"/>
                </a:solidFill>
                <a:latin typeface="微软雅黑"/>
                <a:ea typeface="微软雅黑"/>
                <a:cs typeface="微软雅黑"/>
              </a:rPr>
              <a:t>第三问：在全部相位中寻找最小的全局上界</a:t>
            </a:r>
            <a:endParaRPr sz="2250" b="0">
              <a:solidFill>
                <a:srgbClr val="44543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857250" y="4762500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00" b="0">
                <a:solidFill>
                  <a:srgbClr val="22282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800" b="0">
                <a:solidFill>
                  <a:srgbClr val="22282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22820"/>
                </a:solidFill>
                <a:latin typeface="微软雅黑"/>
                <a:ea typeface="微软雅黑"/>
                <a:cs typeface="微软雅黑"/>
              </a:rPr>
              <a:t>先对任意 φ 建立下界，再用 φ＝0 证明下界可以达到。</a:t>
            </a:r>
            <a:endParaRPr sz="1800" b="0">
              <a:solidFill>
                <a:srgbClr val="22282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857250" y="5562600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725" b="0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725" b="0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445437"/>
                </a:solidFill>
                <a:latin typeface="微软雅黑"/>
                <a:ea typeface="微软雅黑"/>
                <a:cs typeface="微软雅黑"/>
              </a:rPr>
              <a:t>关键选择：θ＝5π/6，使代换后的 x 落在 [−π/6, π/6]。</a:t>
            </a:r>
            <a:endParaRPr sz="1725" b="0">
              <a:solidFill>
                <a:srgbClr val="445437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占位符 6"/>
          <p:cNvSpPr>
            <a:spLocks noGrp="1"/>
          </p:cNvSpPr>
          <p:nvPr>
            <p:ph type="body" idx="11"/>
          </p:nvPr>
        </p:nvSpPr>
        <p:spPr>
          <a:xfrm>
            <a:off x="1216914" y="347282"/>
            <a:ext cx="8620125" cy="402336"/>
          </a:xfrm>
        </p:spPr>
        <p:txBody>
          <a:bodyPr lIns="0" tIns="0" rIns="0" bIns="0">
            <a:noAutofit/>
          </a:bodyPr>
          <a:lstStyle>
            <a:defPPr>
              <a:defRPr sz="200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00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rPr>
              <a:t>第一问：导数确定区间最大值</a:t>
            </a:r>
            <a:endParaRPr sz="2000" b="1">
              <a:solidFill>
                <a:srgbClr val="44543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idx="12"/>
          </p:nvPr>
        </p:nvSpPr>
        <p:spPr>
          <a:xfrm>
            <a:off x="660400" y="6235702"/>
            <a:ext cx="3342640" cy="365125"/>
          </a:xfrm>
        </p:spPr>
        <p:txBody>
          <a:bodyPr/>
          <a:lstStyle/>
          <a:p>
            <a:r>
              <a:rPr i="1" spc="300">
                <a:solidFill>
                  <a:schemeClr val="accent1"/>
                </a:solidFill>
                <a:latin typeface="+mn-ea"/>
                <a:ea typeface="+mn-ea"/>
                <a:cs typeface="+mn-ea"/>
              </a:rPr>
              <a:t>止于至善</a:t>
            </a:r>
            <a:endParaRPr spc="30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2">
            <a:alphaModFix amt="5000"/>
          </a:blip>
          <a:srcRect/>
          <a:stretch>
            <a:fillRect/>
          </a:stretch>
        </p:blipFill>
        <p:spPr>
          <a:xfrm>
            <a:off x="6567358" y="1162785"/>
            <a:ext cx="4964242" cy="4964230"/>
          </a:xfrm>
        </p:spPr>
      </p:pic>
      <p:sp>
        <p:nvSpPr>
          <p:cNvPr id="2" name="灯片编号占位符 1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EFD6AB9A-5F9E-5F59-51AB-3C8734130965}" type="slidenum">
              <a:rPr/>
            </a:fld>
            <a:endParaRPr/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809625" y="1314450"/>
            <a:ext cx="5762625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175" b="1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75" b="1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445437"/>
                </a:solidFill>
                <a:latin typeface="微软雅黑"/>
                <a:ea typeface="微软雅黑"/>
                <a:cs typeface="微软雅黑"/>
              </a:rPr>
              <a:t>f′(x)＝−5sin x＋5sin 5x</a:t>
            </a:r>
            <a:endParaRPr sz="2175" b="1">
              <a:solidFill>
                <a:srgbClr val="44543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09625" y="1809750"/>
            <a:ext cx="5762625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175" b="1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75" b="1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445437"/>
                </a:solidFill>
                <a:latin typeface="微软雅黑"/>
                <a:ea typeface="微软雅黑"/>
                <a:cs typeface="微软雅黑"/>
              </a:rPr>
              <a:t>       ＝10cos 3x sin 2x</a:t>
            </a:r>
            <a:endParaRPr sz="2175" b="1">
              <a:solidFill>
                <a:srgbClr val="44543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09625" y="2590800"/>
            <a:ext cx="54292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00" b="0">
                <a:solidFill>
                  <a:srgbClr val="22282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800" b="0">
                <a:solidFill>
                  <a:srgbClr val="22282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22820"/>
                </a:solidFill>
                <a:latin typeface="微软雅黑"/>
                <a:ea typeface="微软雅黑"/>
                <a:cs typeface="微软雅黑"/>
              </a:rPr>
              <a:t>在 (0, π/4) 内，sin 2x＞0。</a:t>
            </a:r>
            <a:endParaRPr sz="1800" b="0">
              <a:solidFill>
                <a:srgbClr val="22282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809625" y="3133725"/>
            <a:ext cx="54292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00" b="0">
                <a:solidFill>
                  <a:srgbClr val="22282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800" b="0">
                <a:solidFill>
                  <a:srgbClr val="22282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22820"/>
                </a:solidFill>
                <a:latin typeface="微软雅黑"/>
                <a:ea typeface="微软雅黑"/>
                <a:cs typeface="微软雅黑"/>
              </a:rPr>
              <a:t>0＜x＜π/6 时，f′(x)＞0。</a:t>
            </a:r>
            <a:endParaRPr sz="1800" b="0">
              <a:solidFill>
                <a:srgbClr val="22282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809625" y="3676650"/>
            <a:ext cx="56197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00" b="0">
                <a:solidFill>
                  <a:srgbClr val="22282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800" b="0">
                <a:solidFill>
                  <a:srgbClr val="22282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22820"/>
                </a:solidFill>
                <a:latin typeface="微软雅黑"/>
                <a:ea typeface="微软雅黑"/>
                <a:cs typeface="微软雅黑"/>
              </a:rPr>
              <a:t>π/6＜x＜π/4 时，f′(x)＜0。</a:t>
            </a:r>
            <a:endParaRPr sz="1800" b="0">
              <a:solidFill>
                <a:srgbClr val="22282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809625" y="4314825"/>
            <a:ext cx="54292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950" b="0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950" b="0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445437"/>
                </a:solidFill>
                <a:latin typeface="微软雅黑"/>
                <a:ea typeface="微软雅黑"/>
                <a:cs typeface="微软雅黑"/>
              </a:rPr>
              <a:t>所以 f(x) 先增后减。</a:t>
            </a:r>
            <a:endParaRPr sz="1950" b="0">
              <a:solidFill>
                <a:srgbClr val="44543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809625" y="4991100"/>
            <a:ext cx="590550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55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55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rPr>
              <a:t>max f(x)＝f(π/6)＝3√3</a:t>
            </a:r>
            <a:endParaRPr sz="2550" b="1">
              <a:solidFill>
                <a:srgbClr val="445437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41" name="Chart"/>
          <p:cNvGraphicFramePr/>
          <p:nvPr/>
        </p:nvGraphicFramePr>
        <p:xfrm>
          <a:off x="6800850" y="1504950"/>
          <a:ext cx="4476750" cy="3695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2" name="矩形 41"/>
          <p:cNvSpPr>
            <a:spLocks noGrp="1"/>
          </p:cNvSpPr>
          <p:nvPr/>
        </p:nvSpPr>
        <p:spPr>
          <a:xfrm>
            <a:off x="6800850" y="5381625"/>
            <a:ext cx="45720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500" b="0">
                <a:solidFill>
                  <a:srgbClr val="65705D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500" b="0">
                <a:solidFill>
                  <a:srgbClr val="65705D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5705D"/>
                </a:solidFill>
                <a:latin typeface="微软雅黑"/>
                <a:ea typeface="微软雅黑"/>
                <a:cs typeface="微软雅黑"/>
              </a:rPr>
              <a:t>端点：f(0)＝4，f(π/4)＝3√2</a:t>
            </a:r>
            <a:endParaRPr sz="1500" b="0">
              <a:solidFill>
                <a:srgbClr val="65705D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占位符 6"/>
          <p:cNvSpPr>
            <a:spLocks noGrp="1"/>
          </p:cNvSpPr>
          <p:nvPr>
            <p:ph type="body" idx="11"/>
          </p:nvPr>
        </p:nvSpPr>
        <p:spPr>
          <a:xfrm>
            <a:off x="1216914" y="347282"/>
            <a:ext cx="8620125" cy="402336"/>
          </a:xfrm>
        </p:spPr>
        <p:txBody>
          <a:bodyPr lIns="0" tIns="0" rIns="0" bIns="0">
            <a:noAutofit/>
          </a:bodyPr>
          <a:lstStyle>
            <a:defPPr>
              <a:defRPr sz="200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00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rPr>
              <a:t>第二问：等长闭区间不能落入开区间</a:t>
            </a:r>
            <a:endParaRPr sz="2000" b="1">
              <a:solidFill>
                <a:srgbClr val="44543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idx="12"/>
          </p:nvPr>
        </p:nvSpPr>
        <p:spPr>
          <a:xfrm>
            <a:off x="660400" y="6235702"/>
            <a:ext cx="3342640" cy="365125"/>
          </a:xfrm>
        </p:spPr>
        <p:txBody>
          <a:bodyPr/>
          <a:lstStyle/>
          <a:p>
            <a:r>
              <a:rPr i="1" spc="300">
                <a:solidFill>
                  <a:schemeClr val="accent1"/>
                </a:solidFill>
                <a:latin typeface="+mn-ea"/>
                <a:ea typeface="+mn-ea"/>
                <a:cs typeface="+mn-ea"/>
              </a:rPr>
              <a:t>止于至善</a:t>
            </a:r>
            <a:endParaRPr spc="30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1">
            <a:alphaModFix amt="5000"/>
          </a:blip>
          <a:srcRect/>
          <a:stretch>
            <a:fillRect/>
          </a:stretch>
        </p:blipFill>
        <p:spPr>
          <a:xfrm>
            <a:off x="6567358" y="1162785"/>
            <a:ext cx="4964242" cy="4964230"/>
          </a:xfrm>
        </p:spPr>
      </p:pic>
      <p:sp>
        <p:nvSpPr>
          <p:cNvPr id="2" name="灯片编号占位符 1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EE5B3003-2C54-13C6-9832-7637201064DE}" type="slidenum">
              <a:rPr/>
            </a:fld>
            <a:endParaRPr/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857250" y="13049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950" b="0">
                <a:solidFill>
                  <a:srgbClr val="22282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950" b="0">
                <a:solidFill>
                  <a:srgbClr val="22282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222820"/>
                </a:solidFill>
                <a:latin typeface="微软雅黑"/>
                <a:ea typeface="微软雅黑"/>
                <a:cs typeface="微软雅黑"/>
              </a:rPr>
              <a:t>因为 0＜θ＜π，余弦函数满足</a:t>
            </a:r>
            <a:endParaRPr sz="1950" b="0">
              <a:solidFill>
                <a:srgbClr val="22282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952500" y="1971675"/>
            <a:ext cx="1038225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25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25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rPr>
              <a:t>cos y＞cos θ  ⇔  y∈(2kπ−θ, 2kπ＋θ)，k∈Z</a:t>
            </a:r>
            <a:endParaRPr sz="2250" b="1">
              <a:solidFill>
                <a:srgbClr val="44543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57250" y="284797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00" b="0">
                <a:solidFill>
                  <a:srgbClr val="22282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800" b="0">
                <a:solidFill>
                  <a:srgbClr val="22282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22820"/>
                </a:solidFill>
                <a:latin typeface="微软雅黑"/>
                <a:ea typeface="微软雅黑"/>
                <a:cs typeface="微软雅黑"/>
              </a:rPr>
              <a:t>反设对每个 y∈[a−θ, a＋θ]，都有 cos y＞cos θ。</a:t>
            </a:r>
            <a:endParaRPr sz="1800" b="0">
              <a:solidFill>
                <a:srgbClr val="22282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857250" y="338137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00" b="0">
                <a:solidFill>
                  <a:srgbClr val="22282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800" b="0">
                <a:solidFill>
                  <a:srgbClr val="22282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22820"/>
                </a:solidFill>
                <a:latin typeface="微软雅黑"/>
                <a:ea typeface="微软雅黑"/>
                <a:cs typeface="微软雅黑"/>
              </a:rPr>
              <a:t>这些开区间彼此分离，连续区间 [a−θ, a＋θ]</a:t>
            </a:r>
            <a:endParaRPr sz="1800" b="0">
              <a:solidFill>
                <a:srgbClr val="22282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857250" y="3810000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00" b="0">
                <a:solidFill>
                  <a:srgbClr val="22282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800" b="0">
                <a:solidFill>
                  <a:srgbClr val="22282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22820"/>
                </a:solidFill>
                <a:latin typeface="微软雅黑"/>
                <a:ea typeface="微软雅黑"/>
                <a:cs typeface="微软雅黑"/>
              </a:rPr>
              <a:t>只能完整地落在其中某一个开区间内。于是</a:t>
            </a:r>
            <a:endParaRPr sz="1800" b="0">
              <a:solidFill>
                <a:srgbClr val="22282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952500" y="4400550"/>
            <a:ext cx="1038225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25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25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rPr>
              <a:t>a−θ＞2kπ−θ，且 a＋θ＜2kπ＋θ</a:t>
            </a:r>
            <a:endParaRPr sz="2250" b="1">
              <a:solidFill>
                <a:srgbClr val="44543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857250" y="524827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75" b="0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875" b="0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445437"/>
                </a:solidFill>
                <a:latin typeface="微软雅黑"/>
                <a:ea typeface="微软雅黑"/>
                <a:cs typeface="微软雅黑"/>
              </a:rPr>
              <a:t>即 a＞2kπ 且 a＜2kπ，矛盾。因此所求 y 必然存在。</a:t>
            </a:r>
            <a:endParaRPr sz="1875" b="0">
              <a:solidFill>
                <a:srgbClr val="445437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占位符 6"/>
          <p:cNvSpPr>
            <a:spLocks noGrp="1"/>
          </p:cNvSpPr>
          <p:nvPr>
            <p:ph type="body" idx="11"/>
          </p:nvPr>
        </p:nvSpPr>
        <p:spPr>
          <a:xfrm>
            <a:off x="1216914" y="347282"/>
            <a:ext cx="8620125" cy="402336"/>
          </a:xfrm>
        </p:spPr>
        <p:txBody>
          <a:bodyPr lIns="0" tIns="0" rIns="0" bIns="0">
            <a:noAutofit/>
          </a:bodyPr>
          <a:lstStyle>
            <a:defPPr>
              <a:defRPr sz="200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00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rPr>
              <a:t>第二问的构造法：代码如何找到 y</a:t>
            </a:r>
            <a:endParaRPr sz="2000" b="1">
              <a:solidFill>
                <a:srgbClr val="44543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idx="12"/>
          </p:nvPr>
        </p:nvSpPr>
        <p:spPr>
          <a:xfrm>
            <a:off x="660400" y="6235702"/>
            <a:ext cx="3342640" cy="365125"/>
          </a:xfrm>
        </p:spPr>
        <p:txBody>
          <a:bodyPr/>
          <a:lstStyle/>
          <a:p>
            <a:r>
              <a:rPr i="1" spc="300">
                <a:solidFill>
                  <a:schemeClr val="accent1"/>
                </a:solidFill>
                <a:latin typeface="+mn-ea"/>
                <a:ea typeface="+mn-ea"/>
                <a:cs typeface="+mn-ea"/>
              </a:rPr>
              <a:t>止于至善</a:t>
            </a:r>
            <a:endParaRPr spc="30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1">
            <a:alphaModFix amt="5000"/>
          </a:blip>
          <a:srcRect/>
          <a:stretch>
            <a:fillRect/>
          </a:stretch>
        </p:blipFill>
        <p:spPr>
          <a:xfrm>
            <a:off x="6567358" y="1162785"/>
            <a:ext cx="4964242" cy="4964230"/>
          </a:xfrm>
        </p:spPr>
      </p:pic>
      <p:sp>
        <p:nvSpPr>
          <p:cNvPr id="2" name="灯片编号占位符 1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8C630A04-5A25-9E0C-9436-126091DB86B3}" type="slidenum">
              <a:rPr/>
            </a:fld>
            <a:endParaRPr/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857250" y="13049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100" b="0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0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445437"/>
                </a:solidFill>
                <a:latin typeface="微软雅黑"/>
                <a:ea typeface="微软雅黑"/>
                <a:cs typeface="微软雅黑"/>
              </a:rPr>
              <a:t>先取整数 k，使 t＝a−2kπ∈[−π, π)。</a:t>
            </a:r>
            <a:endParaRPr sz="2100" b="0">
              <a:solidFill>
                <a:srgbClr val="44543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57250" y="21812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100" b="0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0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445437"/>
                </a:solidFill>
                <a:latin typeface="微软雅黑"/>
                <a:ea typeface="微软雅黑"/>
                <a:cs typeface="微软雅黑"/>
              </a:rPr>
              <a:t>若 |t|≥θ，取 y＝a。</a:t>
            </a:r>
            <a:endParaRPr sz="2100" b="0">
              <a:solidFill>
                <a:srgbClr val="44543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57250" y="2686050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00" b="0">
                <a:solidFill>
                  <a:srgbClr val="22282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800" b="0">
                <a:solidFill>
                  <a:srgbClr val="22282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22820"/>
                </a:solidFill>
                <a:latin typeface="微软雅黑"/>
                <a:ea typeface="微软雅黑"/>
                <a:cs typeface="微软雅黑"/>
              </a:rPr>
              <a:t>此时 cos y＝cos|t|≤cos θ，且 y 自然在原区间内。</a:t>
            </a:r>
            <a:endParaRPr sz="1800" b="0">
              <a:solidFill>
                <a:srgbClr val="22282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857250" y="3562350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100" b="0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0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445437"/>
                </a:solidFill>
                <a:latin typeface="微软雅黑"/>
                <a:ea typeface="微软雅黑"/>
                <a:cs typeface="微软雅黑"/>
              </a:rPr>
              <a:t>若 |t|＜θ，取离 a 最近的边界点。</a:t>
            </a:r>
            <a:endParaRPr sz="2100" b="0">
              <a:solidFill>
                <a:srgbClr val="44543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952500" y="4105275"/>
            <a:ext cx="1038225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175" b="1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75" b="1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445437"/>
                </a:solidFill>
                <a:latin typeface="微软雅黑"/>
                <a:ea typeface="微软雅黑"/>
                <a:cs typeface="微软雅黑"/>
              </a:rPr>
              <a:t>t≥0：y＝2kπ＋θ        t＜0：y＝2kπ−θ</a:t>
            </a:r>
            <a:endParaRPr sz="2175" b="1">
              <a:solidFill>
                <a:srgbClr val="44543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857250" y="4895850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00" b="0">
                <a:solidFill>
                  <a:srgbClr val="22282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800" b="0">
                <a:solidFill>
                  <a:srgbClr val="22282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22820"/>
                </a:solidFill>
                <a:latin typeface="微软雅黑"/>
                <a:ea typeface="微软雅黑"/>
                <a:cs typeface="微软雅黑"/>
              </a:rPr>
              <a:t>此时 |y−a|＝θ−|t|≤θ，且 cos y＝cos θ。</a:t>
            </a:r>
            <a:endParaRPr sz="1800" b="0">
              <a:solidFill>
                <a:srgbClr val="22282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857250" y="562927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725" b="0">
                <a:solidFill>
                  <a:srgbClr val="65705D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725" b="0">
                <a:solidFill>
                  <a:srgbClr val="65705D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65705D"/>
                </a:solidFill>
                <a:latin typeface="微软雅黑"/>
                <a:ea typeface="微软雅黑"/>
                <a:cs typeface="微软雅黑"/>
              </a:rPr>
              <a:t>该构造覆盖任意实数 a，也适用于 θ＞π/2。</a:t>
            </a:r>
            <a:endParaRPr sz="1725" b="0">
              <a:solidFill>
                <a:srgbClr val="65705D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占位符 6"/>
          <p:cNvSpPr>
            <a:spLocks noGrp="1"/>
          </p:cNvSpPr>
          <p:nvPr>
            <p:ph type="body" idx="11"/>
          </p:nvPr>
        </p:nvSpPr>
        <p:spPr>
          <a:xfrm>
            <a:off x="1216914" y="347282"/>
            <a:ext cx="8620125" cy="402336"/>
          </a:xfrm>
        </p:spPr>
        <p:txBody>
          <a:bodyPr lIns="0" tIns="0" rIns="0" bIns="0">
            <a:noAutofit/>
          </a:bodyPr>
          <a:lstStyle>
            <a:defPPr>
              <a:defRPr sz="200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00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rPr>
              <a:t>第三问：最小上界的量词</a:t>
            </a:r>
            <a:endParaRPr sz="2000" b="1">
              <a:solidFill>
                <a:srgbClr val="44543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idx="12"/>
          </p:nvPr>
        </p:nvSpPr>
        <p:spPr>
          <a:xfrm>
            <a:off x="660400" y="6235702"/>
            <a:ext cx="3342640" cy="365125"/>
          </a:xfrm>
        </p:spPr>
        <p:txBody>
          <a:bodyPr/>
          <a:lstStyle/>
          <a:p>
            <a:r>
              <a:rPr i="1" spc="300">
                <a:solidFill>
                  <a:schemeClr val="accent1"/>
                </a:solidFill>
                <a:latin typeface="+mn-ea"/>
                <a:ea typeface="+mn-ea"/>
                <a:cs typeface="+mn-ea"/>
              </a:rPr>
              <a:t>止于至善</a:t>
            </a:r>
            <a:endParaRPr spc="30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1">
            <a:alphaModFix amt="5000"/>
          </a:blip>
          <a:srcRect/>
          <a:stretch>
            <a:fillRect/>
          </a:stretch>
        </p:blipFill>
        <p:spPr>
          <a:xfrm>
            <a:off x="6567358" y="1162785"/>
            <a:ext cx="4964242" cy="4964230"/>
          </a:xfrm>
        </p:spPr>
      </p:pic>
      <p:sp>
        <p:nvSpPr>
          <p:cNvPr id="2" name="灯片编号占位符 1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D3D7D1C8-AE23-AA48-DF65-C742588DBE47}" type="slidenum">
              <a:rPr/>
            </a:fld>
            <a:endParaRPr/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952500" y="1304925"/>
            <a:ext cx="1038225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70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70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rPr>
              <a:t>Fφ(x)＝5cos x−cos(5x＋φ)</a:t>
            </a:r>
            <a:endParaRPr sz="2700" b="1">
              <a:solidFill>
                <a:srgbClr val="44543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57250" y="2095500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00" b="0">
                <a:solidFill>
                  <a:srgbClr val="22282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800" b="0">
                <a:solidFill>
                  <a:srgbClr val="22282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22820"/>
                </a:solidFill>
                <a:latin typeface="微软雅黑"/>
                <a:ea typeface="微软雅黑"/>
                <a:cs typeface="微软雅黑"/>
              </a:rPr>
              <a:t>Fφ 连续且以 2π 为周期，因此全局最大值存在。</a:t>
            </a:r>
            <a:endParaRPr sz="1800" b="0">
              <a:solidFill>
                <a:srgbClr val="22282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952500" y="2686050"/>
            <a:ext cx="1038225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40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40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rPr>
              <a:t>M(φ)＝max Fφ(x)，x∈[0, 2π]</a:t>
            </a:r>
            <a:endParaRPr sz="2400" b="1">
              <a:solidFill>
                <a:srgbClr val="44543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857250" y="357187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100" b="0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0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445437"/>
                </a:solidFill>
                <a:latin typeface="微软雅黑"/>
                <a:ea typeface="微软雅黑"/>
                <a:cs typeface="微软雅黑"/>
              </a:rPr>
              <a:t>必要下界</a:t>
            </a:r>
            <a:endParaRPr sz="2100" b="0">
              <a:solidFill>
                <a:srgbClr val="44543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857250" y="402907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00" b="0">
                <a:solidFill>
                  <a:srgbClr val="22282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800" b="0">
                <a:solidFill>
                  <a:srgbClr val="22282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22820"/>
                </a:solidFill>
                <a:latin typeface="微软雅黑"/>
                <a:ea typeface="微软雅黑"/>
                <a:cs typeface="微软雅黑"/>
              </a:rPr>
              <a:t>对每个 φ，都要找到一个 x，使 Fφ(x)≥3√3。</a:t>
            </a:r>
            <a:endParaRPr sz="1800" b="0">
              <a:solidFill>
                <a:srgbClr val="22282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857250" y="4857750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100" b="0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0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445437"/>
                </a:solidFill>
                <a:latin typeface="微软雅黑"/>
                <a:ea typeface="微软雅黑"/>
                <a:cs typeface="微软雅黑"/>
              </a:rPr>
              <a:t>可达上界</a:t>
            </a:r>
            <a:endParaRPr sz="2100" b="0">
              <a:solidFill>
                <a:srgbClr val="44543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857250" y="5314950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00" b="0">
                <a:solidFill>
                  <a:srgbClr val="22282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800" b="0">
                <a:solidFill>
                  <a:srgbClr val="22282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22820"/>
                </a:solidFill>
                <a:latin typeface="微软雅黑"/>
                <a:ea typeface="微软雅黑"/>
                <a:cs typeface="微软雅黑"/>
              </a:rPr>
              <a:t>找到一个 φ，使所有 x 都满足 Fφ(x)≤3√3。</a:t>
            </a:r>
            <a:endParaRPr sz="1800" b="0">
              <a:solidFill>
                <a:srgbClr val="22282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占位符 6"/>
          <p:cNvSpPr>
            <a:spLocks noGrp="1"/>
          </p:cNvSpPr>
          <p:nvPr>
            <p:ph type="body" idx="11"/>
          </p:nvPr>
        </p:nvSpPr>
        <p:spPr>
          <a:xfrm>
            <a:off x="1216914" y="347282"/>
            <a:ext cx="8620125" cy="402336"/>
          </a:xfrm>
        </p:spPr>
        <p:txBody>
          <a:bodyPr lIns="0" tIns="0" rIns="0" bIns="0">
            <a:noAutofit/>
          </a:bodyPr>
          <a:lstStyle>
            <a:defPPr>
              <a:defRPr sz="200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00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rPr>
              <a:t>第三问：任意相位都不能低于 3√3</a:t>
            </a:r>
            <a:endParaRPr sz="2000" b="1">
              <a:solidFill>
                <a:srgbClr val="44543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idx="12"/>
          </p:nvPr>
        </p:nvSpPr>
        <p:spPr>
          <a:xfrm>
            <a:off x="660400" y="6235702"/>
            <a:ext cx="3342640" cy="365125"/>
          </a:xfrm>
        </p:spPr>
        <p:txBody>
          <a:bodyPr/>
          <a:lstStyle/>
          <a:p>
            <a:r>
              <a:rPr i="1" spc="300">
                <a:solidFill>
                  <a:schemeClr val="accent1"/>
                </a:solidFill>
                <a:latin typeface="+mn-ea"/>
                <a:ea typeface="+mn-ea"/>
                <a:cs typeface="+mn-ea"/>
              </a:rPr>
              <a:t>止于至善</a:t>
            </a:r>
            <a:endParaRPr spc="30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1">
            <a:alphaModFix amt="5000"/>
          </a:blip>
          <a:srcRect/>
          <a:stretch>
            <a:fillRect/>
          </a:stretch>
        </p:blipFill>
        <p:spPr>
          <a:xfrm>
            <a:off x="6567358" y="1162785"/>
            <a:ext cx="4964242" cy="4964230"/>
          </a:xfrm>
        </p:spPr>
      </p:pic>
      <p:sp>
        <p:nvSpPr>
          <p:cNvPr id="2" name="灯片编号占位符 1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BA58DA2A-B818-18A9-29C1-B697728D5BCE}" type="slidenum">
              <a:rPr/>
            </a:fld>
            <a:endParaRPr/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857250" y="1295400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950" b="0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950" b="0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445437"/>
                </a:solidFill>
                <a:latin typeface="微软雅黑"/>
                <a:ea typeface="微软雅黑"/>
                <a:cs typeface="微软雅黑"/>
              </a:rPr>
              <a:t>任取 φ∈R。在第二问中令 a＝φ，θ＝5π/6。</a:t>
            </a:r>
            <a:endParaRPr sz="1950" b="0">
              <a:solidFill>
                <a:srgbClr val="44543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57250" y="1943100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00" b="0">
                <a:solidFill>
                  <a:srgbClr val="22282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800" b="0">
                <a:solidFill>
                  <a:srgbClr val="22282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22820"/>
                </a:solidFill>
                <a:latin typeface="微软雅黑"/>
                <a:ea typeface="微软雅黑"/>
                <a:cs typeface="微软雅黑"/>
              </a:rPr>
              <a:t>存在 y∈[φ−5π/6, φ＋5π/6]，使得</a:t>
            </a:r>
            <a:endParaRPr sz="1800" b="0">
              <a:solidFill>
                <a:srgbClr val="22282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952500" y="2457450"/>
            <a:ext cx="1038225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55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55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rPr>
              <a:t>cos y≤cos(5π/6)＝−√3/2</a:t>
            </a:r>
            <a:endParaRPr sz="2550" b="1">
              <a:solidFill>
                <a:srgbClr val="44543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857250" y="3333750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75" b="0">
                <a:solidFill>
                  <a:srgbClr val="22282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875" b="0">
                <a:solidFill>
                  <a:srgbClr val="22282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22820"/>
                </a:solidFill>
                <a:latin typeface="微软雅黑"/>
                <a:ea typeface="微软雅黑"/>
                <a:cs typeface="微软雅黑"/>
              </a:rPr>
              <a:t>令 x₀＝(y−φ)/5，则 |x₀|≤π/6，cos x₀≥√3/2。</a:t>
            </a:r>
            <a:endParaRPr sz="1875" b="0">
              <a:solidFill>
                <a:srgbClr val="22282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952500" y="4010025"/>
            <a:ext cx="1038225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55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55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rPr>
              <a:t>Fφ(x₀)＝5cos x₀−cos y</a:t>
            </a:r>
            <a:endParaRPr sz="2550" b="1">
              <a:solidFill>
                <a:srgbClr val="44543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952500" y="4562475"/>
            <a:ext cx="1038225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55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55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rPr>
              <a:t>            ≥5√3/2＋√3/2＝3√3</a:t>
            </a:r>
            <a:endParaRPr sz="2550" b="1">
              <a:solidFill>
                <a:srgbClr val="44543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857250" y="5543550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100" b="0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0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445437"/>
                </a:solidFill>
                <a:latin typeface="微软雅黑"/>
                <a:ea typeface="微软雅黑"/>
                <a:cs typeface="微软雅黑"/>
              </a:rPr>
              <a:t>所以任意可行的 b 都满足 b≥3√3。</a:t>
            </a:r>
            <a:endParaRPr sz="2100" b="0">
              <a:solidFill>
                <a:srgbClr val="445437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占位符 6"/>
          <p:cNvSpPr>
            <a:spLocks noGrp="1"/>
          </p:cNvSpPr>
          <p:nvPr>
            <p:ph type="body" idx="11"/>
          </p:nvPr>
        </p:nvSpPr>
        <p:spPr>
          <a:xfrm>
            <a:off x="1216914" y="347282"/>
            <a:ext cx="8620125" cy="402336"/>
          </a:xfrm>
        </p:spPr>
        <p:txBody>
          <a:bodyPr lIns="0" tIns="0" rIns="0" bIns="0">
            <a:noAutofit/>
          </a:bodyPr>
          <a:lstStyle>
            <a:defPPr>
              <a:defRPr sz="200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00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rPr>
              <a:t>第三问：φ＝0 时达到全局上界</a:t>
            </a:r>
            <a:endParaRPr sz="2000" b="1">
              <a:solidFill>
                <a:srgbClr val="44543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idx="12"/>
          </p:nvPr>
        </p:nvSpPr>
        <p:spPr>
          <a:xfrm>
            <a:off x="660400" y="6235702"/>
            <a:ext cx="3342640" cy="365125"/>
          </a:xfrm>
        </p:spPr>
        <p:txBody>
          <a:bodyPr/>
          <a:lstStyle/>
          <a:p>
            <a:r>
              <a:rPr i="1" spc="300">
                <a:solidFill>
                  <a:schemeClr val="accent1"/>
                </a:solidFill>
                <a:latin typeface="+mn-ea"/>
                <a:ea typeface="+mn-ea"/>
                <a:cs typeface="+mn-ea"/>
              </a:rPr>
              <a:t>止于至善</a:t>
            </a:r>
            <a:endParaRPr spc="30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1">
            <a:alphaModFix amt="5000"/>
          </a:blip>
          <a:srcRect/>
          <a:stretch>
            <a:fillRect/>
          </a:stretch>
        </p:blipFill>
        <p:spPr>
          <a:xfrm>
            <a:off x="6567358" y="1162785"/>
            <a:ext cx="4964242" cy="4964230"/>
          </a:xfrm>
        </p:spPr>
      </p:pic>
      <p:sp>
        <p:nvSpPr>
          <p:cNvPr id="2" name="灯片编号占位符 1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388657AE-30A1-5A7A-6A7F-315D84436430}" type="slidenum">
              <a:rPr/>
            </a:fld>
            <a:endParaRPr/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857250" y="12668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75" b="0">
                <a:solidFill>
                  <a:srgbClr val="22282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875" b="0">
                <a:solidFill>
                  <a:srgbClr val="22282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22820"/>
                </a:solidFill>
                <a:latin typeface="微软雅黑"/>
                <a:ea typeface="微软雅黑"/>
                <a:cs typeface="微软雅黑"/>
              </a:rPr>
              <a:t>取 φ＝0，令 t＝cos x∈[−1, 1]。由五倍角公式</a:t>
            </a:r>
            <a:endParaRPr sz="1875" b="0">
              <a:solidFill>
                <a:srgbClr val="22282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952500" y="1866900"/>
            <a:ext cx="1038225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55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55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rPr>
              <a:t>F₀(x)＝20t³−16t⁵＝h(t)</a:t>
            </a:r>
            <a:endParaRPr sz="2550" b="1">
              <a:solidFill>
                <a:srgbClr val="44543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57250" y="2705100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75" b="0">
                <a:solidFill>
                  <a:srgbClr val="22282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875" b="0">
                <a:solidFill>
                  <a:srgbClr val="22282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22820"/>
                </a:solidFill>
                <a:latin typeface="微软雅黑"/>
                <a:ea typeface="微软雅黑"/>
                <a:cs typeface="微软雅黑"/>
              </a:rPr>
              <a:t>当 t≤0 时，h(t)＝4t³(5−4t²)≤0。</a:t>
            </a:r>
            <a:endParaRPr sz="1875" b="0">
              <a:solidFill>
                <a:srgbClr val="22282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952500" y="3314700"/>
            <a:ext cx="1038225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25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25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rPr>
              <a:t>当 0≤t≤1 时，h′(t)＝20t²(3−4t²)</a:t>
            </a:r>
            <a:endParaRPr sz="2250" b="1">
              <a:solidFill>
                <a:srgbClr val="44543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857250" y="414337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75" b="0">
                <a:solidFill>
                  <a:srgbClr val="22282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875" b="0">
                <a:solidFill>
                  <a:srgbClr val="22282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22820"/>
                </a:solidFill>
                <a:latin typeface="微软雅黑"/>
                <a:ea typeface="微软雅黑"/>
                <a:cs typeface="微软雅黑"/>
              </a:rPr>
              <a:t>h 在 [0, √3/2] 上递增，在 [√3/2, 1] 上递减。</a:t>
            </a:r>
            <a:endParaRPr sz="1875" b="0">
              <a:solidFill>
                <a:srgbClr val="22282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952500" y="4724400"/>
            <a:ext cx="1038225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55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55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rPr>
              <a:t>max h(t)＝h(√3/2)＝3√3</a:t>
            </a:r>
            <a:endParaRPr sz="2550" b="1">
              <a:solidFill>
                <a:srgbClr val="44543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857250" y="55721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00" b="0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800" b="0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445437"/>
                </a:solidFill>
                <a:latin typeface="微软雅黑"/>
                <a:ea typeface="微软雅黑"/>
                <a:cs typeface="微软雅黑"/>
              </a:rPr>
              <a:t>因此 F₀(x)≤3√3 对全部实数 x 成立，故 b 的最小值为 3√3。</a:t>
            </a:r>
            <a:endParaRPr sz="1800" b="0">
              <a:solidFill>
                <a:srgbClr val="445437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占位符 6"/>
          <p:cNvSpPr>
            <a:spLocks noGrp="1"/>
          </p:cNvSpPr>
          <p:nvPr>
            <p:ph type="body" idx="11"/>
          </p:nvPr>
        </p:nvSpPr>
        <p:spPr>
          <a:xfrm>
            <a:off x="1216914" y="347282"/>
            <a:ext cx="8620125" cy="402336"/>
          </a:xfrm>
        </p:spPr>
        <p:txBody>
          <a:bodyPr lIns="0" tIns="0" rIns="0" bIns="0">
            <a:noAutofit/>
          </a:bodyPr>
          <a:lstStyle>
            <a:defPPr>
              <a:defRPr sz="200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00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rPr>
              <a:t>数值验证：相位改变时的最大值</a:t>
            </a:r>
            <a:endParaRPr sz="2000" b="1">
              <a:solidFill>
                <a:srgbClr val="44543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idx="12"/>
          </p:nvPr>
        </p:nvSpPr>
        <p:spPr>
          <a:xfrm>
            <a:off x="660400" y="6235702"/>
            <a:ext cx="3342640" cy="365125"/>
          </a:xfrm>
        </p:spPr>
        <p:txBody>
          <a:bodyPr/>
          <a:lstStyle/>
          <a:p>
            <a:r>
              <a:rPr i="1" spc="300">
                <a:solidFill>
                  <a:schemeClr val="accent1"/>
                </a:solidFill>
                <a:latin typeface="+mn-ea"/>
                <a:ea typeface="+mn-ea"/>
                <a:cs typeface="+mn-ea"/>
              </a:rPr>
              <a:t>止于至善</a:t>
            </a:r>
            <a:endParaRPr spc="30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2">
            <a:alphaModFix amt="5000"/>
          </a:blip>
          <a:srcRect/>
          <a:stretch>
            <a:fillRect/>
          </a:stretch>
        </p:blipFill>
        <p:spPr>
          <a:xfrm>
            <a:off x="6567358" y="1162785"/>
            <a:ext cx="4964242" cy="4964230"/>
          </a:xfrm>
        </p:spPr>
      </p:pic>
      <p:sp>
        <p:nvSpPr>
          <p:cNvPr id="2" name="灯片编号占位符 1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DB7BEEEC-A170-5376-2B6E-CB54687B0CB1}" type="slidenum">
              <a:rPr/>
            </a:fld>
            <a:endParaRPr/>
          </a:p>
        </p:txBody>
      </p:sp>
      <p:graphicFrame>
        <p:nvGraphicFramePr>
          <p:cNvPr id="34" name="Chart"/>
          <p:cNvGraphicFramePr/>
          <p:nvPr/>
        </p:nvGraphicFramePr>
        <p:xfrm>
          <a:off x="742950" y="1304925"/>
          <a:ext cx="6953250" cy="4048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5" name="矩形 34"/>
          <p:cNvSpPr>
            <a:spLocks noGrp="1"/>
          </p:cNvSpPr>
          <p:nvPr/>
        </p:nvSpPr>
        <p:spPr>
          <a:xfrm>
            <a:off x="8058150" y="1524000"/>
            <a:ext cx="33337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175" b="1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75" b="1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445437"/>
                </a:solidFill>
                <a:latin typeface="微软雅黑"/>
                <a:ea typeface="微软雅黑"/>
                <a:cs typeface="微软雅黑"/>
              </a:rPr>
              <a:t>721 个相位</a:t>
            </a:r>
            <a:endParaRPr sz="2175" b="1">
              <a:solidFill>
                <a:srgbClr val="44543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058150" y="2057400"/>
            <a:ext cx="333375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650" b="0">
                <a:solidFill>
                  <a:srgbClr val="22282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650" b="0">
                <a:solidFill>
                  <a:srgbClr val="22282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222820"/>
                </a:solidFill>
                <a:latin typeface="微软雅黑"/>
                <a:ea typeface="微软雅黑"/>
                <a:cs typeface="微软雅黑"/>
              </a:rPr>
              <a:t>每个相位枚举全部驻点</a:t>
            </a:r>
            <a:endParaRPr sz="1650" b="0">
              <a:solidFill>
                <a:srgbClr val="22282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8058150" y="2800350"/>
            <a:ext cx="333375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00" b="0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800" b="0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445437"/>
                </a:solidFill>
                <a:latin typeface="微软雅黑"/>
                <a:ea typeface="微软雅黑"/>
                <a:cs typeface="微软雅黑"/>
              </a:rPr>
              <a:t>最小采样值</a:t>
            </a:r>
            <a:endParaRPr sz="1800" b="0">
              <a:solidFill>
                <a:srgbClr val="44543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8058150" y="3238500"/>
            <a:ext cx="333375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325" b="1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325" b="1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445437"/>
                </a:solidFill>
                <a:latin typeface="微软雅黑"/>
                <a:ea typeface="微软雅黑"/>
                <a:cs typeface="微软雅黑"/>
              </a:rPr>
              <a:t>5.196152423</a:t>
            </a:r>
            <a:endParaRPr sz="2325" b="1">
              <a:solidFill>
                <a:srgbClr val="44543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8058150" y="4038600"/>
            <a:ext cx="333375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00" b="0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800" b="0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445437"/>
                </a:solidFill>
                <a:latin typeface="微软雅黑"/>
                <a:ea typeface="微软雅黑"/>
                <a:cs typeface="微软雅黑"/>
              </a:rPr>
              <a:t>第二问构造检验</a:t>
            </a:r>
            <a:endParaRPr sz="1800" b="0">
              <a:solidFill>
                <a:srgbClr val="44543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8058150" y="4495800"/>
            <a:ext cx="33337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00" b="0">
                <a:solidFill>
                  <a:srgbClr val="22282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800" b="0">
                <a:solidFill>
                  <a:srgbClr val="22282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22820"/>
                </a:solidFill>
                <a:latin typeface="微软雅黑"/>
                <a:ea typeface="微软雅黑"/>
                <a:cs typeface="微软雅黑"/>
              </a:rPr>
              <a:t>19,899 组全部通过</a:t>
            </a:r>
            <a:endParaRPr sz="1800" b="0">
              <a:solidFill>
                <a:srgbClr val="22282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857250" y="5638800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725" b="0">
                <a:solidFill>
                  <a:srgbClr val="65705D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725" b="0">
                <a:solidFill>
                  <a:srgbClr val="65705D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65705D"/>
                </a:solidFill>
                <a:latin typeface="微软雅黑"/>
                <a:ea typeface="微软雅黑"/>
                <a:cs typeface="微软雅黑"/>
              </a:rPr>
              <a:t>数值结果支持解析结论。有限相位抽样不能代替“对任意 φ”的证明。</a:t>
            </a:r>
            <a:endParaRPr sz="1725" b="0">
              <a:solidFill>
                <a:srgbClr val="65705D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占位符 6"/>
          <p:cNvSpPr>
            <a:spLocks noGrp="1"/>
          </p:cNvSpPr>
          <p:nvPr>
            <p:ph type="body" idx="11"/>
          </p:nvPr>
        </p:nvSpPr>
        <p:spPr>
          <a:xfrm>
            <a:off x="1216914" y="347282"/>
            <a:ext cx="8620125" cy="402336"/>
          </a:xfrm>
        </p:spPr>
        <p:txBody>
          <a:bodyPr lIns="0" tIns="0" rIns="0" bIns="0">
            <a:noAutofit/>
          </a:bodyPr>
          <a:lstStyle>
            <a:defPPr>
              <a:defRPr sz="200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00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rPr>
              <a:t>AI 辅助过程与提示词</a:t>
            </a:r>
            <a:endParaRPr sz="2000" b="1">
              <a:solidFill>
                <a:srgbClr val="44543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idx="12"/>
          </p:nvPr>
        </p:nvSpPr>
        <p:spPr>
          <a:xfrm>
            <a:off x="660400" y="6235702"/>
            <a:ext cx="3342640" cy="365125"/>
          </a:xfrm>
        </p:spPr>
        <p:txBody>
          <a:bodyPr/>
          <a:lstStyle/>
          <a:p>
            <a:r>
              <a:rPr i="1" spc="300">
                <a:solidFill>
                  <a:schemeClr val="accent1"/>
                </a:solidFill>
                <a:latin typeface="+mn-ea"/>
                <a:ea typeface="+mn-ea"/>
                <a:cs typeface="+mn-ea"/>
              </a:rPr>
              <a:t>止于至善</a:t>
            </a:r>
            <a:endParaRPr spc="30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1">
            <a:alphaModFix amt="5000"/>
          </a:blip>
          <a:srcRect/>
          <a:stretch>
            <a:fillRect/>
          </a:stretch>
        </p:blipFill>
        <p:spPr>
          <a:xfrm>
            <a:off x="6567358" y="1162785"/>
            <a:ext cx="4964242" cy="4964230"/>
          </a:xfrm>
        </p:spPr>
      </p:pic>
      <p:sp>
        <p:nvSpPr>
          <p:cNvPr id="2" name="灯片编号占位符 1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30394428-F1DC-E5F6-DB0C-7DE31F3D8A23}" type="slidenum">
              <a:rPr/>
            </a:fld>
            <a:endParaRPr/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857250" y="1257300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100" b="0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0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445437"/>
                </a:solidFill>
                <a:latin typeface="微软雅黑"/>
                <a:ea typeface="微软雅黑"/>
                <a:cs typeface="微软雅黑"/>
              </a:rPr>
              <a:t>任务提示</a:t>
            </a:r>
            <a:endParaRPr sz="2100" b="0">
              <a:solidFill>
                <a:srgbClr val="44543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57250" y="1695450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00" b="0">
                <a:solidFill>
                  <a:srgbClr val="22282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800" b="0">
                <a:solidFill>
                  <a:srgbClr val="22282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22820"/>
                </a:solidFill>
                <a:latin typeface="微软雅黑"/>
                <a:ea typeface="微软雅黑"/>
                <a:cs typeface="微软雅黑"/>
              </a:rPr>
              <a:t>“解答三问，沿用东南大学模板，提交原题、提示词、代码和 PPT。”</a:t>
            </a:r>
            <a:endParaRPr sz="1800" b="0">
              <a:solidFill>
                <a:srgbClr val="22282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57250" y="254317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100" b="0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0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445437"/>
                </a:solidFill>
                <a:latin typeface="微软雅黑"/>
                <a:ea typeface="微软雅黑"/>
                <a:cs typeface="微软雅黑"/>
              </a:rPr>
              <a:t>推导提示</a:t>
            </a:r>
            <a:endParaRPr sz="2100" b="0">
              <a:solidFill>
                <a:srgbClr val="44543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857250" y="2990850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00" b="0">
                <a:solidFill>
                  <a:srgbClr val="22282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800" b="0">
                <a:solidFill>
                  <a:srgbClr val="22282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22820"/>
                </a:solidFill>
                <a:latin typeface="微软雅黑"/>
                <a:ea typeface="微软雅黑"/>
                <a:cs typeface="微软雅黑"/>
              </a:rPr>
              <a:t>“第一问分析导数。第二问证明区间中的存在性。</a:t>
            </a:r>
            <a:endParaRPr sz="1800" b="0">
              <a:solidFill>
                <a:srgbClr val="22282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857250" y="3352800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00" b="0">
                <a:solidFill>
                  <a:srgbClr val="22282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800" b="0">
                <a:solidFill>
                  <a:srgbClr val="22282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22820"/>
                </a:solidFill>
                <a:latin typeface="微软雅黑"/>
                <a:ea typeface="微软雅黑"/>
                <a:cs typeface="微软雅黑"/>
              </a:rPr>
              <a:t>第三问分别给出任意相位的下界和可达的全局上界。”</a:t>
            </a:r>
            <a:endParaRPr sz="1800" b="0">
              <a:solidFill>
                <a:srgbClr val="22282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857250" y="4191000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100" b="0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0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445437"/>
                </a:solidFill>
                <a:latin typeface="微软雅黑"/>
                <a:ea typeface="微软雅黑"/>
                <a:cs typeface="微软雅黑"/>
              </a:rPr>
              <a:t>复核提示</a:t>
            </a:r>
            <a:endParaRPr sz="2100" b="0">
              <a:solidFill>
                <a:srgbClr val="44543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857250" y="4629150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00" b="0">
                <a:solidFill>
                  <a:srgbClr val="22282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800" b="0">
                <a:solidFill>
                  <a:srgbClr val="22282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22820"/>
                </a:solidFill>
                <a:latin typeface="微软雅黑"/>
                <a:ea typeface="微软雅黑"/>
                <a:cs typeface="微软雅黑"/>
              </a:rPr>
              <a:t>“检查端点、量词和不等号方向，补齐 φ＝0 对所有实数的证明。”</a:t>
            </a:r>
            <a:endParaRPr sz="1800" b="0">
              <a:solidFill>
                <a:srgbClr val="22282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857250" y="56102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650" b="0">
                <a:solidFill>
                  <a:srgbClr val="65705D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650" b="0">
                <a:solidFill>
                  <a:srgbClr val="65705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65705D"/>
                </a:solidFill>
                <a:latin typeface="微软雅黑"/>
                <a:ea typeface="微软雅黑"/>
                <a:cs typeface="微软雅黑"/>
              </a:rPr>
              <a:t>本次使用 Codex 辅助完成。以上为流程摘要，完整复现提示词见提交包。</a:t>
            </a:r>
            <a:endParaRPr sz="1650" b="0">
              <a:solidFill>
                <a:srgbClr val="65705D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占位符 6"/>
          <p:cNvSpPr>
            <a:spLocks noGrp="1"/>
          </p:cNvSpPr>
          <p:nvPr>
            <p:ph type="body" idx="11"/>
          </p:nvPr>
        </p:nvSpPr>
        <p:spPr>
          <a:xfrm>
            <a:off x="1216914" y="347282"/>
            <a:ext cx="8620125" cy="402336"/>
          </a:xfrm>
        </p:spPr>
        <p:txBody>
          <a:bodyPr lIns="0" tIns="0" rIns="0" bIns="0">
            <a:noAutofit/>
          </a:bodyPr>
          <a:lstStyle>
            <a:defPPr>
              <a:defRPr sz="200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00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rPr>
              <a:t>验证代码：枚举驻点求一周期最大值</a:t>
            </a:r>
            <a:endParaRPr sz="2000" b="1">
              <a:solidFill>
                <a:srgbClr val="44543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idx="12"/>
          </p:nvPr>
        </p:nvSpPr>
        <p:spPr>
          <a:xfrm>
            <a:off x="660400" y="6235702"/>
            <a:ext cx="3342640" cy="365125"/>
          </a:xfrm>
        </p:spPr>
        <p:txBody>
          <a:bodyPr/>
          <a:lstStyle/>
          <a:p>
            <a:r>
              <a:rPr i="1" spc="300">
                <a:solidFill>
                  <a:schemeClr val="accent1"/>
                </a:solidFill>
                <a:latin typeface="+mn-ea"/>
                <a:ea typeface="+mn-ea"/>
                <a:cs typeface="+mn-ea"/>
              </a:rPr>
              <a:t>止于至善</a:t>
            </a:r>
            <a:endParaRPr spc="30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1">
            <a:alphaModFix amt="5000"/>
          </a:blip>
          <a:srcRect/>
          <a:stretch>
            <a:fillRect/>
          </a:stretch>
        </p:blipFill>
        <p:spPr>
          <a:xfrm>
            <a:off x="6567358" y="1162785"/>
            <a:ext cx="4964242" cy="4964230"/>
          </a:xfrm>
        </p:spPr>
      </p:pic>
      <p:sp>
        <p:nvSpPr>
          <p:cNvPr id="2" name="灯片编号占位符 1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4DB16885-0D3F-A391-B669-3211DB3B26E8}" type="slidenum">
              <a:rPr/>
            </a:fld>
            <a:endParaRPr/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857250" y="1257300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75" b="0">
                <a:solidFill>
                  <a:srgbClr val="22282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875" b="0">
                <a:solidFill>
                  <a:srgbClr val="22282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22820"/>
                </a:solidFill>
                <a:latin typeface="微软雅黑"/>
                <a:ea typeface="微软雅黑"/>
                <a:cs typeface="微软雅黑"/>
              </a:rPr>
              <a:t>由 sin(5x＋φ)＝sin x，得到两族驻点：</a:t>
            </a:r>
            <a:endParaRPr sz="1875" b="0">
              <a:solidFill>
                <a:srgbClr val="22282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952500" y="1809750"/>
            <a:ext cx="1038225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25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25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rPr>
              <a:t>x＝(2kπ−φ)/4    或    x＝((2k＋1)π−φ)/6</a:t>
            </a:r>
            <a:endParaRPr sz="2250" b="1">
              <a:solidFill>
                <a:srgbClr val="44543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952500" y="2657475"/>
            <a:ext cx="7620000" cy="27717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725" b="0">
                <a:solidFill>
                  <a:srgbClr val="22282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</a:lstStyle>
          <a:p>
            <a:pPr>
              <a:defRPr sz="1725" b="0">
                <a:solidFill>
                  <a:srgbClr val="22282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725" b="0">
                <a:solidFill>
                  <a:srgbClr val="22282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def period_max(phi):</a:t>
            </a:r>
            <a:endParaRPr sz="1725" b="0">
              <a:solidFill>
                <a:srgbClr val="22282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>
              <a:defRPr sz="1725" b="0">
                <a:solidFill>
                  <a:srgbClr val="22282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725" b="0">
                <a:solidFill>
                  <a:srgbClr val="22282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  phi %= 2 * pi</a:t>
            </a:r>
            <a:endParaRPr sz="1725" b="0">
              <a:solidFill>
                <a:srgbClr val="22282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>
              <a:defRPr sz="1725" b="0">
                <a:solidFill>
                  <a:srgbClr val="22282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725" b="0">
                <a:solidFill>
                  <a:srgbClr val="22282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  xs = [0.0, 2 * pi]</a:t>
            </a:r>
            <a:endParaRPr sz="1725" b="0">
              <a:solidFill>
                <a:srgbClr val="22282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>
              <a:defRPr sz="1725" b="0">
                <a:solidFill>
                  <a:srgbClr val="22282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725" b="0">
                <a:solidFill>
                  <a:srgbClr val="22282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  for k in range(-1, 8):</a:t>
            </a:r>
            <a:endParaRPr sz="1725" b="0">
              <a:solidFill>
                <a:srgbClr val="22282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>
              <a:defRPr sz="1725" b="0">
                <a:solidFill>
                  <a:srgbClr val="22282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725" b="0">
                <a:solidFill>
                  <a:srgbClr val="22282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      for x in ((2*k*pi-phi)/4,</a:t>
            </a:r>
            <a:endParaRPr sz="1725" b="0">
              <a:solidFill>
                <a:srgbClr val="22282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>
              <a:defRPr sz="1725" b="0">
                <a:solidFill>
                  <a:srgbClr val="22282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725" b="0">
                <a:solidFill>
                  <a:srgbClr val="22282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                ((2*k+1)*pi-phi)/6):</a:t>
            </a:r>
            <a:endParaRPr sz="1725" b="0">
              <a:solidFill>
                <a:srgbClr val="22282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>
              <a:defRPr sz="1725" b="0">
                <a:solidFill>
                  <a:srgbClr val="22282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725" b="0">
                <a:solidFill>
                  <a:srgbClr val="22282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          if 0 &lt;= x &lt;= 2*pi:</a:t>
            </a:r>
            <a:endParaRPr sz="1725" b="0">
              <a:solidFill>
                <a:srgbClr val="22282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>
              <a:defRPr sz="1725" b="0">
                <a:solidFill>
                  <a:srgbClr val="22282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725" b="0">
                <a:solidFill>
                  <a:srgbClr val="22282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              xs.append(x)</a:t>
            </a:r>
            <a:endParaRPr sz="1725" b="0">
              <a:solidFill>
                <a:srgbClr val="22282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>
              <a:defRPr sz="1725" b="0">
                <a:solidFill>
                  <a:srgbClr val="22282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725" b="0">
                <a:solidFill>
                  <a:srgbClr val="22282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  return max(f(x, phi) for x in xs)</a:t>
            </a:r>
            <a:endParaRPr sz="1725" b="0">
              <a:solidFill>
                <a:srgbClr val="22282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9172575" y="3105150"/>
            <a:ext cx="2190750" cy="1362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10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rPr>
              <a:t>周期端点</a:t>
            </a:r>
            <a:endParaRPr sz="2100" b="1">
              <a:solidFill>
                <a:srgbClr val="445437"/>
              </a:solidFill>
              <a:latin typeface="微软雅黑"/>
              <a:ea typeface="微软雅黑"/>
              <a:cs typeface="微软雅黑"/>
            </a:endParaRPr>
          </a:p>
          <a:p>
            <a:pPr>
              <a:defRPr sz="210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rPr>
              <a:t>＋</a:t>
            </a:r>
            <a:endParaRPr sz="2100" b="1">
              <a:solidFill>
                <a:srgbClr val="445437"/>
              </a:solidFill>
              <a:latin typeface="微软雅黑"/>
              <a:ea typeface="微软雅黑"/>
              <a:cs typeface="微软雅黑"/>
            </a:endParaRPr>
          </a:p>
          <a:p>
            <a:pPr>
              <a:defRPr sz="210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rPr>
              <a:t>全部驻点</a:t>
            </a:r>
            <a:endParaRPr sz="2100" b="1">
              <a:solidFill>
                <a:srgbClr val="44543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857250" y="5676900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650" b="0">
                <a:solidFill>
                  <a:srgbClr val="65705D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650" b="0">
                <a:solidFill>
                  <a:srgbClr val="65705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65705D"/>
                </a:solidFill>
                <a:latin typeface="微软雅黑"/>
                <a:ea typeface="微软雅黑"/>
                <a:cs typeface="微软雅黑"/>
              </a:rPr>
              <a:t>完整 Python 程序只使用标准库，另含构造检验、恒等式检验与 JSON 输出。</a:t>
            </a:r>
            <a:endParaRPr sz="1650" b="0">
              <a:solidFill>
                <a:srgbClr val="65705D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占位符 6"/>
          <p:cNvSpPr>
            <a:spLocks noGrp="1"/>
          </p:cNvSpPr>
          <p:nvPr>
            <p:ph type="body" idx="11"/>
          </p:nvPr>
        </p:nvSpPr>
        <p:spPr>
          <a:xfrm>
            <a:off x="1216914" y="347282"/>
            <a:ext cx="8620125" cy="402336"/>
          </a:xfrm>
        </p:spPr>
        <p:txBody>
          <a:bodyPr lIns="0" tIns="0" rIns="0" bIns="0">
            <a:noAutofit/>
          </a:bodyPr>
          <a:lstStyle>
            <a:defPPr>
              <a:defRPr sz="200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00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rPr>
              <a:t>结论与关键检查</a:t>
            </a:r>
            <a:endParaRPr sz="2000" b="1">
              <a:solidFill>
                <a:srgbClr val="44543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idx="12"/>
          </p:nvPr>
        </p:nvSpPr>
        <p:spPr>
          <a:xfrm>
            <a:off x="660400" y="6235702"/>
            <a:ext cx="3342640" cy="365125"/>
          </a:xfrm>
        </p:spPr>
        <p:txBody>
          <a:bodyPr/>
          <a:lstStyle/>
          <a:p>
            <a:r>
              <a:rPr i="1" spc="300">
                <a:solidFill>
                  <a:schemeClr val="accent1"/>
                </a:solidFill>
                <a:latin typeface="+mn-ea"/>
                <a:ea typeface="+mn-ea"/>
                <a:cs typeface="+mn-ea"/>
              </a:rPr>
              <a:t>止于至善</a:t>
            </a:r>
            <a:endParaRPr spc="30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1">
            <a:alphaModFix amt="5000"/>
          </a:blip>
          <a:srcRect/>
          <a:stretch>
            <a:fillRect/>
          </a:stretch>
        </p:blipFill>
        <p:spPr>
          <a:xfrm>
            <a:off x="6567358" y="1162785"/>
            <a:ext cx="4964242" cy="4964230"/>
          </a:xfrm>
        </p:spPr>
      </p:pic>
      <p:sp>
        <p:nvSpPr>
          <p:cNvPr id="2" name="灯片编号占位符 1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2DD23107-4986-8758-3A93-3D74F35908CC}" type="slidenum">
              <a:rPr/>
            </a:fld>
            <a:endParaRPr/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952500" y="1285875"/>
            <a:ext cx="1038225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40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40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rPr>
              <a:t>第一问：最大值为 3√3，在 x＝π/6 时取得</a:t>
            </a:r>
            <a:endParaRPr sz="2400" b="1">
              <a:solidFill>
                <a:srgbClr val="44543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57250" y="227647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100" b="0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0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445437"/>
                </a:solidFill>
                <a:latin typeface="微软雅黑"/>
                <a:ea typeface="微软雅黑"/>
                <a:cs typeface="微软雅黑"/>
              </a:rPr>
              <a:t>第二问：所求 y 必然存在，且可以显式构造。</a:t>
            </a:r>
            <a:endParaRPr sz="2100" b="0">
              <a:solidFill>
                <a:srgbClr val="44543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952500" y="3171825"/>
            <a:ext cx="1038225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40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40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445437"/>
                </a:solidFill>
                <a:latin typeface="微软雅黑"/>
                <a:ea typeface="微软雅黑"/>
                <a:cs typeface="微软雅黑"/>
              </a:rPr>
              <a:t>第三问：b 的最小值为 3√3，φ＝0 可达到</a:t>
            </a:r>
            <a:endParaRPr sz="2400" b="1">
              <a:solidFill>
                <a:srgbClr val="44543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857250" y="429577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100" b="0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0">
                <a:solidFill>
                  <a:srgbClr val="445437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445437"/>
                </a:solidFill>
                <a:latin typeface="微软雅黑"/>
                <a:ea typeface="微软雅黑"/>
                <a:cs typeface="微软雅黑"/>
              </a:rPr>
              <a:t>证明中的两处关键</a:t>
            </a:r>
            <a:endParaRPr sz="2100" b="0">
              <a:solidFill>
                <a:srgbClr val="44543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857250" y="4762500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75" b="0">
                <a:solidFill>
                  <a:srgbClr val="22282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875" b="0">
                <a:solidFill>
                  <a:srgbClr val="22282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22820"/>
                </a:solidFill>
                <a:latin typeface="微软雅黑"/>
                <a:ea typeface="微软雅黑"/>
                <a:cs typeface="微软雅黑"/>
              </a:rPr>
              <a:t>任意 φ 的下界：第二问取 θ＝5π/6。</a:t>
            </a:r>
            <a:endParaRPr sz="1875" b="0">
              <a:solidFill>
                <a:srgbClr val="22282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857250" y="5219700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00" b="0">
                <a:solidFill>
                  <a:srgbClr val="22282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800" b="0">
                <a:solidFill>
                  <a:srgbClr val="22282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22820"/>
                </a:solidFill>
                <a:latin typeface="微软雅黑"/>
                <a:ea typeface="微软雅黑"/>
                <a:cs typeface="微软雅黑"/>
              </a:rPr>
              <a:t>φ＝0 的上界：令 t＝cos x，把全实数问题化为 [−1, 1] 上的最值。</a:t>
            </a:r>
            <a:endParaRPr sz="1800" b="0">
              <a:solidFill>
                <a:srgbClr val="22282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SEU">
      <a:dk1>
        <a:sysClr val="windowText" lastClr="000000"/>
      </a:dk1>
      <a:lt1>
        <a:sysClr val="window" lastClr="FFFFFF"/>
      </a:lt1>
      <a:dk2>
        <a:srgbClr val="44546A"/>
      </a:dk2>
      <a:lt2>
        <a:srgbClr val="E3E1DD"/>
      </a:lt2>
      <a:accent1>
        <a:srgbClr val="445437"/>
      </a:accent1>
      <a:accent2>
        <a:srgbClr val="FFCC00"/>
      </a:accent2>
      <a:accent3>
        <a:srgbClr val="2872A1"/>
      </a:accent3>
      <a:accent4>
        <a:srgbClr val="FCB322"/>
      </a:accent4>
      <a:accent5>
        <a:srgbClr val="EA6C00"/>
      </a:accent5>
      <a:accent6>
        <a:srgbClr val="70AD47"/>
      </a:accent6>
      <a:hlink>
        <a:srgbClr val="0563C1"/>
      </a:hlink>
      <a:folHlink>
        <a:srgbClr val="954F72"/>
      </a:folHlink>
    </a:clrScheme>
    <a:fontScheme name="htvr4vcz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SE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SEU">
      <a:dk1>
        <a:sysClr val="windowText" lastClr="000000"/>
      </a:dk1>
      <a:lt1>
        <a:sysClr val="window" lastClr="FFFFFF"/>
      </a:lt1>
      <a:dk2>
        <a:srgbClr val="44546A"/>
      </a:dk2>
      <a:lt2>
        <a:srgbClr val="E3E1DD"/>
      </a:lt2>
      <a:accent1>
        <a:srgbClr val="445437"/>
      </a:accent1>
      <a:accent2>
        <a:srgbClr val="FFCC00"/>
      </a:accent2>
      <a:accent3>
        <a:srgbClr val="2872A1"/>
      </a:accent3>
      <a:accent4>
        <a:srgbClr val="FCB322"/>
      </a:accent4>
      <a:accent5>
        <a:srgbClr val="EA6C00"/>
      </a:accent5>
      <a:accent6>
        <a:srgbClr val="70AD47"/>
      </a:accent6>
      <a:hlink>
        <a:srgbClr val="0563C1"/>
      </a:hlink>
      <a:folHlink>
        <a:srgbClr val="954F72"/>
      </a:folHlink>
    </a:clrScheme>
    <a:fontScheme name="htvr4vcz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SE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2251</Words>
  <Application>WPS 表格</Application>
  <PresentationFormat>Converted Presentation</PresentationFormat>
  <Paragraphs>251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34" baseType="lpstr">
      <vt:lpstr>Arial</vt:lpstr>
      <vt:lpstr>宋体</vt:lpstr>
      <vt:lpstr>Wingdings</vt:lpstr>
      <vt:lpstr>Arial</vt:lpstr>
      <vt:lpstr>微软雅黑</vt:lpstr>
      <vt:lpstr>方正雅意黑 GB18030L2</vt:lpstr>
      <vt:lpstr>Calibri</vt:lpstr>
      <vt:lpstr>Segoe UI</vt:lpstr>
      <vt:lpstr>Segoe UI Light</vt:lpstr>
      <vt:lpstr>Thonburi</vt:lpstr>
      <vt:lpstr>微软雅黑</vt:lpstr>
      <vt:lpstr>微软雅黑</vt:lpstr>
      <vt:lpstr>宋体</vt:lpstr>
      <vt:lpstr>Arial Unicode MS</vt:lpstr>
      <vt:lpstr>汉仪书宋二KW</vt:lpstr>
      <vt:lpstr>Helvetica Neue</vt:lpstr>
      <vt:lpstr>Century Gothic</vt:lpstr>
      <vt:lpstr>苹方-简</vt:lpstr>
      <vt:lpstr>微软雅黑</vt:lpstr>
      <vt:lpstr>Office 主题​​</vt:lpstr>
      <vt:lpstr>2_OfficePLUS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straw</cp:lastModifiedBy>
  <cp:revision>1</cp:revision>
  <dcterms:created xsi:type="dcterms:W3CDTF">2026-10-13T15:11:27Z</dcterms:created>
  <dcterms:modified xsi:type="dcterms:W3CDTF">2026-10-13T15:11:27Z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ECCA03D0BF1987A11F4ACE6A098BD872_42</vt:lpwstr>
  </property>
  <property fmtid="{D5CDD505-2E9C-101B-9397-08002B2CF9AE}" pid="3" name="KSOProductBuildVer">
    <vt:lpwstr>2052-12.1.28496.28496</vt:lpwstr>
  </property>
</Properties>
</file>