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2529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>
                <a:solidFill>
                  <a:srgbClr val="E0B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 等 数 学   ·   极 限 与 取 整 函 数</a:t>
            </a:r>
            <a:endParaRPr sz="1350" b="1">
              <a:solidFill>
                <a:srgbClr val="E0BE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取整函数极限的严格求解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>
                <a:solidFill>
                  <a:srgbClr val="AFC3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一道看似一步可解、却在严谨性上最容易失分的极限题</a:t>
            </a:r>
            <a:endParaRPr sz="1600" b="0">
              <a:solidFill>
                <a:srgbClr val="AFC3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3218688"/>
            <a:ext cx="137160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547872"/>
            <a:ext cx="10362895" cy="1627632"/>
          </a:xfrm>
          <a:prstGeom prst="roundRect">
            <a:avLst>
              <a:gd name="adj" fmla="val 10112"/>
            </a:avLst>
          </a:prstGeom>
          <a:solidFill>
            <a:srgbClr val="163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ver_m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3691" y="3685603"/>
            <a:ext cx="2504313" cy="135216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4400" y="5596128"/>
            <a:ext cx="1316736" cy="4572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4E7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DCC5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夹逼定理</a:t>
            </a:r>
            <a:endParaRPr sz="1300" b="0">
              <a:solidFill>
                <a:srgbClr val="DCC5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87168" y="5596128"/>
            <a:ext cx="1316736" cy="4572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4E7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DCC5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单侧极限</a:t>
            </a:r>
            <a:endParaRPr sz="1300" b="0">
              <a:solidFill>
                <a:srgbClr val="DCC5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059935" y="5596128"/>
            <a:ext cx="1746504" cy="4572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4E7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DCC5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分数部分分解</a:t>
            </a:r>
            <a:endParaRPr sz="1300" b="0">
              <a:solidFill>
                <a:srgbClr val="DCC5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36815" y="56692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300" b="1">
                <a:solidFill>
                  <a:srgbClr val="E0B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结论：极限存在，其值为 1</a:t>
            </a:r>
            <a:endParaRPr sz="1300" b="1">
              <a:solidFill>
                <a:srgbClr val="E0BE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5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问题与关键工具</a:t>
            </a:r>
            <a:endParaRPr sz="25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9808" y="1024128"/>
            <a:ext cx="841248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695" y="502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8A98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求极限 · 思路定位</a:t>
            </a:r>
            <a:endParaRPr sz="1200" b="0">
              <a:solidFill>
                <a:srgbClr val="8A98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3916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8A98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取整函数极限 · 夹逼定理</a:t>
            </a:r>
            <a:endParaRPr sz="1050" b="0">
              <a:solidFill>
                <a:srgbClr val="8A98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62895" y="639165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05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50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 [t] 表示不超过 t 的最大整数（向下取整），求下列极限，其中 x ≠ 0：</a:t>
            </a:r>
            <a:endParaRPr sz="1550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1591056"/>
            <a:ext cx="10728655" cy="1225296"/>
          </a:xfrm>
          <a:prstGeom prst="roundRect">
            <a:avLst>
              <a:gd name="adj" fmla="val 1194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_m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2197" y="1656397"/>
            <a:ext cx="2027301" cy="109461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2962656"/>
            <a:ext cx="5218023" cy="2194560"/>
          </a:xfrm>
          <a:prstGeom prst="roundRect">
            <a:avLst>
              <a:gd name="adj" fmla="val 6666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962656"/>
            <a:ext cx="50292" cy="21945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200400"/>
            <a:ext cx="459623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关键工具 · 取整的基本不等式</a:t>
            </a:r>
            <a:endParaRPr sz="16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Picture 13" descr="ineq_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636740"/>
            <a:ext cx="2900362" cy="480631"/>
          </a:xfrm>
          <a:prstGeom prst="rect">
            <a:avLst/>
          </a:prstGeom>
        </p:spPr>
      </p:pic>
      <p:pic>
        <p:nvPicPr>
          <p:cNvPr id="15" name="Picture 14" descr="ineq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278249"/>
            <a:ext cx="2063115" cy="3314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2416" y="4754880"/>
            <a:ext cx="45962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对任意实数 t 成立：取整误差恒小于 1。</a:t>
            </a:r>
            <a:endParaRPr sz="13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42151" y="2962656"/>
            <a:ext cx="5218023" cy="2194560"/>
          </a:xfrm>
          <a:prstGeom prst="roundRect">
            <a:avLst>
              <a:gd name="adj" fmla="val 6666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2151" y="2962656"/>
            <a:ext cx="50292" cy="2194560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3200400"/>
            <a:ext cx="459623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代入 t = 1/x · 把取整项夹住</a:t>
            </a:r>
            <a:endParaRPr sz="16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Picture 19" descr="ineq_rec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47" y="3584352"/>
            <a:ext cx="2931318" cy="8048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53047" y="4553712"/>
            <a:ext cx="4596231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取整项 [1/x] 夹在 1/x − 1 与 1/x 之间，两者只差 1；x → 0 时它们都趋于无穷，只能靠夹逼定位乘积。</a:t>
            </a:r>
            <a:endParaRPr sz="13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321808"/>
            <a:ext cx="10728655" cy="914400"/>
          </a:xfrm>
          <a:prstGeom prst="roundRect">
            <a:avLst>
              <a:gd name="adj" fmla="val 1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321808"/>
            <a:ext cx="50292" cy="9144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321808"/>
            <a:ext cx="9905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00" b="1">
                <a:solidFill>
                  <a:srgbClr val="E0B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核心想法    </a:t>
            </a:r>
            <a:r>
              <a:rPr sz="1450" b="0">
                <a:solidFill>
                  <a:srgbClr val="EAF1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取整造成的偏移不超过 1，再乘上趋于 0 的 x，偏移被压成 0，剩下的就是 1。</a:t>
            </a:r>
            <a:endParaRPr sz="1450" b="0">
              <a:solidFill>
                <a:srgbClr val="EAF1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5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第一步：右极限 x → 0+</a:t>
            </a:r>
            <a:endParaRPr sz="25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9808" y="1024128"/>
            <a:ext cx="841248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695" y="502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8A98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夹逼定理</a:t>
            </a:r>
            <a:endParaRPr sz="1200" b="0">
              <a:solidFill>
                <a:srgbClr val="8A98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3916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8A98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取整函数极限 · 夹逼定理</a:t>
            </a:r>
            <a:endParaRPr sz="1050" b="0">
              <a:solidFill>
                <a:srgbClr val="8A98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62895" y="639165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05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225296"/>
            <a:ext cx="10728655" cy="146304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412748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72768" y="1481328"/>
            <a:ext cx="95399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应用基本不等式，取 t = 1/x</a:t>
            </a:r>
            <a:endParaRPr sz="16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ineq_reci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10416"/>
            <a:ext cx="2931318" cy="8048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2852928"/>
            <a:ext cx="10728655" cy="146304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040380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72768" y="3108960"/>
            <a:ext cx="95399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 x &gt; 0，两边同乘正数 x，不等号方向不变</a:t>
            </a:r>
            <a:endParaRPr sz="16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right_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21951"/>
            <a:ext cx="3145154" cy="8370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4480560"/>
            <a:ext cx="10728655" cy="1737360"/>
          </a:xfrm>
          <a:prstGeom prst="roundRect">
            <a:avLst>
              <a:gd name="adj" fmla="val 8421"/>
            </a:avLst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0292" cy="17373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4668012"/>
            <a:ext cx="384048" cy="384048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72768" y="4736592"/>
            <a:ext cx="95399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两端都趋于 1，由夹逼定理得右极限</a:t>
            </a:r>
            <a:endParaRPr sz="16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Picture 19" descr="right_l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5363718"/>
            <a:ext cx="3507866" cy="519684"/>
          </a:xfrm>
          <a:prstGeom prst="rect">
            <a:avLst/>
          </a:prstGeom>
        </p:spPr>
      </p:pic>
      <p:sp>
        <p:nvSpPr>
          <p:cNvPr id="21" name="Right Arrow 20"/>
          <p:cNvSpPr/>
          <p:nvPr/>
        </p:nvSpPr>
        <p:spPr>
          <a:xfrm>
            <a:off x="5797296" y="5550408"/>
            <a:ext cx="548640" cy="146304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ight_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5149834"/>
            <a:ext cx="2767774" cy="9474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5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第二步：左极限 x → 0− 与最终结论</a:t>
            </a:r>
            <a:endParaRPr sz="25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9808" y="1024128"/>
            <a:ext cx="841248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695" y="502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8A98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两侧必须分别验证</a:t>
            </a:r>
            <a:endParaRPr sz="1200" b="0">
              <a:solidFill>
                <a:srgbClr val="8A98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3916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8A98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取整函数极限 · 夹逼定理</a:t>
            </a:r>
            <a:endParaRPr sz="1050" b="0">
              <a:solidFill>
                <a:srgbClr val="8A98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62895" y="639165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05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225296"/>
            <a:ext cx="10728655" cy="1481328"/>
          </a:xfrm>
          <a:prstGeom prst="roundRect">
            <a:avLst>
              <a:gd name="adj" fmla="val 9876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412748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72768" y="1481328"/>
            <a:ext cx="95399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 x &lt; 0，两边同乘负数 x 时不等号反向</a:t>
            </a:r>
            <a:endParaRPr sz="16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left_ineq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12607"/>
            <a:ext cx="3145154" cy="8370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2871216"/>
            <a:ext cx="10728655" cy="1481328"/>
          </a:xfrm>
          <a:prstGeom prst="roundRect">
            <a:avLst>
              <a:gd name="adj" fmla="val 9876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058668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72768" y="3127248"/>
            <a:ext cx="95399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两端仍趋于 1，夹逼给出左极限</a:t>
            </a:r>
            <a:endParaRPr sz="16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left_l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570636"/>
            <a:ext cx="2350674" cy="521398"/>
          </a:xfrm>
          <a:prstGeom prst="rect">
            <a:avLst/>
          </a:prstGeom>
        </p:spPr>
      </p:pic>
      <p:pic>
        <p:nvPicPr>
          <p:cNvPr id="16" name="Picture 15" descr="left_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412807"/>
            <a:ext cx="2481452" cy="83705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1520" y="4498848"/>
            <a:ext cx="10728655" cy="1719072"/>
          </a:xfrm>
          <a:prstGeom prst="roundRect">
            <a:avLst>
              <a:gd name="adj" fmla="val 851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498848"/>
            <a:ext cx="50292" cy="17190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736592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50" b="1">
                <a:solidFill>
                  <a:srgbClr val="EAF1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左右极限都存在且相等，故双侧极限存在，且</a:t>
            </a:r>
            <a:endParaRPr sz="1550" b="1">
              <a:solidFill>
                <a:srgbClr val="EAF1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Picture 19" descr="fin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113210"/>
            <a:ext cx="2748914" cy="9658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92240" y="5248656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AFC3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右侧恒有 1 − x &lt; y ≤ 1，左侧恒有 1 ≤ y &lt; 1 − x：两条单侧路径都通向同一个数。</a:t>
            </a:r>
            <a:endParaRPr sz="1300" b="0">
              <a:solidFill>
                <a:srgbClr val="AFC3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5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另解：分数部分分解，一步到位</a:t>
            </a:r>
            <a:endParaRPr sz="25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9808" y="1024128"/>
            <a:ext cx="841248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695" y="502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8A98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恒等变形</a:t>
            </a:r>
            <a:endParaRPr sz="1200" b="0">
              <a:solidFill>
                <a:srgbClr val="8A98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3916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8A98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取整函数极限 · 夹逼定理</a:t>
            </a:r>
            <a:endParaRPr sz="1050" b="0">
              <a:solidFill>
                <a:srgbClr val="8A98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62895" y="639165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05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1170432"/>
          </a:xfrm>
          <a:prstGeom prst="roundRect">
            <a:avLst>
              <a:gd name="adj" fmla="val 12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376172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5399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任何实数都能唯一写成「整数部分 + 分数部分」</a:t>
            </a:r>
            <a:endParaRPr sz="16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frac_de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47659"/>
            <a:ext cx="4411027" cy="36461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2468880"/>
            <a:ext cx="10728655" cy="1627632"/>
          </a:xfrm>
          <a:prstGeom prst="roundRect">
            <a:avLst>
              <a:gd name="adj" fmla="val 8988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656332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72768" y="2724912"/>
            <a:ext cx="95399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t = 1/x 代入，得到恒等式</a:t>
            </a:r>
            <a:endParaRPr sz="16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028378"/>
            <a:ext cx="6226492" cy="9658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4206240"/>
            <a:ext cx="10728655" cy="1243584"/>
          </a:xfrm>
          <a:prstGeom prst="roundRect">
            <a:avLst>
              <a:gd name="adj" fmla="val 11764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393692"/>
            <a:ext cx="384048" cy="384048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72768" y="4462272"/>
            <a:ext cx="95399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误差被 |x| 压住，故极限为 1</a:t>
            </a:r>
            <a:endParaRPr sz="16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Picture 18" descr="b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709445"/>
            <a:ext cx="2992374" cy="676084"/>
          </a:xfrm>
          <a:prstGeom prst="rect">
            <a:avLst/>
          </a:prstGeom>
        </p:spPr>
      </p:pic>
      <p:pic>
        <p:nvPicPr>
          <p:cNvPr id="20" name="Picture 19" descr="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54" y="4709445"/>
            <a:ext cx="1924240" cy="6760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31520" y="5504688"/>
            <a:ext cx="10728655" cy="731520"/>
          </a:xfrm>
          <a:prstGeom prst="roundRect">
            <a:avLst>
              <a:gd name="adj" fmla="val 20000"/>
            </a:avLst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5504688"/>
            <a:ext cx="50292" cy="7315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5596127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关键洞察    </a:t>
            </a:r>
            <a:r>
              <a:rPr sz="1250" b="0">
                <a:solidFill>
                  <a:srgbClr val="7A5A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取整误差有界（小于 1），乘上趋于 0 的 x 后必然消失；把 [1/x] 直接当作 1/x 而不加说明，是常见失分点。</a:t>
            </a:r>
            <a:endParaRPr sz="1250" b="0">
              <a:solidFill>
                <a:srgbClr val="7A5A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5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数值验证与图像</a:t>
            </a:r>
            <a:endParaRPr sz="25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9808" y="1024128"/>
            <a:ext cx="841248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695" y="502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8A98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结论与延伸</a:t>
            </a:r>
            <a:endParaRPr sz="1200" b="0">
              <a:solidFill>
                <a:srgbClr val="8A98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3916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8A98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取整函数极限 · 夹逼定理</a:t>
            </a:r>
            <a:endParaRPr sz="1050" b="0">
              <a:solidFill>
                <a:srgbClr val="8A98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62895" y="639165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05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98448"/>
          <a:ext cx="5532120" cy="3200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17830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[1/x]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x·[1/x]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0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62B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0.80</a:t>
                      </a:r>
                      <a:endParaRPr sz="1350" b="1">
                        <a:solidFill>
                          <a:srgbClr val="A62B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62B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0.90</a:t>
                      </a:r>
                      <a:endParaRPr sz="1350" b="1">
                        <a:solidFill>
                          <a:srgbClr val="A62B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62B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1.00</a:t>
                      </a:r>
                      <a:endParaRPr sz="1350" b="1">
                        <a:solidFill>
                          <a:srgbClr val="A62B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−0.1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−10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62B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1.00</a:t>
                      </a:r>
                      <a:endParaRPr sz="1350" b="1">
                        <a:solidFill>
                          <a:srgbClr val="A62B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−0.3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−4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62B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1.20</a:t>
                      </a:r>
                      <a:endParaRPr sz="1350" b="1">
                        <a:solidFill>
                          <a:srgbClr val="A62B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−0.4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3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−3</a:t>
                      </a:r>
                      <a:endParaRPr sz="1350" b="0">
                        <a:solidFill>
                          <a:srgbClr val="23313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62B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1.20</a:t>
                      </a:r>
                      <a:endParaRPr sz="1350" b="1">
                        <a:solidFill>
                          <a:srgbClr val="A62B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marT="18288" marB="18288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663440"/>
            <a:ext cx="5440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表中每个值都落在 1 ± |x| 之间：右侧 1 − x &lt; y ≤ 1，左侧 1 ≤ y &lt; 1 − x。</a:t>
            </a:r>
            <a:endParaRPr sz="12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pl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1298448"/>
            <a:ext cx="4800600" cy="3289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56832" y="4681728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曲线随 x → 0 被夹在逐渐收拢的带形区域内，并趋于点 (0, 1)。</a:t>
            </a:r>
            <a:endParaRPr sz="125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5358384"/>
            <a:ext cx="10728655" cy="914400"/>
          </a:xfrm>
          <a:prstGeom prst="roundRect">
            <a:avLst>
              <a:gd name="adj" fmla="val 16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5358384"/>
            <a:ext cx="50292" cy="9144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5413152"/>
            <a:ext cx="2290762" cy="8048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49039" y="553212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>
                <a:solidFill>
                  <a:srgbClr val="EAF1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结论：左右极限相等，故原极限为 1。</a:t>
            </a:r>
            <a:endParaRPr sz="1350" b="1">
              <a:solidFill>
                <a:srgbClr val="EAF1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66560" y="5532120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AFC3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延伸（a ≠ 0）</a:t>
            </a:r>
            <a:endParaRPr sz="1250" b="0">
              <a:solidFill>
                <a:srgbClr val="AFC3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Picture 16" descr="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902" y="5514594"/>
            <a:ext cx="1800225" cy="601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954</Words>
  <Application>WPS 演示</Application>
  <PresentationFormat>On-screen Show (4:3)</PresentationFormat>
  <Paragraphs>154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.</cp:lastModifiedBy>
  <cp:revision>2</cp:revision>
  <dcterms:created xsi:type="dcterms:W3CDTF">2013-01-27T09:14:00Z</dcterms:created>
  <dcterms:modified xsi:type="dcterms:W3CDTF">2026-10-13T09:39:12Z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9EC1521F99EF4C9C9A116CC8E488C5D5_13</vt:lpwstr>
  </property>
  <property fmtid="{D5CDD505-2E9C-101B-9397-08002B2CF9AE}" pid="3" name="KSOProductBuildVer">
    <vt:lpwstr>2052-12.1.0.19302</vt:lpwstr>
  </property>
</Properties>
</file>