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74980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高等数学 · 极限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25296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高阶抵消型极限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2240280"/>
            <a:ext cx="676656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通分、泰勒展开与阶数比较</a:t>
            </a:r>
          </a:p>
        </p:txBody>
      </p:sp>
      <p:pic>
        <p:nvPicPr>
          <p:cNvPr id="5" name="Picture 4" descr="cover_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82112"/>
            <a:ext cx="6424409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" y="587044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经典教材习题改编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05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01  原题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804672"/>
            <a:ext cx="99669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原题与来源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5105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pic>
        <p:nvPicPr>
          <p:cNvPr id="5" name="Picture 4" descr="original_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148" y="1481328"/>
            <a:ext cx="75438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096512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来源：经典教材习题改编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35424"/>
            <a:ext cx="9692640" cy="914400"/>
          </a:xfrm>
          <a:prstGeom prst="rect">
            <a:avLst/>
          </a:prstGeom>
          <a:noFill/>
        </p:spPr>
        <p:txBody>
          <a:bodyPr wrap="square" lIns="22860" rIns="22860" tIns="22860" bIns="2286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同济大学《高等数学》第七版上册，极限与泰勒公式部分。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也常见于考研数学复习资料。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50992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具体题号需人工按教材核对。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02  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804672"/>
            <a:ext cx="99669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先通分，再比较阶数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5105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438912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545336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通分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20824"/>
            <a:ext cx="4297680" cy="731520"/>
          </a:xfrm>
          <a:prstGeom prst="rect">
            <a:avLst/>
          </a:prstGeom>
          <a:noFill/>
        </p:spPr>
        <p:txBody>
          <a:bodyPr wrap="square" lIns="22860" rIns="22860" tIns="22860" bIns="2286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先通分，把两个分式的差化成单一分式。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38912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8803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展开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55848"/>
            <a:ext cx="4297680" cy="822960"/>
          </a:xfrm>
          <a:prstGeom prst="rect">
            <a:avLst/>
          </a:prstGeom>
          <a:noFill/>
        </p:spPr>
        <p:txBody>
          <a:bodyPr wrap="square" lIns="22860" rIns="22860" tIns="22860" bIns="2286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分子保留到首个未抵消项；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四阶项决定答案。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70832"/>
            <a:ext cx="438912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325112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800600"/>
            <a:ext cx="4297680" cy="731520"/>
          </a:xfrm>
          <a:prstGeom prst="rect">
            <a:avLst/>
          </a:prstGeom>
          <a:noFill/>
        </p:spPr>
        <p:txBody>
          <a:bodyPr wrap="square" lIns="22860" rIns="22860" tIns="22860" bIns="2286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分母整体为四阶；分子与它同阶后，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常数项才会留下。</a:t>
            </a:r>
          </a:p>
        </p:txBody>
      </p:sp>
      <p:pic>
        <p:nvPicPr>
          <p:cNvPr id="14" name="Picture 13" descr="common_denomin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543" y="1572768"/>
            <a:ext cx="5356513" cy="1143000"/>
          </a:xfrm>
          <a:prstGeom prst="rect">
            <a:avLst/>
          </a:prstGeom>
        </p:spPr>
      </p:pic>
      <p:pic>
        <p:nvPicPr>
          <p:cNvPr id="15" name="Picture 14" descr="denominator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563" y="2999232"/>
            <a:ext cx="4270729" cy="658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6752" y="3895344"/>
            <a:ext cx="5074920" cy="658368"/>
          </a:xfrm>
          <a:prstGeom prst="rect">
            <a:avLst/>
          </a:prstGeom>
          <a:noFill/>
        </p:spPr>
        <p:txBody>
          <a:bodyPr wrap="square" lIns="22860" rIns="22860" tIns="22860" bIns="22860" anchor="t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先定分母阶数，再决定分子要展开到哪一项。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03  关键展开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804672"/>
            <a:ext cx="99669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展开到四阶，抵消才会显形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5105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展开正弦</a:t>
            </a:r>
          </a:p>
        </p:txBody>
      </p:sp>
      <p:pic>
        <p:nvPicPr>
          <p:cNvPr id="6" name="Picture 5" descr="sin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00796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6517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平方以后</a:t>
            </a:r>
          </a:p>
        </p:txBody>
      </p:sp>
      <p:pic>
        <p:nvPicPr>
          <p:cNvPr id="8" name="Picture 7" descr="sin_squared_expa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99232"/>
            <a:ext cx="5623560" cy="749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397763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取倒数</a:t>
            </a:r>
          </a:p>
        </p:txBody>
      </p:sp>
      <p:pic>
        <p:nvPicPr>
          <p:cNvPr id="10" name="Picture 9" descr="reciprocal_expan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25112"/>
            <a:ext cx="5219085" cy="8412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5541264"/>
            <a:ext cx="8961120" cy="530352"/>
          </a:xfrm>
          <a:prstGeom prst="rect">
            <a:avLst/>
          </a:prstGeom>
          <a:noFill/>
        </p:spPr>
        <p:txBody>
          <a:bodyPr wrap="square" lIns="22860" rIns="22860" tIns="22860" bIns="2286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平方保留到四阶；取倒数后，常数项与二阶项同时显现。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04  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804672"/>
            <a:ext cx="99669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求极限与验证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5105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主法 · 泰勒展开</a:t>
            </a:r>
          </a:p>
        </p:txBody>
      </p:sp>
      <p:pic>
        <p:nvPicPr>
          <p:cNvPr id="6" name="Picture 5" descr="final_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1035274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3649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交叉检查 · 标准极限分解</a:t>
            </a:r>
          </a:p>
        </p:txBody>
      </p:sp>
      <p:pic>
        <p:nvPicPr>
          <p:cNvPr id="8" name="Picture 7" descr="cross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21608"/>
            <a:ext cx="9415370" cy="960120"/>
          </a:xfrm>
          <a:prstGeom prst="rect">
            <a:avLst/>
          </a:prstGeom>
        </p:spPr>
      </p:pic>
      <p:pic>
        <p:nvPicPr>
          <p:cNvPr id="9" name="Picture 8" descr="standard_li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38344"/>
            <a:ext cx="1914336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28032" y="5074920"/>
            <a:ext cx="5897880" cy="658368"/>
          </a:xfrm>
          <a:prstGeom prst="rect">
            <a:avLst/>
          </a:prstGeom>
          <a:noFill/>
        </p:spPr>
        <p:txBody>
          <a:bodyPr wrap="square" lIns="22860" rIns="22860" tIns="22860" bIns="2286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两次洛必达得到该标准极限，再与主法结果对照。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4754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05 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804672"/>
            <a:ext cx="996696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方法与常见错误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5105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E6F6A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方法要点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4709160" cy="3520440"/>
          </a:xfrm>
          <a:prstGeom prst="rect">
            <a:avLst/>
          </a:prstGeom>
          <a:noFill/>
        </p:spPr>
        <p:txBody>
          <a:bodyPr wrap="square" lIns="22860" rIns="22860" tIns="22860" bIns="22860" anchor="t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1. 先通分，把差式化为单一分式。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2. 用抵消阶数决定展开深度。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3. 分母按整体等价无穷小定阶。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4. 用标准极限或洛必达交叉检查。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664208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常见错误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176272"/>
            <a:ext cx="5074920" cy="3657600"/>
          </a:xfrm>
          <a:prstGeom prst="rect">
            <a:avLst/>
          </a:prstGeom>
          <a:noFill/>
        </p:spPr>
        <p:txBody>
          <a:bodyPr wrap="square" lIns="22860" rIns="22860" tIns="22860" bIns="2286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1. 直接以一次项代替正弦函数，忽略分子抵消。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2. 正弦平方只展开到二阶，展开深度不够。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3. 连续使用洛必达，却不先整理分式。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4. 丢掉高阶项，过早判断分子为零。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高阶抵消型极限</dc:title>
  <dc:subject>高等数学极限题的分步解答</dc:subject>
  <dc:creator>数学助教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