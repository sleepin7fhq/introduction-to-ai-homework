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2"/>
  </p:sldMasterIdLst>
  <p:notesMasterIdLst>
    <p:notesMasterId r:id="rId9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6858000" cy="9144000"/>
  <p:custDataLst>
    <p:tags r:id="rId9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43CF2C3-3950-4E40-A02F-66DCCF188A6B}">
          <p14:sldIdLst>
            <p14:sldId id="672"/>
            <p14:sldId id="696"/>
            <p14:sldId id="699"/>
            <p14:sldId id="673"/>
            <p14:sldId id="697"/>
            <p14:sldId id="682"/>
            <p14:sldId id="684"/>
            <p14:sldId id="559"/>
            <p14:sldId id="592"/>
            <p14:sldId id="544"/>
            <p14:sldId id="706"/>
            <p14:sldId id="674"/>
            <p14:sldId id="676"/>
            <p14:sldId id="560"/>
            <p14:sldId id="651"/>
            <p14:sldId id="547"/>
            <p14:sldId id="548"/>
            <p14:sldId id="549"/>
            <p14:sldId id="550"/>
            <p14:sldId id="692"/>
            <p14:sldId id="695"/>
            <p14:sldId id="571"/>
            <p14:sldId id="567"/>
            <p14:sldId id="569"/>
            <p14:sldId id="563"/>
            <p14:sldId id="564"/>
            <p14:sldId id="561"/>
            <p14:sldId id="690"/>
            <p14:sldId id="691"/>
            <p14:sldId id="562"/>
            <p14:sldId id="700"/>
            <p14:sldId id="573"/>
            <p14:sldId id="575"/>
            <p14:sldId id="576"/>
            <p14:sldId id="574"/>
            <p14:sldId id="653"/>
            <p14:sldId id="580"/>
            <p14:sldId id="581"/>
            <p14:sldId id="582"/>
            <p14:sldId id="587"/>
            <p14:sldId id="584"/>
            <p14:sldId id="585"/>
            <p14:sldId id="588"/>
            <p14:sldId id="586"/>
            <p14:sldId id="590"/>
            <p14:sldId id="675"/>
            <p14:sldId id="654"/>
            <p14:sldId id="656"/>
            <p14:sldId id="698"/>
          </p14:sldIdLst>
        </p14:section>
        <p14:section name="附录-素材" id="{3050140B-5B37-47BE-8423-F6A0577ED44C}">
          <p14:sldIdLst>
            <p14:sldId id="645"/>
            <p14:sldId id="262"/>
            <p14:sldId id="597"/>
            <p14:sldId id="598"/>
            <p14:sldId id="646"/>
            <p14:sldId id="705"/>
            <p14:sldId id="669"/>
            <p14:sldId id="671"/>
            <p14:sldId id="657"/>
            <p14:sldId id="658"/>
            <p14:sldId id="659"/>
            <p14:sldId id="660"/>
            <p14:sldId id="661"/>
            <p14:sldId id="662"/>
            <p14:sldId id="663"/>
            <p14:sldId id="664"/>
          </p14:sldIdLst>
        </p14:section>
        <p14:section name="使用规范" id="{47918508-6F2A-4DC8-ACB3-0B9712E4E205}">
          <p14:sldIdLst>
            <p14:sldId id="612"/>
            <p14:sldId id="611"/>
            <p14:sldId id="505"/>
            <p14:sldId id="613"/>
            <p14:sldId id="506"/>
            <p14:sldId id="614"/>
            <p14:sldId id="615"/>
            <p14:sldId id="616"/>
            <p14:sldId id="679"/>
            <p14:sldId id="678"/>
            <p14:sldId id="619"/>
            <p14:sldId id="620"/>
            <p14:sldId id="622"/>
            <p14:sldId id="677"/>
            <p14:sldId id="623"/>
            <p14:sldId id="624"/>
            <p14:sldId id="640"/>
            <p14:sldId id="627"/>
            <p14:sldId id="629"/>
            <p14:sldId id="633"/>
            <p14:sldId id="631"/>
            <p14:sldId id="636"/>
            <p14:sldId id="637"/>
            <p14:sldId id="643"/>
            <p14:sldId id="644"/>
            <p14:sldId id="7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FDFCFB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79874" autoAdjust="0"/>
  </p:normalViewPr>
  <p:slideViewPr>
    <p:cSldViewPr snapToGrid="0">
      <p:cViewPr>
        <p:scale>
          <a:sx n="75" d="100"/>
          <a:sy n="75" d="100"/>
        </p:scale>
        <p:origin x="123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985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94" Type="http://schemas.openxmlformats.org/officeDocument/2006/relationships/notesMaster" Target="notesMasters/notesMaster1.xml"/><Relationship Id="rId95" Type="http://schemas.openxmlformats.org/officeDocument/2006/relationships/tags" Target="tags/tag1.xml"/><Relationship Id="rId96" Type="http://schemas.openxmlformats.org/officeDocument/2006/relationships/presProps" Target="presProps.xml"/><Relationship Id="rId97" Type="http://schemas.openxmlformats.org/officeDocument/2006/relationships/viewProps" Target="viewProps.xml"/><Relationship Id="rId98" Type="http://schemas.openxmlformats.org/officeDocument/2006/relationships/theme" Target="theme/theme1.xml"/><Relationship Id="rId9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51752-2BA6-4267-BD9C-0255A6E7A7A8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2A4A-2F78-42A2-8BB5-4E355942CA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0402823" y="853956"/>
            <a:ext cx="1875342" cy="6834393"/>
            <a:chOff x="10402823" y="853956"/>
            <a:chExt cx="1875342" cy="6834393"/>
          </a:xfrm>
        </p:grpSpPr>
        <p:sp>
          <p:nvSpPr>
            <p:cNvPr id="15" name="任意多边形: 形状 14"/>
            <p:cNvSpPr/>
            <p:nvPr userDrawn="1"/>
          </p:nvSpPr>
          <p:spPr>
            <a:xfrm rot="17975649">
              <a:off x="7764318" y="3492461"/>
              <a:ext cx="6834393" cy="1557383"/>
            </a:xfrm>
            <a:custGeom>
              <a:avLst/>
              <a:gdLst>
                <a:gd name="connsiteX0" fmla="*/ 4887162 w 6834393"/>
                <a:gd name="connsiteY0" fmla="*/ 1105918 h 1557383"/>
                <a:gd name="connsiteX1" fmla="*/ 4092251 w 6834393"/>
                <a:gd name="connsiteY1" fmla="*/ 1557383 h 1557383"/>
                <a:gd name="connsiteX2" fmla="*/ 884506 w 6834393"/>
                <a:gd name="connsiteY2" fmla="*/ 1557383 h 1557383"/>
                <a:gd name="connsiteX3" fmla="*/ 628100 w 6834393"/>
                <a:gd name="connsiteY3" fmla="*/ 1105918 h 1557383"/>
                <a:gd name="connsiteX4" fmla="*/ 6834393 w 6834393"/>
                <a:gd name="connsiteY4" fmla="*/ 0 h 1557383"/>
                <a:gd name="connsiteX5" fmla="*/ 6039483 w 6834393"/>
                <a:gd name="connsiteY5" fmla="*/ 451465 h 1557383"/>
                <a:gd name="connsiteX6" fmla="*/ 256407 w 6834393"/>
                <a:gd name="connsiteY6" fmla="*/ 451465 h 1557383"/>
                <a:gd name="connsiteX7" fmla="*/ 0 w 6834393"/>
                <a:gd name="connsiteY7" fmla="*/ 0 h 155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34393" h="1557383">
                  <a:moveTo>
                    <a:pt x="4887162" y="1105918"/>
                  </a:moveTo>
                  <a:lnTo>
                    <a:pt x="4092251" y="1557383"/>
                  </a:lnTo>
                  <a:lnTo>
                    <a:pt x="884506" y="1557383"/>
                  </a:lnTo>
                  <a:lnTo>
                    <a:pt x="628100" y="1105918"/>
                  </a:lnTo>
                  <a:close/>
                  <a:moveTo>
                    <a:pt x="6834393" y="0"/>
                  </a:moveTo>
                  <a:lnTo>
                    <a:pt x="6039483" y="451465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 rot="17975649">
              <a:off x="8726108" y="4052302"/>
              <a:ext cx="5546729" cy="1557384"/>
            </a:xfrm>
            <a:custGeom>
              <a:avLst/>
              <a:gdLst>
                <a:gd name="connsiteX0" fmla="*/ 3599499 w 5546729"/>
                <a:gd name="connsiteY0" fmla="*/ 1105919 h 1557384"/>
                <a:gd name="connsiteX1" fmla="*/ 2804588 w 5546729"/>
                <a:gd name="connsiteY1" fmla="*/ 1557384 h 1557384"/>
                <a:gd name="connsiteX2" fmla="*/ 884507 w 5546729"/>
                <a:gd name="connsiteY2" fmla="*/ 1557383 h 1557384"/>
                <a:gd name="connsiteX3" fmla="*/ 628100 w 5546729"/>
                <a:gd name="connsiteY3" fmla="*/ 1105919 h 1557384"/>
                <a:gd name="connsiteX4" fmla="*/ 5546729 w 5546729"/>
                <a:gd name="connsiteY4" fmla="*/ 1 h 1557384"/>
                <a:gd name="connsiteX5" fmla="*/ 4751818 w 5546729"/>
                <a:gd name="connsiteY5" fmla="*/ 451466 h 1557384"/>
                <a:gd name="connsiteX6" fmla="*/ 256407 w 5546729"/>
                <a:gd name="connsiteY6" fmla="*/ 451465 h 1557384"/>
                <a:gd name="connsiteX7" fmla="*/ 0 w 5546729"/>
                <a:gd name="connsiteY7" fmla="*/ 0 h 155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46729" h="1557384">
                  <a:moveTo>
                    <a:pt x="3599499" y="1105919"/>
                  </a:moveTo>
                  <a:lnTo>
                    <a:pt x="2804588" y="1557384"/>
                  </a:lnTo>
                  <a:lnTo>
                    <a:pt x="884507" y="1557383"/>
                  </a:lnTo>
                  <a:lnTo>
                    <a:pt x="628100" y="1105919"/>
                  </a:lnTo>
                  <a:close/>
                  <a:moveTo>
                    <a:pt x="5546729" y="1"/>
                  </a:moveTo>
                  <a:lnTo>
                    <a:pt x="4751818" y="451466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" name="图片 16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2" name="直接连接符 21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4026732 w 5953266"/>
              <a:gd name="connsiteY1" fmla="*/ 0 h 6858000"/>
              <a:gd name="connsiteX2" fmla="*/ 4359910 w 5953266"/>
              <a:gd name="connsiteY2" fmla="*/ 252902 h 6858000"/>
              <a:gd name="connsiteX3" fmla="*/ 5953266 w 5953266"/>
              <a:gd name="connsiteY3" fmla="*/ 3682471 h 6858000"/>
              <a:gd name="connsiteX4" fmla="*/ 4670843 w 5953266"/>
              <a:gd name="connsiteY4" fmla="*/ 6825186 h 6858000"/>
              <a:gd name="connsiteX5" fmla="*/ 4635274 w 5953266"/>
              <a:gd name="connsiteY5" fmla="*/ 6858000 h 6858000"/>
              <a:gd name="connsiteX6" fmla="*/ 0 w 59532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4026732" y="0"/>
                </a:lnTo>
                <a:lnTo>
                  <a:pt x="4359910" y="252902"/>
                </a:lnTo>
                <a:cubicBezTo>
                  <a:pt x="5333013" y="1068083"/>
                  <a:pt x="5953266" y="2301751"/>
                  <a:pt x="5953266" y="3682471"/>
                </a:cubicBezTo>
                <a:cubicBezTo>
                  <a:pt x="5953266" y="4909778"/>
                  <a:pt x="5463189" y="6020895"/>
                  <a:pt x="4670843" y="6825186"/>
                </a:cubicBezTo>
                <a:lnTo>
                  <a:pt x="46352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2" name="图片 121"/>
          <p:cNvPicPr>
            <a:picLocks noChangeAspect="1"/>
          </p:cNvPicPr>
          <p:nvPr userDrawn="1"/>
        </p:nvPicPr>
        <p:blipFill>
          <a:blip r:embed="rId3"/>
          <a:srcRect l="35649" t="16934" b="16934"/>
          <a:stretch>
            <a:fillRect/>
          </a:stretch>
        </p:blipFill>
        <p:spPr>
          <a:xfrm>
            <a:off x="2" y="0"/>
            <a:ext cx="6677201" cy="6858000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1" name="图片 120"/>
          <p:cNvPicPr/>
          <p:nvPr userDrawn="1"/>
        </p:nvPicPr>
        <p:blipFill>
          <a:blip r:embed="rId4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73" t="9127" b="14811"/>
          <a:stretch>
            <a:fillRect/>
          </a:stretch>
        </p:blipFill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5953266 w 5953266"/>
              <a:gd name="connsiteY1" fmla="*/ 0 h 6858000"/>
              <a:gd name="connsiteX2" fmla="*/ 5953266 w 5953266"/>
              <a:gd name="connsiteY2" fmla="*/ 6858000 h 6858000"/>
              <a:gd name="connsiteX3" fmla="*/ 0 w 59532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5953266" y="0"/>
                </a:lnTo>
                <a:lnTo>
                  <a:pt x="59532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</a:p>
        </p:txBody>
      </p:sp>
      <p:sp>
        <p:nvSpPr>
          <p:cNvPr id="124" name="日期占位符 123"/>
          <p:cNvSpPr>
            <a:spLocks noGrp="1"/>
          </p:cNvSpPr>
          <p:nvPr>
            <p:ph type="dt" sz="half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7004" b="7878"/>
          <a:stretch>
            <a:fillRect/>
          </a:stretch>
        </p:blipFill>
        <p:spPr>
          <a:xfrm>
            <a:off x="4511550" y="0"/>
            <a:ext cx="7680450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8" t="7878" r="36982" b="7878"/>
          <a:stretch>
            <a:fillRect/>
          </a:stretch>
        </p:blipFill>
        <p:spPr>
          <a:xfrm>
            <a:off x="5349870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1" name="组合 30"/>
          <p:cNvGrpSpPr/>
          <p:nvPr userDrawn="1"/>
        </p:nvGrpSpPr>
        <p:grpSpPr>
          <a:xfrm>
            <a:off x="5852864" y="578865"/>
            <a:ext cx="5910561" cy="8110350"/>
            <a:chOff x="5852864" y="578865"/>
            <a:chExt cx="5910561" cy="8110350"/>
          </a:xfrm>
        </p:grpSpPr>
        <p:sp>
          <p:nvSpPr>
            <p:cNvPr id="32" name="任意多边形: 形状 31"/>
            <p:cNvSpPr/>
            <p:nvPr/>
          </p:nvSpPr>
          <p:spPr>
            <a:xfrm rot="1764741">
              <a:off x="6434339" y="578865"/>
              <a:ext cx="5329086" cy="8110349"/>
            </a:xfrm>
            <a:custGeom>
              <a:avLst/>
              <a:gdLst>
                <a:gd name="connsiteX0" fmla="*/ 4907596 w 5329086"/>
                <a:gd name="connsiteY0" fmla="*/ 1735493 h 8110349"/>
                <a:gd name="connsiteX1" fmla="*/ 5329086 w 5329086"/>
                <a:gd name="connsiteY1" fmla="*/ 2483140 h 8110349"/>
                <a:gd name="connsiteX2" fmla="*/ 5329086 w 5329086"/>
                <a:gd name="connsiteY2" fmla="*/ 5106050 h 8110349"/>
                <a:gd name="connsiteX3" fmla="*/ 4907597 w 5329086"/>
                <a:gd name="connsiteY3" fmla="*/ 5343666 h 8110349"/>
                <a:gd name="connsiteX4" fmla="*/ 0 w 5329086"/>
                <a:gd name="connsiteY4" fmla="*/ 237617 h 8110349"/>
                <a:gd name="connsiteX5" fmla="*/ 421490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6" y="1735493"/>
                  </a:moveTo>
                  <a:lnTo>
                    <a:pt x="5329086" y="2483140"/>
                  </a:lnTo>
                  <a:lnTo>
                    <a:pt x="5329086" y="5106050"/>
                  </a:lnTo>
                  <a:lnTo>
                    <a:pt x="4907597" y="5343666"/>
                  </a:lnTo>
                  <a:close/>
                  <a:moveTo>
                    <a:pt x="0" y="237617"/>
                  </a:moveTo>
                  <a:lnTo>
                    <a:pt x="421490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 rot="1764741">
              <a:off x="5852864" y="578866"/>
              <a:ext cx="5329086" cy="8110349"/>
            </a:xfrm>
            <a:custGeom>
              <a:avLst/>
              <a:gdLst>
                <a:gd name="connsiteX0" fmla="*/ 4907597 w 5329086"/>
                <a:gd name="connsiteY0" fmla="*/ 551447 h 8110349"/>
                <a:gd name="connsiteX1" fmla="*/ 5329086 w 5329086"/>
                <a:gd name="connsiteY1" fmla="*/ 1299093 h 8110349"/>
                <a:gd name="connsiteX2" fmla="*/ 5329086 w 5329086"/>
                <a:gd name="connsiteY2" fmla="*/ 5106050 h 8110349"/>
                <a:gd name="connsiteX3" fmla="*/ 4907596 w 5329086"/>
                <a:gd name="connsiteY3" fmla="*/ 5343667 h 8110349"/>
                <a:gd name="connsiteX4" fmla="*/ 0 w 5329086"/>
                <a:gd name="connsiteY4" fmla="*/ 237617 h 8110349"/>
                <a:gd name="connsiteX5" fmla="*/ 421489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7" y="551447"/>
                  </a:moveTo>
                  <a:lnTo>
                    <a:pt x="5329086" y="1299093"/>
                  </a:lnTo>
                  <a:lnTo>
                    <a:pt x="5329086" y="5106050"/>
                  </a:lnTo>
                  <a:lnTo>
                    <a:pt x="4907596" y="5343667"/>
                  </a:lnTo>
                  <a:close/>
                  <a:moveTo>
                    <a:pt x="0" y="237617"/>
                  </a:moveTo>
                  <a:lnTo>
                    <a:pt x="421489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5" name="文本占位符 44"/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2571074" y="1465802"/>
            <a:ext cx="3524926" cy="4336612"/>
          </a:xfrm>
          <a:custGeom>
            <a:avLst/>
            <a:gdLst>
              <a:gd name="connsiteX0" fmla="*/ 0 w 3524926"/>
              <a:gd name="connsiteY0" fmla="*/ 0 h 4326855"/>
              <a:gd name="connsiteX1" fmla="*/ 3524926 w 3524926"/>
              <a:gd name="connsiteY1" fmla="*/ 0 h 4326855"/>
              <a:gd name="connsiteX2" fmla="*/ 3524926 w 3524926"/>
              <a:gd name="connsiteY2" fmla="*/ 4326855 h 4326855"/>
              <a:gd name="connsiteX3" fmla="*/ 0 w 3524926"/>
              <a:gd name="connsiteY3" fmla="*/ 4326855 h 4326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926" h="4326855">
                <a:moveTo>
                  <a:pt x="0" y="0"/>
                </a:moveTo>
                <a:lnTo>
                  <a:pt x="3524926" y="0"/>
                </a:lnTo>
                <a:lnTo>
                  <a:pt x="3524926" y="4326855"/>
                </a:lnTo>
                <a:lnTo>
                  <a:pt x="0" y="4326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tIns="4680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文本框 15"/>
          <p:cNvSpPr txBox="1"/>
          <p:nvPr userDrawn="1"/>
        </p:nvSpPr>
        <p:spPr>
          <a:xfrm rot="16200000">
            <a:off x="-1272970" y="3259723"/>
            <a:ext cx="4113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800" dirty="0">
                <a:solidFill>
                  <a:schemeClr val="bg1">
                    <a:lumMod val="75000"/>
                  </a:schemeClr>
                </a:solidFill>
              </a:rPr>
              <a:t>Southeast University</a:t>
            </a:r>
            <a:endParaRPr lang="zh-CN" altLang="en-US" sz="1600" spc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6632171" y="1253531"/>
            <a:ext cx="4886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7200" i="1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7398196" y="3937575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7398196" y="4685329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7398196" y="5433083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35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6749903" y="2564527"/>
            <a:ext cx="3396528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6749903" y="1812873"/>
            <a:ext cx="3088698" cy="7694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5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0" y="1093511"/>
            <a:ext cx="6400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kumimoji="0" lang="zh-CN" altLang="en-US" sz="8800" b="0" i="1" u="none" strike="noStrike" cap="none" spc="0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400" y="3881451"/>
            <a:ext cx="3610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660400" y="4685329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660400" y="5433083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52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331720" y="2106802"/>
            <a:ext cx="3088698" cy="76944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1541828" y="3152034"/>
            <a:ext cx="3396528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2"/>
          </p:nvPr>
        </p:nvSpPr>
        <p:spPr>
          <a:xfrm>
            <a:off x="5131444" y="0"/>
            <a:ext cx="7060556" cy="6858000"/>
          </a:xfrm>
          <a:custGeom>
            <a:avLst/>
            <a:gdLst>
              <a:gd name="connsiteX0" fmla="*/ 2232141 w 7060556"/>
              <a:gd name="connsiteY0" fmla="*/ 0 h 6858000"/>
              <a:gd name="connsiteX1" fmla="*/ 7060556 w 7060556"/>
              <a:gd name="connsiteY1" fmla="*/ 0 h 6858000"/>
              <a:gd name="connsiteX2" fmla="*/ 7060556 w 7060556"/>
              <a:gd name="connsiteY2" fmla="*/ 6858000 h 6858000"/>
              <a:gd name="connsiteX3" fmla="*/ 659756 w 7060556"/>
              <a:gd name="connsiteY3" fmla="*/ 6858000 h 6858000"/>
              <a:gd name="connsiteX4" fmla="*/ 0 w 7060556"/>
              <a:gd name="connsiteY4" fmla="*/ 5318567 h 6858000"/>
              <a:gd name="connsiteX5" fmla="*/ 2076565 w 7060556"/>
              <a:gd name="connsiteY5" fmla="*/ 341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60556" h="6858000">
                <a:moveTo>
                  <a:pt x="2232141" y="0"/>
                </a:moveTo>
                <a:lnTo>
                  <a:pt x="7060556" y="0"/>
                </a:lnTo>
                <a:lnTo>
                  <a:pt x="7060556" y="6858000"/>
                </a:lnTo>
                <a:lnTo>
                  <a:pt x="659756" y="6858000"/>
                </a:lnTo>
                <a:lnTo>
                  <a:pt x="0" y="5318567"/>
                </a:lnTo>
                <a:cubicBezTo>
                  <a:pt x="292020" y="4312534"/>
                  <a:pt x="1148983" y="2384867"/>
                  <a:pt x="2076565" y="3419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60400" y="1383671"/>
            <a:ext cx="5001787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80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8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31"/>
          </p:nvPr>
        </p:nvSpPr>
        <p:spPr>
          <a:xfrm>
            <a:off x="5792230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1019067" y="2170482"/>
            <a:ext cx="3982720" cy="58477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1019067" y="3119036"/>
            <a:ext cx="3982720" cy="1706963"/>
          </a:xfrm>
        </p:spPr>
        <p:txBody>
          <a:bodyPr wrap="square" lIns="0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32"/>
          </p:nvPr>
        </p:nvSpPr>
        <p:spPr>
          <a:xfrm>
            <a:off x="7700964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33"/>
          </p:nvPr>
        </p:nvSpPr>
        <p:spPr>
          <a:xfrm>
            <a:off x="9609697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579230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6" name="文本占位符 11"/>
          <p:cNvSpPr>
            <a:spLocks noGrp="1"/>
          </p:cNvSpPr>
          <p:nvPr>
            <p:ph type="body" sz="quarter" idx="34" hasCustomPrompt="1"/>
          </p:nvPr>
        </p:nvSpPr>
        <p:spPr>
          <a:xfrm>
            <a:off x="7700964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8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960961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792387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7700808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9609229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图片占位符 47"/>
          <p:cNvSpPr>
            <a:spLocks noGrp="1"/>
          </p:cNvSpPr>
          <p:nvPr>
            <p:ph type="pic" sz="quarter" idx="31"/>
          </p:nvPr>
        </p:nvSpPr>
        <p:spPr>
          <a:xfrm>
            <a:off x="669868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17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295279"/>
            <a:ext cx="10826234" cy="425698"/>
          </a:xfrm>
        </p:spPr>
        <p:txBody>
          <a:bodyPr wrap="square" lIns="9000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33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322" y="5732617"/>
            <a:ext cx="2712258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4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66040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3382047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2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3382125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6103772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4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610385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5" name="文本占位符 11"/>
          <p:cNvSpPr>
            <a:spLocks noGrp="1"/>
          </p:cNvSpPr>
          <p:nvPr>
            <p:ph type="body" sz="quarter" idx="41" hasCustomPrompt="1"/>
          </p:nvPr>
        </p:nvSpPr>
        <p:spPr>
          <a:xfrm>
            <a:off x="8825497" y="5732616"/>
            <a:ext cx="2693323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42" hasCustomPrompt="1"/>
          </p:nvPr>
        </p:nvSpPr>
        <p:spPr>
          <a:xfrm>
            <a:off x="8825575" y="5327590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5" name="图片占位符 54"/>
          <p:cNvSpPr>
            <a:spLocks noGrp="1"/>
          </p:cNvSpPr>
          <p:nvPr>
            <p:ph type="pic" sz="quarter" idx="43"/>
          </p:nvPr>
        </p:nvSpPr>
        <p:spPr>
          <a:xfrm>
            <a:off x="3382047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6" name="图片占位符 55"/>
          <p:cNvSpPr>
            <a:spLocks noGrp="1"/>
          </p:cNvSpPr>
          <p:nvPr>
            <p:ph type="pic" sz="quarter" idx="44"/>
          </p:nvPr>
        </p:nvSpPr>
        <p:spPr>
          <a:xfrm>
            <a:off x="6094226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7" name="图片占位符 56"/>
          <p:cNvSpPr>
            <a:spLocks noGrp="1"/>
          </p:cNvSpPr>
          <p:nvPr>
            <p:ph type="pic" sz="quarter" idx="45"/>
          </p:nvPr>
        </p:nvSpPr>
        <p:spPr>
          <a:xfrm>
            <a:off x="8806405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69" name="文本占位符 67"/>
          <p:cNvSpPr>
            <a:spLocks noGrp="1"/>
          </p:cNvSpPr>
          <p:nvPr>
            <p:ph type="body" sz="quarter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请输入你的主标题</a:t>
            </a:r>
          </a:p>
        </p:txBody>
      </p:sp>
      <p:sp>
        <p:nvSpPr>
          <p:cNvPr id="72" name="文本占位符 6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请输入你的副标题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椭圆 60"/>
          <p:cNvSpPr/>
          <p:nvPr userDrawn="1"/>
        </p:nvSpPr>
        <p:spPr>
          <a:xfrm>
            <a:off x="5194921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椭圆 61"/>
          <p:cNvSpPr/>
          <p:nvPr userDrawn="1"/>
        </p:nvSpPr>
        <p:spPr>
          <a:xfrm>
            <a:off x="8999857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0" name="椭圆 29"/>
          <p:cNvSpPr/>
          <p:nvPr userDrawn="1"/>
        </p:nvSpPr>
        <p:spPr>
          <a:xfrm>
            <a:off x="1389985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4" name="图片占位符 53"/>
          <p:cNvSpPr>
            <a:spLocks noGrp="1"/>
          </p:cNvSpPr>
          <p:nvPr>
            <p:ph type="pic" sz="quarter" idx="12"/>
          </p:nvPr>
        </p:nvSpPr>
        <p:spPr>
          <a:xfrm>
            <a:off x="1437869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660400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8270272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4465336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图片占位符 58"/>
          <p:cNvSpPr>
            <a:spLocks noGrp="1"/>
          </p:cNvSpPr>
          <p:nvPr>
            <p:ph type="pic" sz="quarter" idx="13"/>
          </p:nvPr>
        </p:nvSpPr>
        <p:spPr>
          <a:xfrm>
            <a:off x="5242805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4"/>
          </p:nvPr>
        </p:nvSpPr>
        <p:spPr>
          <a:xfrm>
            <a:off x="9047741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3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943753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6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22334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6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4748689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68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4627270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6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8553625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70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8432206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1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669228" y="3632200"/>
            <a:ext cx="10858500" cy="0"/>
          </a:xfrm>
          <a:prstGeom prst="line">
            <a:avLst/>
          </a:prstGeom>
          <a:ln w="25400" cap="flat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 userDrawn="1"/>
        </p:nvSpPr>
        <p:spPr>
          <a:xfrm>
            <a:off x="669228" y="1496583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>
            <a:off x="9394356" y="3984612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片占位符 42"/>
          <p:cNvSpPr>
            <a:spLocks noGrp="1"/>
          </p:cNvSpPr>
          <p:nvPr>
            <p:ph type="pic" sz="quarter" idx="12"/>
          </p:nvPr>
        </p:nvSpPr>
        <p:spPr>
          <a:xfrm>
            <a:off x="726750" y="153673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44" name="图片占位符 43"/>
          <p:cNvSpPr>
            <a:spLocks noGrp="1"/>
          </p:cNvSpPr>
          <p:nvPr>
            <p:ph type="pic" sz="quarter" idx="13"/>
          </p:nvPr>
        </p:nvSpPr>
        <p:spPr>
          <a:xfrm>
            <a:off x="9451878" y="403296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3246271" y="1535879"/>
            <a:ext cx="2793341" cy="46196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6148516" y="4025048"/>
            <a:ext cx="2793341" cy="461962"/>
          </a:xfrm>
          <a:prstGeom prst="rect">
            <a:avLst/>
          </a:prstGeom>
        </p:spPr>
        <p:txBody>
          <a:bodyPr lIns="9000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3246271" y="2153813"/>
            <a:ext cx="8272629" cy="64633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9" hasCustomPrompt="1"/>
          </p:nvPr>
        </p:nvSpPr>
        <p:spPr>
          <a:xfrm>
            <a:off x="669228" y="4619089"/>
            <a:ext cx="8272629" cy="646331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0" indent="0" algn="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2447962"/>
            <a:ext cx="4420885" cy="3686138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5162118" y="2447964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397680" y="2447964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5162118" y="4331447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 userDrawn="1"/>
        </p:nvSpPr>
        <p:spPr>
          <a:xfrm>
            <a:off x="8397680" y="4331447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5398522" y="2612248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277103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6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8634084" y="2612248"/>
            <a:ext cx="2681922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512665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8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8634084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9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512665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50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5398522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51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5277103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52" name="文本占位符 11"/>
          <p:cNvSpPr>
            <a:spLocks noGrp="1"/>
          </p:cNvSpPr>
          <p:nvPr>
            <p:ph type="body" sz="quarter" idx="21" hasCustomPrompt="1"/>
          </p:nvPr>
        </p:nvSpPr>
        <p:spPr>
          <a:xfrm>
            <a:off x="660400" y="1337587"/>
            <a:ext cx="10858500" cy="735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1585023"/>
            <a:ext cx="5984238" cy="4554593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图片占位符 62"/>
          <p:cNvSpPr>
            <a:spLocks noGrp="1"/>
          </p:cNvSpPr>
          <p:nvPr>
            <p:ph type="pic" sz="quarter" idx="27"/>
          </p:nvPr>
        </p:nvSpPr>
        <p:spPr>
          <a:xfrm>
            <a:off x="660404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28"/>
          </p:nvPr>
        </p:nvSpPr>
        <p:spPr>
          <a:xfrm>
            <a:off x="3696741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29"/>
          </p:nvPr>
        </p:nvSpPr>
        <p:spPr>
          <a:xfrm>
            <a:off x="660404" y="3895974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图片占位符 65"/>
          <p:cNvSpPr>
            <a:spLocks noGrp="1"/>
          </p:cNvSpPr>
          <p:nvPr>
            <p:ph type="pic" sz="quarter" idx="30"/>
          </p:nvPr>
        </p:nvSpPr>
        <p:spPr>
          <a:xfrm>
            <a:off x="3696741" y="3895974"/>
            <a:ext cx="2947899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任意多边形: 形状 43"/>
          <p:cNvSpPr/>
          <p:nvPr userDrawn="1"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38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3600" b="1">
                <a:solidFill>
                  <a:srgbClr val="1F3B5B"/>
                </a:solidFill>
                <a:latin typeface="微软雅黑"/>
                <a:ea typeface="微软雅黑"/>
                <a:cs typeface="微软雅黑"/>
              </a:rPr>
              <a:t>压轴题 · 第 19 题解析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2025 高考数学 · 江苏卷（新高考Ⅰ卷）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设函数 f(x) = 5cos x − cos 5x    （函数与导数综合题）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800" b="1">
                <a:solidFill>
                  <a:srgbClr val="1F3B5B"/>
                </a:solidFill>
                <a:latin typeface="微软雅黑"/>
                <a:ea typeface="微软雅黑"/>
                <a:cs typeface="微软雅黑"/>
              </a:rPr>
              <a:t>原题呈现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00000"/>
            <a:ext cx="11100000" cy="5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设函数 f(x) = 5cos x − cos 5x。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(1) 求 f(x) 在 [0, π/4] 上的最大值；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(2) 给定 θ∈(0, π)，设 a 为实数，证明：存在 y∈[a−θ, a+θ]，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  使得 cos y ≤ cos θ；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(3) 若存在 φ 使得对任意 x，都有 5cos x − cos(5x+φ) ≤ b，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  求 b 的最小值。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—— 2025 年普通高等学校招生全国统一考试 · 新高考Ⅰ卷（江苏卷）· 第 19 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800" b="1">
                <a:solidFill>
                  <a:srgbClr val="1F3B5B"/>
                </a:solidFill>
                <a:latin typeface="微软雅黑"/>
                <a:ea typeface="微软雅黑"/>
                <a:cs typeface="微软雅黑"/>
              </a:rPr>
              <a:t>第 (1) 题 · 求 f(x) 在 [0, π/4] 上的最大值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00000"/>
            <a:ext cx="11100000" cy="5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求导：f′(x) = −5sin x + 5sin 5x = 5(sin 5x − sin x)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         = 10·cos 3x · sin 2x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x∈(0, π/4) 时 sin 2x &gt; 0，故符号只由 cos 3x 决定：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· 0 &lt; x &lt; π/6：cos 3x &gt; 0 → f′(x) &gt; 0，f 单调递增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· π/6 &lt; x &lt; π/4：cos 3x &lt; 0 → f′(x) &lt; 0，f 单调递减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故最大值在 x = π/6 处取得：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f(π/6) = 5cos(π/6) − cos(5π/6)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        = 5·(√3/2) − (−√3/2) = 3√3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端点核对：f(0) = 4，f(π/4) = 3√2，均小于 3√3。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∴ 最大值为 3√3。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800" b="1">
                <a:solidFill>
                  <a:srgbClr val="1F3B5B"/>
                </a:solidFill>
                <a:latin typeface="微软雅黑"/>
                <a:ea typeface="微软雅黑"/>
                <a:cs typeface="微软雅黑"/>
              </a:rPr>
              <a:t>第 (2) 题 · 存在性证明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00000"/>
            <a:ext cx="11100000" cy="5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要证：对 θ∈(0,π)、任意实数 a，存在 y∈[a−θ, a+θ] 使 cos y ≤ cos θ。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分析互补集合：cos y &gt; cos θ  ⇔  y ∈ ∪ₖ (2kπ−θ, 2kπ+θ)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这是一族长度均为 2θ、彼此分离的开区间。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反证：若在 [a−θ, a+θ] 上恒有 cos y &gt; cos θ，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则该闭区间 ⊆ 上述开区间之并。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因 [a−θ, a+θ] 连通、长度恰为 2θ，必落在某个开区间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(2kπ−θ, 2kπ+θ) 内：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a − θ &gt; 2kπ − θ   且   a + θ &lt; 2kπ + θ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⇒ a &gt; 2kπ  且  a &lt; 2kπ，矛盾。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故必存在 y∈[a−θ, a+θ] 使 cos y ≤ cos θ。证毕。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800" b="1">
                <a:solidFill>
                  <a:srgbClr val="1F3B5B"/>
                </a:solidFill>
                <a:latin typeface="微软雅黑"/>
                <a:ea typeface="微软雅黑"/>
                <a:cs typeface="微软雅黑"/>
              </a:rPr>
              <a:t>第 (3) 题 · 求 b 的最小值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00000"/>
            <a:ext cx="11100000" cy="5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记 hφ(x) = 5cos x − cos(5x+φ)。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【上界】cos 5x = 16cos⁵x − 20cos³x + 5cos x，故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f(x) = 20cos³x − 16cos⁵x = 4cos³x(5−4cos²x)。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令 t = cos x∈[−1,1]，g(t) = 20t³−16t⁵，g′(t) = 20t²(3−4t²)。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t≤0 时 g(t)≤0；t∈[0,1] 时 g 在 t=√3/2 取最大 3√3。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故 f(x) ≤ 3√3 恒成立，取 φ=0 即得 b=3√3 可行。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【下界】对任意 φ：在 (2) 中取 θ=5π/6、a=φ，存在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y∈[φ−5π/6, φ+5π/6] 使 cos y ≤ cos(5π/6) = −√3/2。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令 x = (y−φ)/5 ∈ [−π/6, π/6]，则 cos x ≥ √3/2，且 5x+φ = y。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于是 hφ(x) ≥ 5√3/2 + √3/2 = 3√3。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故任意 φ 都有 sup hφ ≥ 3√3，即必须 b ≥ 3√3。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综上，b 的最小值 = 3√3。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800" b="1">
                <a:solidFill>
                  <a:srgbClr val="1F3B5B"/>
                </a:solidFill>
                <a:latin typeface="微软雅黑"/>
                <a:ea typeface="微软雅黑"/>
                <a:cs typeface="微软雅黑"/>
              </a:rPr>
              <a:t>答案与自查结论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00000"/>
            <a:ext cx="11100000" cy="5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最终答案：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(1) f(x) 在 [0, π/4] 的最大值为 3√3；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(2) 存在 y∈[a−θ, a+θ] 使 cos y ≤ cos θ（已证）；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(3) b 的最小值为 3√3。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自查结论：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· 三问答案均与官方标准答案一致；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· (3) 上界已用换元 g(t)=20t³−16t⁵ 严格证明（非仅靠 (1) 局部单调性）；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 · 数值验证（verify_math.py）全部通过。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来源：2025 普通高校招生全国统一考试 · 新高考Ⅰ卷（江苏卷）· 第 19 题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7266</Words>
  <Application>Microsoft Office PowerPoint</Application>
  <PresentationFormat>宽屏</PresentationFormat>
  <Paragraphs>1267</Paragraphs>
  <Slides>91</Slides>
  <Notes>78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91</vt:i4>
      </vt:variant>
    </vt:vector>
  </HeadingPairs>
  <TitlesOfParts>
    <vt:vector size="93" baseType="lpstr">
      <vt:lpstr>Office 主题​​</vt:lpstr>
      <vt:lpstr>2_OfficePLUS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GTD0402</dc:creator>
  <cp:lastModifiedBy>冠镔 丁</cp:lastModifiedBy>
  <cp:revision>31</cp:revision>
  <dcterms:created xsi:type="dcterms:W3CDTF">2019-03-11T14:11:00Z</dcterms:created>
  <dcterms:modified xsi:type="dcterms:W3CDTF">2023-10-08T08:50:29Z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2019-04-12T02:41:52.0160681Z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69373f4c-3b11-4ae9-a932-ee563e5098c6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2052-11.1.0.10132</vt:lpwstr>
  </property>
</Properties>
</file>