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43CF2C3-3950-4E40-A02F-66DCCF188A6B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附录-素材" id="{3050140B-5B37-47BE-8423-F6A0577ED44C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使用规范" id="{47918508-6F2A-4DC8-ACB3-0B9712E4E20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66"/>
    <a:srgbClr val="FDFCFB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79874" autoAdjust="0"/>
  </p:normalViewPr>
  <p:slideViewPr>
    <p:cSldViewPr snapToGrid="0">
      <p:cViewPr varScale="1">
        <p:scale>
          <a:sx n="74" d="100"/>
          <a:sy n="74" d="100"/>
        </p:scale>
        <p:origin x="2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985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51752-2BA6-4267-BD9C-0255A6E7A7A8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02A4A-2F78-42A2-8BB5-4E355942CA2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10402823" y="853956"/>
            <a:ext cx="1875342" cy="6834393"/>
            <a:chOff x="10402823" y="853956"/>
            <a:chExt cx="1875342" cy="6834393"/>
          </a:xfrm>
        </p:grpSpPr>
        <p:sp>
          <p:nvSpPr>
            <p:cNvPr id="15" name="任意多边形: 形状 14"/>
            <p:cNvSpPr/>
            <p:nvPr userDrawn="1"/>
          </p:nvSpPr>
          <p:spPr>
            <a:xfrm rot="17975649">
              <a:off x="7764318" y="3492461"/>
              <a:ext cx="6834393" cy="1557383"/>
            </a:xfrm>
            <a:custGeom>
              <a:avLst/>
              <a:gdLst>
                <a:gd name="connsiteX0" fmla="*/ 4887162 w 6834393"/>
                <a:gd name="connsiteY0" fmla="*/ 1105918 h 1557383"/>
                <a:gd name="connsiteX1" fmla="*/ 4092251 w 6834393"/>
                <a:gd name="connsiteY1" fmla="*/ 1557383 h 1557383"/>
                <a:gd name="connsiteX2" fmla="*/ 884506 w 6834393"/>
                <a:gd name="connsiteY2" fmla="*/ 1557383 h 1557383"/>
                <a:gd name="connsiteX3" fmla="*/ 628100 w 6834393"/>
                <a:gd name="connsiteY3" fmla="*/ 1105918 h 1557383"/>
                <a:gd name="connsiteX4" fmla="*/ 6834393 w 6834393"/>
                <a:gd name="connsiteY4" fmla="*/ 0 h 1557383"/>
                <a:gd name="connsiteX5" fmla="*/ 6039483 w 6834393"/>
                <a:gd name="connsiteY5" fmla="*/ 451465 h 1557383"/>
                <a:gd name="connsiteX6" fmla="*/ 256407 w 6834393"/>
                <a:gd name="connsiteY6" fmla="*/ 451465 h 1557383"/>
                <a:gd name="connsiteX7" fmla="*/ 0 w 6834393"/>
                <a:gd name="connsiteY7" fmla="*/ 0 h 1557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34393" h="1557383">
                  <a:moveTo>
                    <a:pt x="4887162" y="1105918"/>
                  </a:moveTo>
                  <a:lnTo>
                    <a:pt x="4092251" y="1557383"/>
                  </a:lnTo>
                  <a:lnTo>
                    <a:pt x="884506" y="1557383"/>
                  </a:lnTo>
                  <a:lnTo>
                    <a:pt x="628100" y="1105918"/>
                  </a:lnTo>
                  <a:close/>
                  <a:moveTo>
                    <a:pt x="6834393" y="0"/>
                  </a:moveTo>
                  <a:lnTo>
                    <a:pt x="6039483" y="451465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: 形状 15"/>
            <p:cNvSpPr/>
            <p:nvPr userDrawn="1"/>
          </p:nvSpPr>
          <p:spPr>
            <a:xfrm rot="17975649">
              <a:off x="8726108" y="4052302"/>
              <a:ext cx="5546729" cy="1557384"/>
            </a:xfrm>
            <a:custGeom>
              <a:avLst/>
              <a:gdLst>
                <a:gd name="connsiteX0" fmla="*/ 3599499 w 5546729"/>
                <a:gd name="connsiteY0" fmla="*/ 1105919 h 1557384"/>
                <a:gd name="connsiteX1" fmla="*/ 2804588 w 5546729"/>
                <a:gd name="connsiteY1" fmla="*/ 1557384 h 1557384"/>
                <a:gd name="connsiteX2" fmla="*/ 884507 w 5546729"/>
                <a:gd name="connsiteY2" fmla="*/ 1557383 h 1557384"/>
                <a:gd name="connsiteX3" fmla="*/ 628100 w 5546729"/>
                <a:gd name="connsiteY3" fmla="*/ 1105919 h 1557384"/>
                <a:gd name="connsiteX4" fmla="*/ 5546729 w 5546729"/>
                <a:gd name="connsiteY4" fmla="*/ 1 h 1557384"/>
                <a:gd name="connsiteX5" fmla="*/ 4751818 w 5546729"/>
                <a:gd name="connsiteY5" fmla="*/ 451466 h 1557384"/>
                <a:gd name="connsiteX6" fmla="*/ 256407 w 5546729"/>
                <a:gd name="connsiteY6" fmla="*/ 451465 h 1557384"/>
                <a:gd name="connsiteX7" fmla="*/ 0 w 5546729"/>
                <a:gd name="connsiteY7" fmla="*/ 0 h 1557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46729" h="1557384">
                  <a:moveTo>
                    <a:pt x="3599499" y="1105919"/>
                  </a:moveTo>
                  <a:lnTo>
                    <a:pt x="2804588" y="1557384"/>
                  </a:lnTo>
                  <a:lnTo>
                    <a:pt x="884507" y="1557383"/>
                  </a:lnTo>
                  <a:lnTo>
                    <a:pt x="628100" y="1105919"/>
                  </a:lnTo>
                  <a:close/>
                  <a:moveTo>
                    <a:pt x="5546729" y="1"/>
                  </a:moveTo>
                  <a:lnTo>
                    <a:pt x="4751818" y="451466"/>
                  </a:lnTo>
                  <a:lnTo>
                    <a:pt x="256407" y="4514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7" name="图片 16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cxnSp>
        <p:nvCxnSpPr>
          <p:cNvPr id="22" name="直接连接符 21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6" name="文本占位符 25"/>
          <p:cNvSpPr>
            <a:spLocks noGrp="1"/>
          </p:cNvSpPr>
          <p:nvPr>
            <p:ph type="body" sz="quarter" idx="10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2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/>
        </p:nvSpPr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4026732 w 5953266"/>
              <a:gd name="connsiteY1" fmla="*/ 0 h 6858000"/>
              <a:gd name="connsiteX2" fmla="*/ 4359910 w 5953266"/>
              <a:gd name="connsiteY2" fmla="*/ 252902 h 6858000"/>
              <a:gd name="connsiteX3" fmla="*/ 5953266 w 5953266"/>
              <a:gd name="connsiteY3" fmla="*/ 3682471 h 6858000"/>
              <a:gd name="connsiteX4" fmla="*/ 4670843 w 5953266"/>
              <a:gd name="connsiteY4" fmla="*/ 6825186 h 6858000"/>
              <a:gd name="connsiteX5" fmla="*/ 4635274 w 5953266"/>
              <a:gd name="connsiteY5" fmla="*/ 6858000 h 6858000"/>
              <a:gd name="connsiteX6" fmla="*/ 0 w 59532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4026732" y="0"/>
                </a:lnTo>
                <a:lnTo>
                  <a:pt x="4359910" y="252902"/>
                </a:lnTo>
                <a:cubicBezTo>
                  <a:pt x="5333013" y="1068083"/>
                  <a:pt x="5953266" y="2301751"/>
                  <a:pt x="5953266" y="3682471"/>
                </a:cubicBezTo>
                <a:cubicBezTo>
                  <a:pt x="5953266" y="4909778"/>
                  <a:pt x="5463189" y="6020895"/>
                  <a:pt x="4670843" y="6825186"/>
                </a:cubicBezTo>
                <a:lnTo>
                  <a:pt x="463527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90000"/>
            </a:schemeClr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2" name="图片 121"/>
          <p:cNvPicPr>
            <a:picLocks noChangeAspect="1"/>
          </p:cNvPicPr>
          <p:nvPr userDrawn="1"/>
        </p:nvPicPr>
        <p:blipFill>
          <a:blip r:embed="rId3"/>
          <a:srcRect l="35649" t="16934" b="16934"/>
          <a:stretch>
            <a:fillRect/>
          </a:stretch>
        </p:blipFill>
        <p:spPr>
          <a:xfrm>
            <a:off x="2" y="0"/>
            <a:ext cx="6677201" cy="6858000"/>
          </a:xfrm>
          <a:custGeom>
            <a:avLst/>
            <a:gdLst>
              <a:gd name="connsiteX0" fmla="*/ 0 w 6677201"/>
              <a:gd name="connsiteY0" fmla="*/ 0 h 6858000"/>
              <a:gd name="connsiteX1" fmla="*/ 6677201 w 6677201"/>
              <a:gd name="connsiteY1" fmla="*/ 0 h 6858000"/>
              <a:gd name="connsiteX2" fmla="*/ 6677201 w 6677201"/>
              <a:gd name="connsiteY2" fmla="*/ 6858000 h 6858000"/>
              <a:gd name="connsiteX3" fmla="*/ 0 w 66772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7201" h="6858000">
                <a:moveTo>
                  <a:pt x="0" y="0"/>
                </a:moveTo>
                <a:lnTo>
                  <a:pt x="6677201" y="0"/>
                </a:lnTo>
                <a:lnTo>
                  <a:pt x="667720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1" name="图片 120"/>
          <p:cNvPicPr/>
          <p:nvPr userDrawn="1"/>
        </p:nvPicPr>
        <p:blipFill>
          <a:blip r:embed="rId4" cstate="print">
            <a:alphaModFix amt="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73" t="9127" b="14811"/>
          <a:stretch>
            <a:fillRect/>
          </a:stretch>
        </p:blipFill>
        <p:spPr>
          <a:xfrm>
            <a:off x="0" y="0"/>
            <a:ext cx="5953266" cy="6858000"/>
          </a:xfrm>
          <a:custGeom>
            <a:avLst/>
            <a:gdLst>
              <a:gd name="connsiteX0" fmla="*/ 0 w 5953266"/>
              <a:gd name="connsiteY0" fmla="*/ 0 h 6858000"/>
              <a:gd name="connsiteX1" fmla="*/ 5953266 w 5953266"/>
              <a:gd name="connsiteY1" fmla="*/ 0 h 6858000"/>
              <a:gd name="connsiteX2" fmla="*/ 5953266 w 5953266"/>
              <a:gd name="connsiteY2" fmla="*/ 6858000 h 6858000"/>
              <a:gd name="connsiteX3" fmla="*/ 0 w 595326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53266" h="6858000">
                <a:moveTo>
                  <a:pt x="0" y="0"/>
                </a:moveTo>
                <a:lnTo>
                  <a:pt x="5953266" y="0"/>
                </a:lnTo>
                <a:lnTo>
                  <a:pt x="595326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矩形 8"/>
          <p:cNvSpPr/>
          <p:nvPr userDrawn="1"/>
        </p:nvSpPr>
        <p:spPr>
          <a:xfrm>
            <a:off x="2122934" y="3082752"/>
            <a:ext cx="2964273" cy="1107996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 algn="ctr">
              <a:defRPr/>
            </a:pPr>
            <a:r>
              <a:rPr lang="en-US" altLang="zh-CN" sz="6600" dirty="0">
                <a:solidFill>
                  <a:schemeClr val="bg1">
                    <a:lumMod val="75000"/>
                  </a:schemeClr>
                </a:solidFill>
              </a:rPr>
              <a:t>content</a:t>
            </a:r>
            <a:endParaRPr lang="zh-CN" altLang="en-US" sz="6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2214374" y="3872827"/>
            <a:ext cx="2325409" cy="2590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2183589" y="2598003"/>
            <a:ext cx="1421481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目录</a:t>
            </a:r>
          </a:p>
        </p:txBody>
      </p:sp>
      <p:sp>
        <p:nvSpPr>
          <p:cNvPr id="124" name="日期占位符 123"/>
          <p:cNvSpPr>
            <a:spLocks noGrp="1"/>
          </p:cNvSpPr>
          <p:nvPr>
            <p:ph type="dt" sz="half" idx="1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7004" b="7878"/>
          <a:stretch>
            <a:fillRect/>
          </a:stretch>
        </p:blipFill>
        <p:spPr>
          <a:xfrm>
            <a:off x="4511550" y="0"/>
            <a:ext cx="7680450" cy="6858000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8" t="7878" r="36982" b="7878"/>
          <a:stretch>
            <a:fillRect/>
          </a:stretch>
        </p:blipFill>
        <p:spPr>
          <a:xfrm>
            <a:off x="5349870" y="0"/>
            <a:ext cx="6842131" cy="6858000"/>
          </a:xfrm>
          <a:custGeom>
            <a:avLst/>
            <a:gdLst>
              <a:gd name="connsiteX0" fmla="*/ 3866540 w 6842131"/>
              <a:gd name="connsiteY0" fmla="*/ 0 h 6858000"/>
              <a:gd name="connsiteX1" fmla="*/ 6842131 w 6842131"/>
              <a:gd name="connsiteY1" fmla="*/ 0 h 6858000"/>
              <a:gd name="connsiteX2" fmla="*/ 6842131 w 6842131"/>
              <a:gd name="connsiteY2" fmla="*/ 2518051 h 6858000"/>
              <a:gd name="connsiteX3" fmla="*/ 4395268 w 6842131"/>
              <a:gd name="connsiteY3" fmla="*/ 6858000 h 6858000"/>
              <a:gd name="connsiteX4" fmla="*/ 0 w 684213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2131" h="6858000">
                <a:moveTo>
                  <a:pt x="3866540" y="0"/>
                </a:moveTo>
                <a:lnTo>
                  <a:pt x="6842131" y="0"/>
                </a:lnTo>
                <a:lnTo>
                  <a:pt x="6842131" y="2518051"/>
                </a:lnTo>
                <a:lnTo>
                  <a:pt x="439526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31" name="组合 30"/>
          <p:cNvGrpSpPr/>
          <p:nvPr userDrawn="1"/>
        </p:nvGrpSpPr>
        <p:grpSpPr>
          <a:xfrm>
            <a:off x="5852864" y="578865"/>
            <a:ext cx="5910561" cy="8110350"/>
            <a:chOff x="5852864" y="578865"/>
            <a:chExt cx="5910561" cy="8110350"/>
          </a:xfrm>
        </p:grpSpPr>
        <p:sp>
          <p:nvSpPr>
            <p:cNvPr id="32" name="任意多边形: 形状 31"/>
            <p:cNvSpPr/>
            <p:nvPr/>
          </p:nvSpPr>
          <p:spPr>
            <a:xfrm rot="1764741">
              <a:off x="6434339" y="578865"/>
              <a:ext cx="5329086" cy="8110349"/>
            </a:xfrm>
            <a:custGeom>
              <a:avLst/>
              <a:gdLst>
                <a:gd name="connsiteX0" fmla="*/ 4907596 w 5329086"/>
                <a:gd name="connsiteY0" fmla="*/ 1735493 h 8110349"/>
                <a:gd name="connsiteX1" fmla="*/ 5329086 w 5329086"/>
                <a:gd name="connsiteY1" fmla="*/ 2483140 h 8110349"/>
                <a:gd name="connsiteX2" fmla="*/ 5329086 w 5329086"/>
                <a:gd name="connsiteY2" fmla="*/ 5106050 h 8110349"/>
                <a:gd name="connsiteX3" fmla="*/ 4907597 w 5329086"/>
                <a:gd name="connsiteY3" fmla="*/ 5343666 h 8110349"/>
                <a:gd name="connsiteX4" fmla="*/ 0 w 5329086"/>
                <a:gd name="connsiteY4" fmla="*/ 237617 h 8110349"/>
                <a:gd name="connsiteX5" fmla="*/ 421490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6" y="1735493"/>
                  </a:moveTo>
                  <a:lnTo>
                    <a:pt x="5329086" y="2483140"/>
                  </a:lnTo>
                  <a:lnTo>
                    <a:pt x="5329086" y="5106050"/>
                  </a:lnTo>
                  <a:lnTo>
                    <a:pt x="4907597" y="5343666"/>
                  </a:lnTo>
                  <a:close/>
                  <a:moveTo>
                    <a:pt x="0" y="237617"/>
                  </a:moveTo>
                  <a:lnTo>
                    <a:pt x="421490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3" name="任意多边形: 形状 32"/>
            <p:cNvSpPr/>
            <p:nvPr/>
          </p:nvSpPr>
          <p:spPr>
            <a:xfrm rot="1764741">
              <a:off x="5852864" y="578866"/>
              <a:ext cx="5329086" cy="8110349"/>
            </a:xfrm>
            <a:custGeom>
              <a:avLst/>
              <a:gdLst>
                <a:gd name="connsiteX0" fmla="*/ 4907597 w 5329086"/>
                <a:gd name="connsiteY0" fmla="*/ 551447 h 8110349"/>
                <a:gd name="connsiteX1" fmla="*/ 5329086 w 5329086"/>
                <a:gd name="connsiteY1" fmla="*/ 1299093 h 8110349"/>
                <a:gd name="connsiteX2" fmla="*/ 5329086 w 5329086"/>
                <a:gd name="connsiteY2" fmla="*/ 5106050 h 8110349"/>
                <a:gd name="connsiteX3" fmla="*/ 4907596 w 5329086"/>
                <a:gd name="connsiteY3" fmla="*/ 5343667 h 8110349"/>
                <a:gd name="connsiteX4" fmla="*/ 0 w 5329086"/>
                <a:gd name="connsiteY4" fmla="*/ 237617 h 8110349"/>
                <a:gd name="connsiteX5" fmla="*/ 421489 w 5329086"/>
                <a:gd name="connsiteY5" fmla="*/ 0 h 8110349"/>
                <a:gd name="connsiteX6" fmla="*/ 421489 w 5329086"/>
                <a:gd name="connsiteY6" fmla="*/ 7872732 h 8110349"/>
                <a:gd name="connsiteX7" fmla="*/ 0 w 5329086"/>
                <a:gd name="connsiteY7" fmla="*/ 8110349 h 81103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29086" h="8110349">
                  <a:moveTo>
                    <a:pt x="4907597" y="551447"/>
                  </a:moveTo>
                  <a:lnTo>
                    <a:pt x="5329086" y="1299093"/>
                  </a:lnTo>
                  <a:lnTo>
                    <a:pt x="5329086" y="5106050"/>
                  </a:lnTo>
                  <a:lnTo>
                    <a:pt x="4907596" y="5343667"/>
                  </a:lnTo>
                  <a:close/>
                  <a:moveTo>
                    <a:pt x="0" y="237617"/>
                  </a:moveTo>
                  <a:lnTo>
                    <a:pt x="421489" y="0"/>
                  </a:lnTo>
                  <a:lnTo>
                    <a:pt x="421489" y="7872732"/>
                  </a:lnTo>
                  <a:lnTo>
                    <a:pt x="0" y="811034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5" name="文本占位符 44"/>
          <p:cNvSpPr>
            <a:spLocks noGrp="1"/>
          </p:cNvSpPr>
          <p:nvPr>
            <p:ph type="body" sz="quarter" idx="10" hasCustomPrompt="1"/>
          </p:nvPr>
        </p:nvSpPr>
        <p:spPr>
          <a:xfrm>
            <a:off x="-1" y="4189677"/>
            <a:ext cx="5368944" cy="725488"/>
          </a:xfrm>
          <a:prstGeom prst="rect">
            <a:avLst/>
          </a:prstGeom>
        </p:spPr>
        <p:txBody>
          <a:bodyPr lIns="0" rIns="90000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请输入你的节标题</a:t>
            </a:r>
          </a:p>
        </p:txBody>
      </p:sp>
      <p:sp>
        <p:nvSpPr>
          <p:cNvPr id="47" name="文本占位符 46"/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4857350"/>
            <a:ext cx="5368944" cy="424732"/>
          </a:xfrm>
          <a:prstGeom prst="rect">
            <a:avLst/>
          </a:prstGeom>
        </p:spPr>
        <p:txBody>
          <a:bodyPr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spc="50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图片占位符 29"/>
          <p:cNvSpPr>
            <a:spLocks noGrp="1"/>
          </p:cNvSpPr>
          <p:nvPr>
            <p:ph type="pic" sz="quarter" idx="12"/>
          </p:nvPr>
        </p:nvSpPr>
        <p:spPr>
          <a:xfrm>
            <a:off x="2571074" y="1465802"/>
            <a:ext cx="3524926" cy="4336612"/>
          </a:xfrm>
          <a:custGeom>
            <a:avLst/>
            <a:gdLst>
              <a:gd name="connsiteX0" fmla="*/ 0 w 3524926"/>
              <a:gd name="connsiteY0" fmla="*/ 0 h 4326855"/>
              <a:gd name="connsiteX1" fmla="*/ 3524926 w 3524926"/>
              <a:gd name="connsiteY1" fmla="*/ 0 h 4326855"/>
              <a:gd name="connsiteX2" fmla="*/ 3524926 w 3524926"/>
              <a:gd name="connsiteY2" fmla="*/ 4326855 h 4326855"/>
              <a:gd name="connsiteX3" fmla="*/ 0 w 3524926"/>
              <a:gd name="connsiteY3" fmla="*/ 4326855 h 4326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24926" h="4326855">
                <a:moveTo>
                  <a:pt x="0" y="0"/>
                </a:moveTo>
                <a:lnTo>
                  <a:pt x="3524926" y="0"/>
                </a:lnTo>
                <a:lnTo>
                  <a:pt x="3524926" y="4326855"/>
                </a:lnTo>
                <a:lnTo>
                  <a:pt x="0" y="432685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tIns="4680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文本框 15"/>
          <p:cNvSpPr txBox="1"/>
          <p:nvPr userDrawn="1"/>
        </p:nvSpPr>
        <p:spPr>
          <a:xfrm rot="16200000">
            <a:off x="-1272970" y="3259723"/>
            <a:ext cx="41138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spc="800" dirty="0">
                <a:solidFill>
                  <a:schemeClr val="bg1">
                    <a:lumMod val="75000"/>
                  </a:schemeClr>
                </a:solidFill>
              </a:rPr>
              <a:t>Southeast University</a:t>
            </a:r>
            <a:endParaRPr lang="zh-CN" altLang="en-US" sz="1600" spc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6" name="文本占位符 6"/>
          <p:cNvSpPr>
            <a:spLocks noGrp="1"/>
          </p:cNvSpPr>
          <p:nvPr>
            <p:ph type="body" sz="quarter" idx="18" hasCustomPrompt="1"/>
          </p:nvPr>
        </p:nvSpPr>
        <p:spPr>
          <a:xfrm>
            <a:off x="6632171" y="1253531"/>
            <a:ext cx="48867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7200" i="1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marL="0" lvl="0"/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7398196" y="3937575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7398196" y="4685329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7398196" y="5433083"/>
            <a:ext cx="3814536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35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6749903" y="2564527"/>
            <a:ext cx="3396528" cy="4001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6749903" y="1812873"/>
            <a:ext cx="3088698" cy="769441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5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2" name="矩形 21"/>
          <p:cNvSpPr/>
          <p:nvPr userDrawn="1"/>
        </p:nvSpPr>
        <p:spPr>
          <a:xfrm>
            <a:off x="5341519" y="3365304"/>
            <a:ext cx="2252502" cy="154113"/>
          </a:xfrm>
          <a:prstGeom prst="rect">
            <a:avLst/>
          </a:prstGeom>
          <a:gradFill>
            <a:gsLst>
              <a:gs pos="100000">
                <a:srgbClr val="FDA913"/>
              </a:gs>
              <a:gs pos="0">
                <a:schemeClr val="accent2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我介绍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图片 22"/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25" hasCustomPrompt="1"/>
          </p:nvPr>
        </p:nvSpPr>
        <p:spPr>
          <a:xfrm>
            <a:off x="0" y="1093511"/>
            <a:ext cx="640071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kumimoji="0" lang="zh-CN" altLang="en-US" sz="8800" b="0" i="1" u="none" strike="noStrike" cap="none" spc="0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dirty="0"/>
              <a:t>Your name</a:t>
            </a:r>
            <a:endParaRPr lang="zh-CN" altLang="en-US" dirty="0"/>
          </a:p>
        </p:txBody>
      </p:sp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400" y="3881451"/>
            <a:ext cx="3610645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0" name="文本占位符 11"/>
          <p:cNvSpPr>
            <a:spLocks noGrp="1"/>
          </p:cNvSpPr>
          <p:nvPr>
            <p:ph type="body" sz="quarter" idx="23" hasCustomPrompt="1"/>
          </p:nvPr>
        </p:nvSpPr>
        <p:spPr>
          <a:xfrm>
            <a:off x="660400" y="4685329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24" hasCustomPrompt="1"/>
          </p:nvPr>
        </p:nvSpPr>
        <p:spPr>
          <a:xfrm>
            <a:off x="660400" y="5433083"/>
            <a:ext cx="3610646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</a:lstStyle>
          <a:p>
            <a:pPr lvl="0"/>
            <a:r>
              <a:rPr lang="zh-CN" altLang="en-US" dirty="0"/>
              <a:t>简单地介绍一下自己吧</a:t>
            </a:r>
          </a:p>
        </p:txBody>
      </p:sp>
      <p:sp>
        <p:nvSpPr>
          <p:cNvPr id="52" name="文本占位符 6"/>
          <p:cNvSpPr>
            <a:spLocks noGrp="1"/>
          </p:cNvSpPr>
          <p:nvPr>
            <p:ph type="body" sz="quarter" idx="16" hasCustomPrompt="1"/>
          </p:nvPr>
        </p:nvSpPr>
        <p:spPr>
          <a:xfrm>
            <a:off x="2331720" y="2106802"/>
            <a:ext cx="3088698" cy="769441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sz="4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zh-CN" altLang="en-US" dirty="0"/>
              <a:t>你的姓名</a:t>
            </a:r>
          </a:p>
        </p:txBody>
      </p:sp>
      <p:sp>
        <p:nvSpPr>
          <p:cNvPr id="53" name="文本占位符 6"/>
          <p:cNvSpPr>
            <a:spLocks noGrp="1"/>
          </p:cNvSpPr>
          <p:nvPr>
            <p:ph type="body" sz="quarter" idx="17" hasCustomPrompt="1"/>
          </p:nvPr>
        </p:nvSpPr>
        <p:spPr>
          <a:xfrm>
            <a:off x="1541828" y="3152034"/>
            <a:ext cx="3396528" cy="400110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>
            <a:lvl1pPr marL="0" indent="0" algn="r">
              <a:lnSpc>
                <a:spcPct val="100000"/>
              </a:lnSpc>
              <a:buNone/>
              <a:defRPr lang="zh-CN" altLang="en-US" b="1" dirty="0">
                <a:solidFill>
                  <a:schemeClr val="accent2"/>
                </a:solidFill>
              </a:defRPr>
            </a:lvl1pPr>
          </a:lstStyle>
          <a:p>
            <a:pPr marL="0" lvl="0"/>
            <a:r>
              <a:rPr lang="zh-CN" altLang="en-US" dirty="0"/>
              <a:t>你所在的院系 </a:t>
            </a:r>
            <a:r>
              <a:rPr lang="en-US" altLang="zh-CN" dirty="0"/>
              <a:t>/ </a:t>
            </a:r>
            <a:r>
              <a:rPr lang="zh-CN" altLang="en-US" dirty="0"/>
              <a:t>部门</a:t>
            </a:r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12"/>
          </p:nvPr>
        </p:nvSpPr>
        <p:spPr>
          <a:xfrm>
            <a:off x="5131444" y="0"/>
            <a:ext cx="7060556" cy="6858000"/>
          </a:xfrm>
          <a:custGeom>
            <a:avLst/>
            <a:gdLst>
              <a:gd name="connsiteX0" fmla="*/ 2232141 w 7060556"/>
              <a:gd name="connsiteY0" fmla="*/ 0 h 6858000"/>
              <a:gd name="connsiteX1" fmla="*/ 7060556 w 7060556"/>
              <a:gd name="connsiteY1" fmla="*/ 0 h 6858000"/>
              <a:gd name="connsiteX2" fmla="*/ 7060556 w 7060556"/>
              <a:gd name="connsiteY2" fmla="*/ 6858000 h 6858000"/>
              <a:gd name="connsiteX3" fmla="*/ 659756 w 7060556"/>
              <a:gd name="connsiteY3" fmla="*/ 6858000 h 6858000"/>
              <a:gd name="connsiteX4" fmla="*/ 0 w 7060556"/>
              <a:gd name="connsiteY4" fmla="*/ 5318567 h 6858000"/>
              <a:gd name="connsiteX5" fmla="*/ 2076565 w 7060556"/>
              <a:gd name="connsiteY5" fmla="*/ 34199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60556" h="6858000">
                <a:moveTo>
                  <a:pt x="2232141" y="0"/>
                </a:moveTo>
                <a:lnTo>
                  <a:pt x="7060556" y="0"/>
                </a:lnTo>
                <a:lnTo>
                  <a:pt x="7060556" y="6858000"/>
                </a:lnTo>
                <a:lnTo>
                  <a:pt x="659756" y="6858000"/>
                </a:lnTo>
                <a:lnTo>
                  <a:pt x="0" y="5318567"/>
                </a:lnTo>
                <a:cubicBezTo>
                  <a:pt x="292020" y="4312534"/>
                  <a:pt x="1148983" y="2384867"/>
                  <a:pt x="2076565" y="341996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2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1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5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图片 35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660400" y="1383671"/>
            <a:ext cx="5001787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zh-CN" sz="80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80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2" name="图片占位符 31"/>
          <p:cNvSpPr>
            <a:spLocks noGrp="1"/>
          </p:cNvSpPr>
          <p:nvPr>
            <p:ph type="pic" sz="quarter" idx="31"/>
          </p:nvPr>
        </p:nvSpPr>
        <p:spPr>
          <a:xfrm>
            <a:off x="5792230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1019067" y="2170482"/>
            <a:ext cx="3982720" cy="584775"/>
          </a:xfr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1019067" y="3119036"/>
            <a:ext cx="3982720" cy="1706963"/>
          </a:xfrm>
        </p:spPr>
        <p:txBody>
          <a:bodyPr wrap="square" lIns="0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</a:p>
        </p:txBody>
      </p:sp>
      <p:sp>
        <p:nvSpPr>
          <p:cNvPr id="33" name="图片占位符 32"/>
          <p:cNvSpPr>
            <a:spLocks noGrp="1"/>
          </p:cNvSpPr>
          <p:nvPr>
            <p:ph type="pic" sz="quarter" idx="32"/>
          </p:nvPr>
        </p:nvSpPr>
        <p:spPr>
          <a:xfrm>
            <a:off x="7700964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33"/>
          </p:nvPr>
        </p:nvSpPr>
        <p:spPr>
          <a:xfrm>
            <a:off x="9609697" y="1461189"/>
            <a:ext cx="1908733" cy="3364810"/>
          </a:xfrm>
          <a:custGeom>
            <a:avLst/>
            <a:gdLst>
              <a:gd name="connsiteX0" fmla="*/ 0 w 1908733"/>
              <a:gd name="connsiteY0" fmla="*/ 0 h 3364810"/>
              <a:gd name="connsiteX1" fmla="*/ 1908733 w 1908733"/>
              <a:gd name="connsiteY1" fmla="*/ 0 h 3364810"/>
              <a:gd name="connsiteX2" fmla="*/ 1908733 w 1908733"/>
              <a:gd name="connsiteY2" fmla="*/ 3364810 h 3364810"/>
              <a:gd name="connsiteX3" fmla="*/ 0 w 1908733"/>
              <a:gd name="connsiteY3" fmla="*/ 3364810 h 3364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8733" h="3364810">
                <a:moveTo>
                  <a:pt x="0" y="0"/>
                </a:moveTo>
                <a:lnTo>
                  <a:pt x="1908733" y="0"/>
                </a:lnTo>
                <a:lnTo>
                  <a:pt x="1908733" y="3364810"/>
                </a:lnTo>
                <a:lnTo>
                  <a:pt x="0" y="336481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579230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6" name="文本占位符 11"/>
          <p:cNvSpPr>
            <a:spLocks noGrp="1"/>
          </p:cNvSpPr>
          <p:nvPr>
            <p:ph type="body" sz="quarter" idx="34" hasCustomPrompt="1"/>
          </p:nvPr>
        </p:nvSpPr>
        <p:spPr>
          <a:xfrm>
            <a:off x="7700964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28" name="文本占位符 11"/>
          <p:cNvSpPr>
            <a:spLocks noGrp="1"/>
          </p:cNvSpPr>
          <p:nvPr>
            <p:ph type="body" sz="quarter" idx="35" hasCustomPrompt="1"/>
          </p:nvPr>
        </p:nvSpPr>
        <p:spPr>
          <a:xfrm>
            <a:off x="9609619" y="5510702"/>
            <a:ext cx="1908733" cy="6233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5792387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7700808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5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9609229" y="5105677"/>
            <a:ext cx="1908733" cy="40011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介绍内容拓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图片 5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8" name="图片占位符 47"/>
          <p:cNvSpPr>
            <a:spLocks noGrp="1"/>
          </p:cNvSpPr>
          <p:nvPr>
            <p:ph type="pic" sz="quarter" idx="31"/>
          </p:nvPr>
        </p:nvSpPr>
        <p:spPr>
          <a:xfrm>
            <a:off x="669868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0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3" name="日期占位符 4"/>
          <p:cNvSpPr>
            <a:spLocks noGrp="1"/>
          </p:cNvSpPr>
          <p:nvPr>
            <p:ph type="dt" sz="half" idx="2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" name="灯片编号占位符 7"/>
          <p:cNvSpPr>
            <a:spLocks noGrp="1"/>
          </p:cNvSpPr>
          <p:nvPr>
            <p:ph type="sldNum" sz="quarter" idx="28"/>
          </p:nvPr>
        </p:nvSpPr>
        <p:spPr>
          <a:xfrm>
            <a:off x="8775700" y="6235702"/>
            <a:ext cx="2743200" cy="365125"/>
          </a:xfrm>
        </p:spPr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104640" y="852965"/>
            <a:ext cx="3982720" cy="1107996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algn="ctr"/>
            <a:r>
              <a:rPr lang="en-US" altLang="zh-CN" sz="66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66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文本占位符 26"/>
          <p:cNvSpPr>
            <a:spLocks noGrp="1"/>
          </p:cNvSpPr>
          <p:nvPr>
            <p:ph type="body" sz="quarter" idx="29" hasCustomPrompt="1"/>
          </p:nvPr>
        </p:nvSpPr>
        <p:spPr>
          <a:xfrm>
            <a:off x="4104640" y="1593828"/>
            <a:ext cx="3982720" cy="584775"/>
          </a:xfrm>
        </p:spPr>
        <p:txBody>
          <a:bodyPr lIns="900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</a:p>
        </p:txBody>
      </p:sp>
      <p:sp>
        <p:nvSpPr>
          <p:cNvPr id="17" name="文本占位符 28"/>
          <p:cNvSpPr>
            <a:spLocks noGrp="1"/>
          </p:cNvSpPr>
          <p:nvPr>
            <p:ph type="body" sz="quarter" idx="30" hasCustomPrompt="1"/>
          </p:nvPr>
        </p:nvSpPr>
        <p:spPr>
          <a:xfrm>
            <a:off x="682883" y="2295279"/>
            <a:ext cx="10826234" cy="425698"/>
          </a:xfrm>
        </p:spPr>
        <p:txBody>
          <a:bodyPr wrap="square" lIns="90000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</a:p>
        </p:txBody>
      </p:sp>
      <p:sp>
        <p:nvSpPr>
          <p:cNvPr id="33" name="文本占位符 11"/>
          <p:cNvSpPr>
            <a:spLocks noGrp="1"/>
          </p:cNvSpPr>
          <p:nvPr>
            <p:ph type="body" sz="quarter" idx="22" hasCustomPrompt="1"/>
          </p:nvPr>
        </p:nvSpPr>
        <p:spPr>
          <a:xfrm>
            <a:off x="660322" y="5732617"/>
            <a:ext cx="2712258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34" name="文本占位符 11"/>
          <p:cNvSpPr>
            <a:spLocks noGrp="1"/>
          </p:cNvSpPr>
          <p:nvPr>
            <p:ph type="body" sz="quarter" idx="36" hasCustomPrompt="1"/>
          </p:nvPr>
        </p:nvSpPr>
        <p:spPr>
          <a:xfrm>
            <a:off x="66040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1" name="文本占位符 11"/>
          <p:cNvSpPr>
            <a:spLocks noGrp="1"/>
          </p:cNvSpPr>
          <p:nvPr>
            <p:ph type="body" sz="quarter" idx="37" hasCustomPrompt="1"/>
          </p:nvPr>
        </p:nvSpPr>
        <p:spPr>
          <a:xfrm>
            <a:off x="3382047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2" name="文本占位符 11"/>
          <p:cNvSpPr>
            <a:spLocks noGrp="1"/>
          </p:cNvSpPr>
          <p:nvPr>
            <p:ph type="body" sz="quarter" idx="38" hasCustomPrompt="1"/>
          </p:nvPr>
        </p:nvSpPr>
        <p:spPr>
          <a:xfrm>
            <a:off x="3382125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43" name="文本占位符 11"/>
          <p:cNvSpPr>
            <a:spLocks noGrp="1"/>
          </p:cNvSpPr>
          <p:nvPr>
            <p:ph type="body" sz="quarter" idx="39" hasCustomPrompt="1"/>
          </p:nvPr>
        </p:nvSpPr>
        <p:spPr>
          <a:xfrm>
            <a:off x="6103772" y="5732616"/>
            <a:ext cx="2712258" cy="40148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4" name="文本占位符 11"/>
          <p:cNvSpPr>
            <a:spLocks noGrp="1"/>
          </p:cNvSpPr>
          <p:nvPr>
            <p:ph type="body" sz="quarter" idx="40" hasCustomPrompt="1"/>
          </p:nvPr>
        </p:nvSpPr>
        <p:spPr>
          <a:xfrm>
            <a:off x="6103850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45" name="文本占位符 11"/>
          <p:cNvSpPr>
            <a:spLocks noGrp="1"/>
          </p:cNvSpPr>
          <p:nvPr>
            <p:ph type="body" sz="quarter" idx="41" hasCustomPrompt="1"/>
          </p:nvPr>
        </p:nvSpPr>
        <p:spPr>
          <a:xfrm>
            <a:off x="8825497" y="5732616"/>
            <a:ext cx="2693323" cy="4001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简单介绍一下</a:t>
            </a:r>
            <a:r>
              <a:rPr lang="en-US" altLang="zh-CN" dirty="0"/>
              <a:t>ta</a:t>
            </a:r>
            <a:endParaRPr lang="zh-CN" altLang="en-US" dirty="0"/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42" hasCustomPrompt="1"/>
          </p:nvPr>
        </p:nvSpPr>
        <p:spPr>
          <a:xfrm>
            <a:off x="8825575" y="5327590"/>
            <a:ext cx="26933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55" name="图片占位符 54"/>
          <p:cNvSpPr>
            <a:spLocks noGrp="1"/>
          </p:cNvSpPr>
          <p:nvPr>
            <p:ph type="pic" sz="quarter" idx="43"/>
          </p:nvPr>
        </p:nvSpPr>
        <p:spPr>
          <a:xfrm>
            <a:off x="3382047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6" name="图片占位符 55"/>
          <p:cNvSpPr>
            <a:spLocks noGrp="1"/>
          </p:cNvSpPr>
          <p:nvPr>
            <p:ph type="pic" sz="quarter" idx="44"/>
          </p:nvPr>
        </p:nvSpPr>
        <p:spPr>
          <a:xfrm>
            <a:off x="6094226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57" name="图片占位符 56"/>
          <p:cNvSpPr>
            <a:spLocks noGrp="1"/>
          </p:cNvSpPr>
          <p:nvPr>
            <p:ph type="pic" sz="quarter" idx="45"/>
          </p:nvPr>
        </p:nvSpPr>
        <p:spPr>
          <a:xfrm>
            <a:off x="8806405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8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69" name="文本占位符 67"/>
          <p:cNvSpPr>
            <a:spLocks noGrp="1"/>
          </p:cNvSpPr>
          <p:nvPr>
            <p:ph type="body" sz="quarter" idx="12" hasCustomPrompt="1"/>
          </p:nvPr>
        </p:nvSpPr>
        <p:spPr>
          <a:xfrm>
            <a:off x="3950574" y="1119503"/>
            <a:ext cx="4290852" cy="585866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请输入你的主标题</a:t>
            </a:r>
          </a:p>
        </p:txBody>
      </p:sp>
      <p:sp>
        <p:nvSpPr>
          <p:cNvPr id="72" name="文本占位符 67"/>
          <p:cNvSpPr>
            <a:spLocks noGrp="1"/>
          </p:cNvSpPr>
          <p:nvPr>
            <p:ph type="body" sz="quarter" idx="13" hasCustomPrompt="1"/>
          </p:nvPr>
        </p:nvSpPr>
        <p:spPr>
          <a:xfrm>
            <a:off x="3950574" y="1740158"/>
            <a:ext cx="4290852" cy="462755"/>
          </a:xfrm>
          <a:prstGeom prst="rect">
            <a:avLst/>
          </a:prstGeom>
        </p:spPr>
        <p:txBody>
          <a:bodyPr lIns="90000" bIns="46800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请输入你的副标题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9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0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2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14" name="直接连接符 13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（无主副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grpSp>
        <p:nvGrpSpPr>
          <p:cNvPr id="16" name="组合 15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17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8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2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12" name="直接连接符 1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1" name="椭圆 60"/>
          <p:cNvSpPr/>
          <p:nvPr userDrawn="1"/>
        </p:nvSpPr>
        <p:spPr>
          <a:xfrm>
            <a:off x="5194921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椭圆 61"/>
          <p:cNvSpPr/>
          <p:nvPr userDrawn="1"/>
        </p:nvSpPr>
        <p:spPr>
          <a:xfrm>
            <a:off x="8999857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0" name="椭圆 29"/>
          <p:cNvSpPr/>
          <p:nvPr userDrawn="1"/>
        </p:nvSpPr>
        <p:spPr>
          <a:xfrm>
            <a:off x="1389985" y="1699260"/>
            <a:ext cx="1789458" cy="181313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4" name="图片占位符 53"/>
          <p:cNvSpPr>
            <a:spLocks noGrp="1"/>
          </p:cNvSpPr>
          <p:nvPr>
            <p:ph type="pic" sz="quarter" idx="12"/>
          </p:nvPr>
        </p:nvSpPr>
        <p:spPr>
          <a:xfrm>
            <a:off x="1437869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29" name="矩形 28"/>
          <p:cNvSpPr/>
          <p:nvPr userDrawn="1"/>
        </p:nvSpPr>
        <p:spPr>
          <a:xfrm>
            <a:off x="660400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8270272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1" name="矩形 40"/>
          <p:cNvSpPr/>
          <p:nvPr userDrawn="1"/>
        </p:nvSpPr>
        <p:spPr>
          <a:xfrm>
            <a:off x="4465336" y="2730417"/>
            <a:ext cx="3248628" cy="3403683"/>
          </a:xfrm>
          <a:prstGeom prst="rect">
            <a:avLst/>
          </a:prstGeom>
          <a:noFill/>
          <a:ln w="381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9" name="图片占位符 58"/>
          <p:cNvSpPr>
            <a:spLocks noGrp="1"/>
          </p:cNvSpPr>
          <p:nvPr>
            <p:ph type="pic" sz="quarter" idx="13"/>
          </p:nvPr>
        </p:nvSpPr>
        <p:spPr>
          <a:xfrm>
            <a:off x="5242805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 dirty="0"/>
          </a:p>
        </p:txBody>
      </p:sp>
      <p:sp>
        <p:nvSpPr>
          <p:cNvPr id="60" name="图片占位符 59"/>
          <p:cNvSpPr>
            <a:spLocks noGrp="1"/>
          </p:cNvSpPr>
          <p:nvPr>
            <p:ph type="pic" sz="quarter" idx="14"/>
          </p:nvPr>
        </p:nvSpPr>
        <p:spPr>
          <a:xfrm>
            <a:off x="9047741" y="1747777"/>
            <a:ext cx="1693690" cy="1716096"/>
          </a:xfrm>
          <a:custGeom>
            <a:avLst/>
            <a:gdLst>
              <a:gd name="connsiteX0" fmla="*/ 846845 w 1693690"/>
              <a:gd name="connsiteY0" fmla="*/ 0 h 1716096"/>
              <a:gd name="connsiteX1" fmla="*/ 1693690 w 1693690"/>
              <a:gd name="connsiteY1" fmla="*/ 858048 h 1716096"/>
              <a:gd name="connsiteX2" fmla="*/ 846845 w 1693690"/>
              <a:gd name="connsiteY2" fmla="*/ 1716096 h 1716096"/>
              <a:gd name="connsiteX3" fmla="*/ 0 w 1693690"/>
              <a:gd name="connsiteY3" fmla="*/ 858048 h 1716096"/>
              <a:gd name="connsiteX4" fmla="*/ 846845 w 1693690"/>
              <a:gd name="connsiteY4" fmla="*/ 0 h 1716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3690" h="1716096">
                <a:moveTo>
                  <a:pt x="846845" y="0"/>
                </a:moveTo>
                <a:cubicBezTo>
                  <a:pt x="1314545" y="0"/>
                  <a:pt x="1693690" y="384161"/>
                  <a:pt x="1693690" y="858048"/>
                </a:cubicBezTo>
                <a:cubicBezTo>
                  <a:pt x="1693690" y="1331935"/>
                  <a:pt x="1314545" y="1716096"/>
                  <a:pt x="846845" y="1716096"/>
                </a:cubicBezTo>
                <a:cubicBezTo>
                  <a:pt x="379145" y="1716096"/>
                  <a:pt x="0" y="1331935"/>
                  <a:pt x="0" y="858048"/>
                </a:cubicBezTo>
                <a:cubicBezTo>
                  <a:pt x="0" y="384161"/>
                  <a:pt x="379145" y="0"/>
                  <a:pt x="84684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zh-CN" altLang="en-US"/>
          </a:p>
        </p:txBody>
      </p:sp>
      <p:sp>
        <p:nvSpPr>
          <p:cNvPr id="63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943753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66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22334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67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4748689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68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4627270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69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8553625" y="3648867"/>
            <a:ext cx="2681922" cy="39400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70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8432206" y="4325324"/>
            <a:ext cx="2924760" cy="14773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1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35" name="组合 34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6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7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8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7" name="直接连接符 26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669228" y="3632200"/>
            <a:ext cx="10858500" cy="0"/>
          </a:xfrm>
          <a:prstGeom prst="line">
            <a:avLst/>
          </a:prstGeom>
          <a:ln w="25400" cap="flat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 userDrawn="1"/>
        </p:nvSpPr>
        <p:spPr>
          <a:xfrm>
            <a:off x="669228" y="1496583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>
            <a:off x="9394356" y="3984612"/>
            <a:ext cx="2124544" cy="17857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图片占位符 42"/>
          <p:cNvSpPr>
            <a:spLocks noGrp="1"/>
          </p:cNvSpPr>
          <p:nvPr>
            <p:ph type="pic" sz="quarter" idx="12"/>
          </p:nvPr>
        </p:nvSpPr>
        <p:spPr>
          <a:xfrm>
            <a:off x="726750" y="153673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44" name="图片占位符 43"/>
          <p:cNvSpPr>
            <a:spLocks noGrp="1"/>
          </p:cNvSpPr>
          <p:nvPr>
            <p:ph type="pic" sz="quarter" idx="13"/>
          </p:nvPr>
        </p:nvSpPr>
        <p:spPr>
          <a:xfrm>
            <a:off x="9451878" y="4032961"/>
            <a:ext cx="2009500" cy="1689041"/>
          </a:xfrm>
          <a:custGeom>
            <a:avLst/>
            <a:gdLst>
              <a:gd name="connsiteX0" fmla="*/ 0 w 2009500"/>
              <a:gd name="connsiteY0" fmla="*/ 0 h 1689041"/>
              <a:gd name="connsiteX1" fmla="*/ 2009500 w 2009500"/>
              <a:gd name="connsiteY1" fmla="*/ 0 h 1689041"/>
              <a:gd name="connsiteX2" fmla="*/ 2009500 w 2009500"/>
              <a:gd name="connsiteY2" fmla="*/ 1689041 h 1689041"/>
              <a:gd name="connsiteX3" fmla="*/ 0 w 2009500"/>
              <a:gd name="connsiteY3" fmla="*/ 1689041 h 16890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09500" h="1689041">
                <a:moveTo>
                  <a:pt x="0" y="0"/>
                </a:moveTo>
                <a:lnTo>
                  <a:pt x="2009500" y="0"/>
                </a:lnTo>
                <a:lnTo>
                  <a:pt x="2009500" y="1689041"/>
                </a:lnTo>
                <a:lnTo>
                  <a:pt x="0" y="168904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3246271" y="1535879"/>
            <a:ext cx="2793341" cy="461962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5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6148516" y="4025048"/>
            <a:ext cx="2793341" cy="461962"/>
          </a:xfrm>
          <a:prstGeom prst="rect">
            <a:avLst/>
          </a:prstGeom>
        </p:spPr>
        <p:txBody>
          <a:bodyPr lIns="90000" rIns="0">
            <a:normAutofit/>
          </a:bodyPr>
          <a:lstStyle>
            <a:lvl1pPr marL="0" indent="0" algn="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6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3246271" y="2153813"/>
            <a:ext cx="8272629" cy="64633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9" hasCustomPrompt="1"/>
          </p:nvPr>
        </p:nvSpPr>
        <p:spPr>
          <a:xfrm>
            <a:off x="669228" y="4619089"/>
            <a:ext cx="8272629" cy="646331"/>
          </a:xfrm>
          <a:prstGeom prst="rect">
            <a:avLst/>
          </a:prstGeom>
        </p:spPr>
        <p:txBody>
          <a:bodyPr lIns="90000" rIns="0">
            <a:noAutofit/>
          </a:bodyPr>
          <a:lstStyle>
            <a:lvl1pPr marL="0" indent="0" algn="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0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6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2447962"/>
            <a:ext cx="4420885" cy="3686138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5162118" y="2447964"/>
            <a:ext cx="3154730" cy="1802652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/>
          <p:cNvSpPr/>
          <p:nvPr userDrawn="1"/>
        </p:nvSpPr>
        <p:spPr>
          <a:xfrm>
            <a:off x="8397680" y="2447964"/>
            <a:ext cx="3154731" cy="1802652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/>
          <p:cNvSpPr/>
          <p:nvPr userDrawn="1"/>
        </p:nvSpPr>
        <p:spPr>
          <a:xfrm>
            <a:off x="5162118" y="4331447"/>
            <a:ext cx="3154730" cy="1802654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 userDrawn="1"/>
        </p:nvSpPr>
        <p:spPr>
          <a:xfrm>
            <a:off x="8397680" y="4331447"/>
            <a:ext cx="3154731" cy="1802654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5398522" y="2612248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5277103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6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8634084" y="2612248"/>
            <a:ext cx="2681922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7" name="文本占位符 11"/>
          <p:cNvSpPr>
            <a:spLocks noGrp="1"/>
          </p:cNvSpPr>
          <p:nvPr>
            <p:ph type="body" sz="quarter" idx="16" hasCustomPrompt="1"/>
          </p:nvPr>
        </p:nvSpPr>
        <p:spPr>
          <a:xfrm>
            <a:off x="8512665" y="3336053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48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8634084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9" name="文本占位符 11"/>
          <p:cNvSpPr>
            <a:spLocks noGrp="1"/>
          </p:cNvSpPr>
          <p:nvPr>
            <p:ph type="body" sz="quarter" idx="18" hasCustomPrompt="1"/>
          </p:nvPr>
        </p:nvSpPr>
        <p:spPr>
          <a:xfrm>
            <a:off x="8512665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50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5398522" y="4499120"/>
            <a:ext cx="2681922" cy="461665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51" name="文本占位符 11"/>
          <p:cNvSpPr>
            <a:spLocks noGrp="1"/>
          </p:cNvSpPr>
          <p:nvPr>
            <p:ph type="body" sz="quarter" idx="20" hasCustomPrompt="1"/>
          </p:nvPr>
        </p:nvSpPr>
        <p:spPr>
          <a:xfrm>
            <a:off x="5277103" y="5222925"/>
            <a:ext cx="2924760" cy="7392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52" name="文本占位符 11"/>
          <p:cNvSpPr>
            <a:spLocks noGrp="1"/>
          </p:cNvSpPr>
          <p:nvPr>
            <p:ph type="body" sz="quarter" idx="21" hasCustomPrompt="1"/>
          </p:nvPr>
        </p:nvSpPr>
        <p:spPr>
          <a:xfrm>
            <a:off x="660400" y="1337587"/>
            <a:ext cx="10858500" cy="73556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26" name="直接连接符 25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图片占位符 13"/>
          <p:cNvSpPr>
            <a:spLocks noGrp="1"/>
          </p:cNvSpPr>
          <p:nvPr>
            <p:ph type="pic" sz="quarter" idx="12"/>
          </p:nvPr>
        </p:nvSpPr>
        <p:spPr>
          <a:xfrm>
            <a:off x="660402" y="1585023"/>
            <a:ext cx="5984238" cy="4554593"/>
          </a:xfrm>
          <a:custGeom>
            <a:avLst/>
            <a:gdLst>
              <a:gd name="connsiteX0" fmla="*/ 0 w 4420885"/>
              <a:gd name="connsiteY0" fmla="*/ 0 h 3686138"/>
              <a:gd name="connsiteX1" fmla="*/ 4420885 w 4420885"/>
              <a:gd name="connsiteY1" fmla="*/ 0 h 3686138"/>
              <a:gd name="connsiteX2" fmla="*/ 4420885 w 4420885"/>
              <a:gd name="connsiteY2" fmla="*/ 3686138 h 3686138"/>
              <a:gd name="connsiteX3" fmla="*/ 0 w 4420885"/>
              <a:gd name="connsiteY3" fmla="*/ 3686138 h 368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885" h="3686138">
                <a:moveTo>
                  <a:pt x="0" y="0"/>
                </a:moveTo>
                <a:lnTo>
                  <a:pt x="4420885" y="0"/>
                </a:lnTo>
                <a:lnTo>
                  <a:pt x="4420885" y="3686138"/>
                </a:lnTo>
                <a:lnTo>
                  <a:pt x="0" y="368613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（图文-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图片占位符 62"/>
          <p:cNvSpPr>
            <a:spLocks noGrp="1"/>
          </p:cNvSpPr>
          <p:nvPr>
            <p:ph type="pic" sz="quarter" idx="27"/>
          </p:nvPr>
        </p:nvSpPr>
        <p:spPr>
          <a:xfrm>
            <a:off x="660404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4" name="图片占位符 63"/>
          <p:cNvSpPr>
            <a:spLocks noGrp="1"/>
          </p:cNvSpPr>
          <p:nvPr>
            <p:ph type="pic" sz="quarter" idx="28"/>
          </p:nvPr>
        </p:nvSpPr>
        <p:spPr>
          <a:xfrm>
            <a:off x="3696741" y="1585023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5" name="图片占位符 64"/>
          <p:cNvSpPr>
            <a:spLocks noGrp="1"/>
          </p:cNvSpPr>
          <p:nvPr>
            <p:ph type="pic" sz="quarter" idx="29"/>
          </p:nvPr>
        </p:nvSpPr>
        <p:spPr>
          <a:xfrm>
            <a:off x="660404" y="3895974"/>
            <a:ext cx="2947901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图片占位符 65"/>
          <p:cNvSpPr>
            <a:spLocks noGrp="1"/>
          </p:cNvSpPr>
          <p:nvPr>
            <p:ph type="pic" sz="quarter" idx="30"/>
          </p:nvPr>
        </p:nvSpPr>
        <p:spPr>
          <a:xfrm>
            <a:off x="3696741" y="3895974"/>
            <a:ext cx="2947899" cy="2243642"/>
          </a:xfrm>
          <a:custGeom>
            <a:avLst/>
            <a:gdLst>
              <a:gd name="connsiteX0" fmla="*/ 0 w 2947901"/>
              <a:gd name="connsiteY0" fmla="*/ 0 h 2243642"/>
              <a:gd name="connsiteX1" fmla="*/ 2947901 w 2947901"/>
              <a:gd name="connsiteY1" fmla="*/ 0 h 2243642"/>
              <a:gd name="connsiteX2" fmla="*/ 2947901 w 2947901"/>
              <a:gd name="connsiteY2" fmla="*/ 2243642 h 2243642"/>
              <a:gd name="connsiteX3" fmla="*/ 0 w 2947901"/>
              <a:gd name="connsiteY3" fmla="*/ 2243642 h 2243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7901" h="2243642">
                <a:moveTo>
                  <a:pt x="0" y="0"/>
                </a:moveTo>
                <a:lnTo>
                  <a:pt x="2947901" y="0"/>
                </a:lnTo>
                <a:lnTo>
                  <a:pt x="2947901" y="2243642"/>
                </a:lnTo>
                <a:lnTo>
                  <a:pt x="0" y="224364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b="787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文本占位符 67"/>
          <p:cNvSpPr>
            <a:spLocks noGrp="1"/>
          </p:cNvSpPr>
          <p:nvPr>
            <p:ph type="body" sz="quarter" idx="11" hasCustomPrompt="1"/>
          </p:nvPr>
        </p:nvSpPr>
        <p:spPr>
          <a:xfrm>
            <a:off x="1216933" y="347251"/>
            <a:ext cx="8920029" cy="402291"/>
          </a:xfrm>
          <a:prstGeom prst="rect">
            <a:avLst/>
          </a:prstGeom>
        </p:spPr>
        <p:txBody>
          <a:bodyPr lIns="0" bIns="46800">
            <a:spAutoFit/>
          </a:bodyPr>
          <a:lstStyle>
            <a:lvl1pPr marL="0" indent="0">
              <a:lnSpc>
                <a:spcPct val="100000"/>
              </a:lnSpc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请输入你的章节标题</a:t>
            </a:r>
          </a:p>
        </p:txBody>
      </p:sp>
      <p:sp>
        <p:nvSpPr>
          <p:cNvPr id="16" name="任意多边形: 形状 15"/>
          <p:cNvSpPr/>
          <p:nvPr userDrawn="1"/>
        </p:nvSpPr>
        <p:spPr>
          <a:xfrm>
            <a:off x="6644640" y="1585023"/>
            <a:ext cx="4874260" cy="4554589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31469" y="1815023"/>
            <a:ext cx="2969058" cy="461665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4" hasCustomPrompt="1"/>
          </p:nvPr>
        </p:nvSpPr>
        <p:spPr>
          <a:xfrm>
            <a:off x="7454095" y="2864776"/>
            <a:ext cx="3773347" cy="859337"/>
          </a:xfrm>
          <a:prstGeom prst="rect">
            <a:avLst/>
          </a:prstGeom>
        </p:spPr>
        <p:txBody>
          <a:bodyPr lIns="0" tIns="0" rIns="90000" bIns="4680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1800"/>
            </a:lvl1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请输入你的内容</a:t>
            </a: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60400" y="344681"/>
            <a:ext cx="384771" cy="384771"/>
            <a:chOff x="669869" y="597306"/>
            <a:chExt cx="409972" cy="409973"/>
          </a:xfrm>
        </p:grpSpPr>
        <p:sp>
          <p:nvSpPr>
            <p:cNvPr id="33" name="íṥļîḓê"/>
            <p:cNvSpPr/>
            <p:nvPr/>
          </p:nvSpPr>
          <p:spPr>
            <a:xfrm>
              <a:off x="669869" y="597306"/>
              <a:ext cx="409972" cy="409973"/>
            </a:xfrm>
            <a:prstGeom prst="ellipse">
              <a:avLst/>
            </a:prstGeom>
            <a:noFill/>
            <a:ln w="12700">
              <a:solidFill>
                <a:schemeClr val="accent1">
                  <a:lumMod val="60000"/>
                  <a:lumOff val="4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4" name="íṥlíḓê"/>
            <p:cNvSpPr/>
            <p:nvPr/>
          </p:nvSpPr>
          <p:spPr>
            <a:xfrm>
              <a:off x="707772" y="635208"/>
              <a:ext cx="334166" cy="33416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5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35" name="ïśļiḑé"/>
            <p:cNvSpPr/>
            <p:nvPr/>
          </p:nvSpPr>
          <p:spPr>
            <a:xfrm>
              <a:off x="772089" y="699681"/>
              <a:ext cx="205530" cy="205219"/>
            </a:xfrm>
            <a:custGeom>
              <a:avLst/>
              <a:gdLst>
                <a:gd name="connsiteX0" fmla="*/ 347041 w 607639"/>
                <a:gd name="connsiteY0" fmla="*/ 313875 h 606722"/>
                <a:gd name="connsiteX1" fmla="*/ 379713 w 607639"/>
                <a:gd name="connsiteY1" fmla="*/ 346512 h 606722"/>
                <a:gd name="connsiteX2" fmla="*/ 347041 w 607639"/>
                <a:gd name="connsiteY2" fmla="*/ 379149 h 606722"/>
                <a:gd name="connsiteX3" fmla="*/ 314369 w 607639"/>
                <a:gd name="connsiteY3" fmla="*/ 346512 h 606722"/>
                <a:gd name="connsiteX4" fmla="*/ 347041 w 607639"/>
                <a:gd name="connsiteY4" fmla="*/ 313875 h 606722"/>
                <a:gd name="connsiteX5" fmla="*/ 260563 w 607639"/>
                <a:gd name="connsiteY5" fmla="*/ 213037 h 606722"/>
                <a:gd name="connsiteX6" fmla="*/ 313452 w 607639"/>
                <a:gd name="connsiteY6" fmla="*/ 265856 h 606722"/>
                <a:gd name="connsiteX7" fmla="*/ 260563 w 607639"/>
                <a:gd name="connsiteY7" fmla="*/ 318675 h 606722"/>
                <a:gd name="connsiteX8" fmla="*/ 207674 w 607639"/>
                <a:gd name="connsiteY8" fmla="*/ 265856 h 606722"/>
                <a:gd name="connsiteX9" fmla="*/ 260563 w 607639"/>
                <a:gd name="connsiteY9" fmla="*/ 213037 h 606722"/>
                <a:gd name="connsiteX10" fmla="*/ 303775 w 607639"/>
                <a:gd name="connsiteY10" fmla="*/ 152236 h 606722"/>
                <a:gd name="connsiteX11" fmla="*/ 152466 w 607639"/>
                <a:gd name="connsiteY11" fmla="*/ 303317 h 606722"/>
                <a:gd name="connsiteX12" fmla="*/ 303775 w 607639"/>
                <a:gd name="connsiteY12" fmla="*/ 454486 h 606722"/>
                <a:gd name="connsiteX13" fmla="*/ 455173 w 607639"/>
                <a:gd name="connsiteY13" fmla="*/ 303317 h 606722"/>
                <a:gd name="connsiteX14" fmla="*/ 303775 w 607639"/>
                <a:gd name="connsiteY14" fmla="*/ 152236 h 606722"/>
                <a:gd name="connsiteX15" fmla="*/ 270042 w 607639"/>
                <a:gd name="connsiteY15" fmla="*/ 0 h 606722"/>
                <a:gd name="connsiteX16" fmla="*/ 337597 w 607639"/>
                <a:gd name="connsiteY16" fmla="*/ 0 h 606722"/>
                <a:gd name="connsiteX17" fmla="*/ 361628 w 607639"/>
                <a:gd name="connsiteY17" fmla="*/ 23995 h 606722"/>
                <a:gd name="connsiteX18" fmla="*/ 337597 w 607639"/>
                <a:gd name="connsiteY18" fmla="*/ 47901 h 606722"/>
                <a:gd name="connsiteX19" fmla="*/ 327806 w 607639"/>
                <a:gd name="connsiteY19" fmla="*/ 47901 h 606722"/>
                <a:gd name="connsiteX20" fmla="*/ 327806 w 607639"/>
                <a:gd name="connsiteY20" fmla="*/ 105756 h 606722"/>
                <a:gd name="connsiteX21" fmla="*/ 426691 w 607639"/>
                <a:gd name="connsiteY21" fmla="*/ 146726 h 606722"/>
                <a:gd name="connsiteX22" fmla="*/ 467723 w 607639"/>
                <a:gd name="connsiteY22" fmla="*/ 105756 h 606722"/>
                <a:gd name="connsiteX23" fmla="*/ 460780 w 607639"/>
                <a:gd name="connsiteY23" fmla="*/ 98913 h 606722"/>
                <a:gd name="connsiteX24" fmla="*/ 460780 w 607639"/>
                <a:gd name="connsiteY24" fmla="*/ 64965 h 606722"/>
                <a:gd name="connsiteX25" fmla="*/ 494691 w 607639"/>
                <a:gd name="connsiteY25" fmla="*/ 64965 h 606722"/>
                <a:gd name="connsiteX26" fmla="*/ 530382 w 607639"/>
                <a:gd name="connsiteY26" fmla="*/ 100602 h 606722"/>
                <a:gd name="connsiteX27" fmla="*/ 531094 w 607639"/>
                <a:gd name="connsiteY27" fmla="*/ 101313 h 606722"/>
                <a:gd name="connsiteX28" fmla="*/ 537414 w 607639"/>
                <a:gd name="connsiteY28" fmla="*/ 107534 h 606722"/>
                <a:gd name="connsiteX29" fmla="*/ 537770 w 607639"/>
                <a:gd name="connsiteY29" fmla="*/ 107978 h 606722"/>
                <a:gd name="connsiteX30" fmla="*/ 537948 w 607639"/>
                <a:gd name="connsiteY30" fmla="*/ 108156 h 606722"/>
                <a:gd name="connsiteX31" fmla="*/ 538482 w 607639"/>
                <a:gd name="connsiteY31" fmla="*/ 108689 h 606722"/>
                <a:gd name="connsiteX32" fmla="*/ 538215 w 607639"/>
                <a:gd name="connsiteY32" fmla="*/ 108423 h 606722"/>
                <a:gd name="connsiteX33" fmla="*/ 538749 w 607639"/>
                <a:gd name="connsiteY33" fmla="*/ 108867 h 606722"/>
                <a:gd name="connsiteX34" fmla="*/ 539105 w 607639"/>
                <a:gd name="connsiteY34" fmla="*/ 109311 h 606722"/>
                <a:gd name="connsiteX35" fmla="*/ 542487 w 607639"/>
                <a:gd name="connsiteY35" fmla="*/ 112688 h 606722"/>
                <a:gd name="connsiteX36" fmla="*/ 542487 w 607639"/>
                <a:gd name="connsiteY36" fmla="*/ 146637 h 606722"/>
                <a:gd name="connsiteX37" fmla="*/ 508576 w 607639"/>
                <a:gd name="connsiteY37" fmla="*/ 146637 h 606722"/>
                <a:gd name="connsiteX38" fmla="*/ 501634 w 607639"/>
                <a:gd name="connsiteY38" fmla="*/ 139705 h 606722"/>
                <a:gd name="connsiteX39" fmla="*/ 460691 w 607639"/>
                <a:gd name="connsiteY39" fmla="*/ 180675 h 606722"/>
                <a:gd name="connsiteX40" fmla="*/ 501723 w 607639"/>
                <a:gd name="connsiteY40" fmla="*/ 279410 h 606722"/>
                <a:gd name="connsiteX41" fmla="*/ 559576 w 607639"/>
                <a:gd name="connsiteY41" fmla="*/ 279410 h 606722"/>
                <a:gd name="connsiteX42" fmla="*/ 559576 w 607639"/>
                <a:gd name="connsiteY42" fmla="*/ 269634 h 606722"/>
                <a:gd name="connsiteX43" fmla="*/ 583608 w 607639"/>
                <a:gd name="connsiteY43" fmla="*/ 245639 h 606722"/>
                <a:gd name="connsiteX44" fmla="*/ 607639 w 607639"/>
                <a:gd name="connsiteY44" fmla="*/ 269634 h 606722"/>
                <a:gd name="connsiteX45" fmla="*/ 607639 w 607639"/>
                <a:gd name="connsiteY45" fmla="*/ 337088 h 606722"/>
                <a:gd name="connsiteX46" fmla="*/ 583608 w 607639"/>
                <a:gd name="connsiteY46" fmla="*/ 361083 h 606722"/>
                <a:gd name="connsiteX47" fmla="*/ 559576 w 607639"/>
                <a:gd name="connsiteY47" fmla="*/ 337088 h 606722"/>
                <a:gd name="connsiteX48" fmla="*/ 559576 w 607639"/>
                <a:gd name="connsiteY48" fmla="*/ 327312 h 606722"/>
                <a:gd name="connsiteX49" fmla="*/ 501723 w 607639"/>
                <a:gd name="connsiteY49" fmla="*/ 327312 h 606722"/>
                <a:gd name="connsiteX50" fmla="*/ 460691 w 607639"/>
                <a:gd name="connsiteY50" fmla="*/ 426047 h 606722"/>
                <a:gd name="connsiteX51" fmla="*/ 501634 w 607639"/>
                <a:gd name="connsiteY51" fmla="*/ 467017 h 606722"/>
                <a:gd name="connsiteX52" fmla="*/ 508576 w 607639"/>
                <a:gd name="connsiteY52" fmla="*/ 460085 h 606722"/>
                <a:gd name="connsiteX53" fmla="*/ 542487 w 607639"/>
                <a:gd name="connsiteY53" fmla="*/ 460085 h 606722"/>
                <a:gd name="connsiteX54" fmla="*/ 542487 w 607639"/>
                <a:gd name="connsiteY54" fmla="*/ 493945 h 606722"/>
                <a:gd name="connsiteX55" fmla="*/ 518990 w 607639"/>
                <a:gd name="connsiteY55" fmla="*/ 517496 h 606722"/>
                <a:gd name="connsiteX56" fmla="*/ 494691 w 607639"/>
                <a:gd name="connsiteY56" fmla="*/ 541668 h 606722"/>
                <a:gd name="connsiteX57" fmla="*/ 460780 w 607639"/>
                <a:gd name="connsiteY57" fmla="*/ 541668 h 606722"/>
                <a:gd name="connsiteX58" fmla="*/ 460780 w 607639"/>
                <a:gd name="connsiteY58" fmla="*/ 507809 h 606722"/>
                <a:gd name="connsiteX59" fmla="*/ 467723 w 607639"/>
                <a:gd name="connsiteY59" fmla="*/ 500877 h 606722"/>
                <a:gd name="connsiteX60" fmla="*/ 426691 w 607639"/>
                <a:gd name="connsiteY60" fmla="*/ 459996 h 606722"/>
                <a:gd name="connsiteX61" fmla="*/ 327806 w 607639"/>
                <a:gd name="connsiteY61" fmla="*/ 500966 h 606722"/>
                <a:gd name="connsiteX62" fmla="*/ 327806 w 607639"/>
                <a:gd name="connsiteY62" fmla="*/ 558732 h 606722"/>
                <a:gd name="connsiteX63" fmla="*/ 337597 w 607639"/>
                <a:gd name="connsiteY63" fmla="*/ 558732 h 606722"/>
                <a:gd name="connsiteX64" fmla="*/ 361628 w 607639"/>
                <a:gd name="connsiteY64" fmla="*/ 582727 h 606722"/>
                <a:gd name="connsiteX65" fmla="*/ 337597 w 607639"/>
                <a:gd name="connsiteY65" fmla="*/ 606722 h 606722"/>
                <a:gd name="connsiteX66" fmla="*/ 270042 w 607639"/>
                <a:gd name="connsiteY66" fmla="*/ 606722 h 606722"/>
                <a:gd name="connsiteX67" fmla="*/ 246011 w 607639"/>
                <a:gd name="connsiteY67" fmla="*/ 582727 h 606722"/>
                <a:gd name="connsiteX68" fmla="*/ 270042 w 607639"/>
                <a:gd name="connsiteY68" fmla="*/ 558732 h 606722"/>
                <a:gd name="connsiteX69" fmla="*/ 279833 w 607639"/>
                <a:gd name="connsiteY69" fmla="*/ 558732 h 606722"/>
                <a:gd name="connsiteX70" fmla="*/ 279833 w 607639"/>
                <a:gd name="connsiteY70" fmla="*/ 500966 h 606722"/>
                <a:gd name="connsiteX71" fmla="*/ 180948 w 607639"/>
                <a:gd name="connsiteY71" fmla="*/ 459996 h 606722"/>
                <a:gd name="connsiteX72" fmla="*/ 139916 w 607639"/>
                <a:gd name="connsiteY72" fmla="*/ 500877 h 606722"/>
                <a:gd name="connsiteX73" fmla="*/ 146859 w 607639"/>
                <a:gd name="connsiteY73" fmla="*/ 507809 h 606722"/>
                <a:gd name="connsiteX74" fmla="*/ 146859 w 607639"/>
                <a:gd name="connsiteY74" fmla="*/ 541668 h 606722"/>
                <a:gd name="connsiteX75" fmla="*/ 112859 w 607639"/>
                <a:gd name="connsiteY75" fmla="*/ 541668 h 606722"/>
                <a:gd name="connsiteX76" fmla="*/ 77257 w 607639"/>
                <a:gd name="connsiteY76" fmla="*/ 506120 h 606722"/>
                <a:gd name="connsiteX77" fmla="*/ 68534 w 607639"/>
                <a:gd name="connsiteY77" fmla="*/ 497411 h 606722"/>
                <a:gd name="connsiteX78" fmla="*/ 65063 w 607639"/>
                <a:gd name="connsiteY78" fmla="*/ 493945 h 606722"/>
                <a:gd name="connsiteX79" fmla="*/ 65063 w 607639"/>
                <a:gd name="connsiteY79" fmla="*/ 460085 h 606722"/>
                <a:gd name="connsiteX80" fmla="*/ 99063 w 607639"/>
                <a:gd name="connsiteY80" fmla="*/ 460085 h 606722"/>
                <a:gd name="connsiteX81" fmla="*/ 105916 w 607639"/>
                <a:gd name="connsiteY81" fmla="*/ 467017 h 606722"/>
                <a:gd name="connsiteX82" fmla="*/ 146948 w 607639"/>
                <a:gd name="connsiteY82" fmla="*/ 426047 h 606722"/>
                <a:gd name="connsiteX83" fmla="*/ 105916 w 607639"/>
                <a:gd name="connsiteY83" fmla="*/ 327312 h 606722"/>
                <a:gd name="connsiteX84" fmla="*/ 47974 w 607639"/>
                <a:gd name="connsiteY84" fmla="*/ 327312 h 606722"/>
                <a:gd name="connsiteX85" fmla="*/ 47974 w 607639"/>
                <a:gd name="connsiteY85" fmla="*/ 337088 h 606722"/>
                <a:gd name="connsiteX86" fmla="*/ 24031 w 607639"/>
                <a:gd name="connsiteY86" fmla="*/ 361083 h 606722"/>
                <a:gd name="connsiteX87" fmla="*/ 0 w 607639"/>
                <a:gd name="connsiteY87" fmla="*/ 337088 h 606722"/>
                <a:gd name="connsiteX88" fmla="*/ 0 w 607639"/>
                <a:gd name="connsiteY88" fmla="*/ 269634 h 606722"/>
                <a:gd name="connsiteX89" fmla="*/ 24031 w 607639"/>
                <a:gd name="connsiteY89" fmla="*/ 245639 h 606722"/>
                <a:gd name="connsiteX90" fmla="*/ 47974 w 607639"/>
                <a:gd name="connsiteY90" fmla="*/ 269634 h 606722"/>
                <a:gd name="connsiteX91" fmla="*/ 47974 w 607639"/>
                <a:gd name="connsiteY91" fmla="*/ 279410 h 606722"/>
                <a:gd name="connsiteX92" fmla="*/ 105916 w 607639"/>
                <a:gd name="connsiteY92" fmla="*/ 279410 h 606722"/>
                <a:gd name="connsiteX93" fmla="*/ 146948 w 607639"/>
                <a:gd name="connsiteY93" fmla="*/ 180675 h 606722"/>
                <a:gd name="connsiteX94" fmla="*/ 105916 w 607639"/>
                <a:gd name="connsiteY94" fmla="*/ 139705 h 606722"/>
                <a:gd name="connsiteX95" fmla="*/ 99063 w 607639"/>
                <a:gd name="connsiteY95" fmla="*/ 146637 h 606722"/>
                <a:gd name="connsiteX96" fmla="*/ 65063 w 607639"/>
                <a:gd name="connsiteY96" fmla="*/ 146637 h 606722"/>
                <a:gd name="connsiteX97" fmla="*/ 65063 w 607639"/>
                <a:gd name="connsiteY97" fmla="*/ 112688 h 606722"/>
                <a:gd name="connsiteX98" fmla="*/ 106450 w 607639"/>
                <a:gd name="connsiteY98" fmla="*/ 71452 h 606722"/>
                <a:gd name="connsiteX99" fmla="*/ 112859 w 607639"/>
                <a:gd name="connsiteY99" fmla="*/ 64965 h 606722"/>
                <a:gd name="connsiteX100" fmla="*/ 146859 w 607639"/>
                <a:gd name="connsiteY100" fmla="*/ 64965 h 606722"/>
                <a:gd name="connsiteX101" fmla="*/ 146859 w 607639"/>
                <a:gd name="connsiteY101" fmla="*/ 98913 h 606722"/>
                <a:gd name="connsiteX102" fmla="*/ 139916 w 607639"/>
                <a:gd name="connsiteY102" fmla="*/ 105756 h 606722"/>
                <a:gd name="connsiteX103" fmla="*/ 180948 w 607639"/>
                <a:gd name="connsiteY103" fmla="*/ 146726 h 606722"/>
                <a:gd name="connsiteX104" fmla="*/ 279833 w 607639"/>
                <a:gd name="connsiteY104" fmla="*/ 105756 h 606722"/>
                <a:gd name="connsiteX105" fmla="*/ 279833 w 607639"/>
                <a:gd name="connsiteY105" fmla="*/ 47901 h 606722"/>
                <a:gd name="connsiteX106" fmla="*/ 270042 w 607639"/>
                <a:gd name="connsiteY106" fmla="*/ 47901 h 606722"/>
                <a:gd name="connsiteX107" fmla="*/ 246011 w 607639"/>
                <a:gd name="connsiteY107" fmla="*/ 23995 h 606722"/>
                <a:gd name="connsiteX108" fmla="*/ 270042 w 607639"/>
                <a:gd name="connsiteY108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607639" h="606722">
                  <a:moveTo>
                    <a:pt x="347041" y="313875"/>
                  </a:moveTo>
                  <a:cubicBezTo>
                    <a:pt x="365085" y="313875"/>
                    <a:pt x="379713" y="328487"/>
                    <a:pt x="379713" y="346512"/>
                  </a:cubicBezTo>
                  <a:cubicBezTo>
                    <a:pt x="379713" y="364537"/>
                    <a:pt x="365085" y="379149"/>
                    <a:pt x="347041" y="379149"/>
                  </a:cubicBezTo>
                  <a:cubicBezTo>
                    <a:pt x="328997" y="379149"/>
                    <a:pt x="314369" y="364537"/>
                    <a:pt x="314369" y="346512"/>
                  </a:cubicBezTo>
                  <a:cubicBezTo>
                    <a:pt x="314369" y="328487"/>
                    <a:pt x="328997" y="313875"/>
                    <a:pt x="347041" y="313875"/>
                  </a:cubicBezTo>
                  <a:close/>
                  <a:moveTo>
                    <a:pt x="260563" y="213037"/>
                  </a:moveTo>
                  <a:cubicBezTo>
                    <a:pt x="289773" y="213037"/>
                    <a:pt x="313452" y="236685"/>
                    <a:pt x="313452" y="265856"/>
                  </a:cubicBezTo>
                  <a:cubicBezTo>
                    <a:pt x="313452" y="295027"/>
                    <a:pt x="289773" y="318675"/>
                    <a:pt x="260563" y="318675"/>
                  </a:cubicBezTo>
                  <a:cubicBezTo>
                    <a:pt x="231353" y="318675"/>
                    <a:pt x="207674" y="295027"/>
                    <a:pt x="207674" y="265856"/>
                  </a:cubicBezTo>
                  <a:cubicBezTo>
                    <a:pt x="207674" y="236685"/>
                    <a:pt x="231353" y="213037"/>
                    <a:pt x="260563" y="213037"/>
                  </a:cubicBezTo>
                  <a:close/>
                  <a:moveTo>
                    <a:pt x="303775" y="152236"/>
                  </a:moveTo>
                  <a:cubicBezTo>
                    <a:pt x="220377" y="152236"/>
                    <a:pt x="152466" y="220045"/>
                    <a:pt x="152466" y="303317"/>
                  </a:cubicBezTo>
                  <a:cubicBezTo>
                    <a:pt x="152466" y="386678"/>
                    <a:pt x="220377" y="454486"/>
                    <a:pt x="303775" y="454486"/>
                  </a:cubicBezTo>
                  <a:cubicBezTo>
                    <a:pt x="387262" y="454486"/>
                    <a:pt x="455173" y="386678"/>
                    <a:pt x="455173" y="303317"/>
                  </a:cubicBezTo>
                  <a:cubicBezTo>
                    <a:pt x="455173" y="220045"/>
                    <a:pt x="387262" y="152236"/>
                    <a:pt x="303775" y="152236"/>
                  </a:cubicBezTo>
                  <a:close/>
                  <a:moveTo>
                    <a:pt x="270042" y="0"/>
                  </a:moveTo>
                  <a:lnTo>
                    <a:pt x="337597" y="0"/>
                  </a:lnTo>
                  <a:cubicBezTo>
                    <a:pt x="350859" y="0"/>
                    <a:pt x="361628" y="10753"/>
                    <a:pt x="361628" y="23995"/>
                  </a:cubicBezTo>
                  <a:cubicBezTo>
                    <a:pt x="361628" y="37237"/>
                    <a:pt x="350859" y="47901"/>
                    <a:pt x="337597" y="47901"/>
                  </a:cubicBezTo>
                  <a:lnTo>
                    <a:pt x="327806" y="47901"/>
                  </a:lnTo>
                  <a:lnTo>
                    <a:pt x="327806" y="105756"/>
                  </a:lnTo>
                  <a:cubicBezTo>
                    <a:pt x="364833" y="110200"/>
                    <a:pt x="398744" y="124864"/>
                    <a:pt x="426691" y="146726"/>
                  </a:cubicBezTo>
                  <a:lnTo>
                    <a:pt x="467723" y="105756"/>
                  </a:lnTo>
                  <a:lnTo>
                    <a:pt x="460780" y="98913"/>
                  </a:lnTo>
                  <a:cubicBezTo>
                    <a:pt x="451435" y="89493"/>
                    <a:pt x="451435" y="74385"/>
                    <a:pt x="460780" y="64965"/>
                  </a:cubicBezTo>
                  <a:cubicBezTo>
                    <a:pt x="470126" y="55633"/>
                    <a:pt x="485346" y="55633"/>
                    <a:pt x="494691" y="64965"/>
                  </a:cubicBezTo>
                  <a:lnTo>
                    <a:pt x="530382" y="100602"/>
                  </a:lnTo>
                  <a:lnTo>
                    <a:pt x="531094" y="101313"/>
                  </a:lnTo>
                  <a:lnTo>
                    <a:pt x="537414" y="107534"/>
                  </a:lnTo>
                  <a:lnTo>
                    <a:pt x="537770" y="107978"/>
                  </a:lnTo>
                  <a:lnTo>
                    <a:pt x="537948" y="108156"/>
                  </a:lnTo>
                  <a:lnTo>
                    <a:pt x="538482" y="108689"/>
                  </a:lnTo>
                  <a:lnTo>
                    <a:pt x="538215" y="108423"/>
                  </a:lnTo>
                  <a:lnTo>
                    <a:pt x="538749" y="108867"/>
                  </a:lnTo>
                  <a:lnTo>
                    <a:pt x="539105" y="109311"/>
                  </a:lnTo>
                  <a:lnTo>
                    <a:pt x="542487" y="112688"/>
                  </a:lnTo>
                  <a:cubicBezTo>
                    <a:pt x="551922" y="122109"/>
                    <a:pt x="551922" y="137217"/>
                    <a:pt x="542487" y="146637"/>
                  </a:cubicBezTo>
                  <a:cubicBezTo>
                    <a:pt x="533142" y="155969"/>
                    <a:pt x="517922" y="155969"/>
                    <a:pt x="508576" y="146637"/>
                  </a:cubicBezTo>
                  <a:lnTo>
                    <a:pt x="501634" y="139705"/>
                  </a:lnTo>
                  <a:lnTo>
                    <a:pt x="460691" y="180675"/>
                  </a:lnTo>
                  <a:cubicBezTo>
                    <a:pt x="482587" y="208491"/>
                    <a:pt x="497272" y="242440"/>
                    <a:pt x="501723" y="279410"/>
                  </a:cubicBezTo>
                  <a:lnTo>
                    <a:pt x="559576" y="279410"/>
                  </a:lnTo>
                  <a:lnTo>
                    <a:pt x="559576" y="269634"/>
                  </a:lnTo>
                  <a:cubicBezTo>
                    <a:pt x="559576" y="256393"/>
                    <a:pt x="570346" y="245639"/>
                    <a:pt x="583608" y="245639"/>
                  </a:cubicBezTo>
                  <a:cubicBezTo>
                    <a:pt x="596869" y="245639"/>
                    <a:pt x="607639" y="256393"/>
                    <a:pt x="607639" y="269634"/>
                  </a:cubicBezTo>
                  <a:lnTo>
                    <a:pt x="607639" y="337088"/>
                  </a:lnTo>
                  <a:cubicBezTo>
                    <a:pt x="607639" y="350329"/>
                    <a:pt x="596869" y="361083"/>
                    <a:pt x="583608" y="361083"/>
                  </a:cubicBezTo>
                  <a:cubicBezTo>
                    <a:pt x="570346" y="361083"/>
                    <a:pt x="559576" y="350329"/>
                    <a:pt x="559576" y="337088"/>
                  </a:cubicBezTo>
                  <a:lnTo>
                    <a:pt x="559576" y="327312"/>
                  </a:lnTo>
                  <a:lnTo>
                    <a:pt x="501723" y="327312"/>
                  </a:lnTo>
                  <a:cubicBezTo>
                    <a:pt x="497272" y="364282"/>
                    <a:pt x="482587" y="398142"/>
                    <a:pt x="460691" y="426047"/>
                  </a:cubicBezTo>
                  <a:lnTo>
                    <a:pt x="501634" y="467017"/>
                  </a:lnTo>
                  <a:lnTo>
                    <a:pt x="508576" y="460085"/>
                  </a:lnTo>
                  <a:cubicBezTo>
                    <a:pt x="517922" y="450753"/>
                    <a:pt x="533142" y="450753"/>
                    <a:pt x="542487" y="460085"/>
                  </a:cubicBezTo>
                  <a:cubicBezTo>
                    <a:pt x="551922" y="469416"/>
                    <a:pt x="551922" y="484613"/>
                    <a:pt x="542487" y="493945"/>
                  </a:cubicBezTo>
                  <a:cubicBezTo>
                    <a:pt x="512759" y="523717"/>
                    <a:pt x="518456" y="518029"/>
                    <a:pt x="518990" y="517496"/>
                  </a:cubicBezTo>
                  <a:cubicBezTo>
                    <a:pt x="518545" y="517940"/>
                    <a:pt x="514272" y="522206"/>
                    <a:pt x="494691" y="541668"/>
                  </a:cubicBezTo>
                  <a:cubicBezTo>
                    <a:pt x="485346" y="551089"/>
                    <a:pt x="470126" y="551089"/>
                    <a:pt x="460780" y="541668"/>
                  </a:cubicBezTo>
                  <a:cubicBezTo>
                    <a:pt x="451435" y="532337"/>
                    <a:pt x="451435" y="517140"/>
                    <a:pt x="460780" y="507809"/>
                  </a:cubicBezTo>
                  <a:lnTo>
                    <a:pt x="467723" y="500877"/>
                  </a:lnTo>
                  <a:lnTo>
                    <a:pt x="426691" y="459996"/>
                  </a:lnTo>
                  <a:cubicBezTo>
                    <a:pt x="398744" y="481858"/>
                    <a:pt x="364833" y="496522"/>
                    <a:pt x="327806" y="500966"/>
                  </a:cubicBezTo>
                  <a:lnTo>
                    <a:pt x="327806" y="558732"/>
                  </a:lnTo>
                  <a:lnTo>
                    <a:pt x="337597" y="558732"/>
                  </a:lnTo>
                  <a:cubicBezTo>
                    <a:pt x="350859" y="558732"/>
                    <a:pt x="361628" y="569485"/>
                    <a:pt x="361628" y="582727"/>
                  </a:cubicBezTo>
                  <a:cubicBezTo>
                    <a:pt x="361628" y="595969"/>
                    <a:pt x="350859" y="606722"/>
                    <a:pt x="337597" y="606722"/>
                  </a:cubicBezTo>
                  <a:lnTo>
                    <a:pt x="270042" y="606722"/>
                  </a:lnTo>
                  <a:cubicBezTo>
                    <a:pt x="256780" y="606722"/>
                    <a:pt x="246011" y="595969"/>
                    <a:pt x="246011" y="582727"/>
                  </a:cubicBezTo>
                  <a:cubicBezTo>
                    <a:pt x="246011" y="569485"/>
                    <a:pt x="256780" y="558732"/>
                    <a:pt x="270042" y="558732"/>
                  </a:cubicBezTo>
                  <a:lnTo>
                    <a:pt x="279833" y="558732"/>
                  </a:lnTo>
                  <a:lnTo>
                    <a:pt x="279833" y="500966"/>
                  </a:lnTo>
                  <a:cubicBezTo>
                    <a:pt x="242806" y="496522"/>
                    <a:pt x="208806" y="481858"/>
                    <a:pt x="180948" y="459996"/>
                  </a:cubicBezTo>
                  <a:lnTo>
                    <a:pt x="139916" y="500877"/>
                  </a:lnTo>
                  <a:lnTo>
                    <a:pt x="146859" y="507809"/>
                  </a:lnTo>
                  <a:cubicBezTo>
                    <a:pt x="156204" y="517140"/>
                    <a:pt x="156204" y="532337"/>
                    <a:pt x="146859" y="541668"/>
                  </a:cubicBezTo>
                  <a:cubicBezTo>
                    <a:pt x="137424" y="551089"/>
                    <a:pt x="122293" y="551089"/>
                    <a:pt x="112859" y="541668"/>
                  </a:cubicBezTo>
                  <a:lnTo>
                    <a:pt x="77257" y="506120"/>
                  </a:lnTo>
                  <a:lnTo>
                    <a:pt x="68534" y="497411"/>
                  </a:lnTo>
                  <a:lnTo>
                    <a:pt x="65063" y="493945"/>
                  </a:lnTo>
                  <a:cubicBezTo>
                    <a:pt x="55717" y="484613"/>
                    <a:pt x="55717" y="469416"/>
                    <a:pt x="65063" y="460085"/>
                  </a:cubicBezTo>
                  <a:cubicBezTo>
                    <a:pt x="74497" y="450753"/>
                    <a:pt x="89628" y="450753"/>
                    <a:pt x="99063" y="460085"/>
                  </a:cubicBezTo>
                  <a:lnTo>
                    <a:pt x="105916" y="467017"/>
                  </a:lnTo>
                  <a:lnTo>
                    <a:pt x="146948" y="426047"/>
                  </a:lnTo>
                  <a:cubicBezTo>
                    <a:pt x="125052" y="398142"/>
                    <a:pt x="110367" y="364282"/>
                    <a:pt x="105916" y="327312"/>
                  </a:cubicBezTo>
                  <a:lnTo>
                    <a:pt x="47974" y="327312"/>
                  </a:lnTo>
                  <a:lnTo>
                    <a:pt x="47974" y="337088"/>
                  </a:lnTo>
                  <a:cubicBezTo>
                    <a:pt x="47974" y="350329"/>
                    <a:pt x="37293" y="361083"/>
                    <a:pt x="24031" y="361083"/>
                  </a:cubicBezTo>
                  <a:cubicBezTo>
                    <a:pt x="10770" y="361083"/>
                    <a:pt x="0" y="350329"/>
                    <a:pt x="0" y="337088"/>
                  </a:cubicBezTo>
                  <a:lnTo>
                    <a:pt x="0" y="269634"/>
                  </a:lnTo>
                  <a:cubicBezTo>
                    <a:pt x="0" y="256393"/>
                    <a:pt x="10770" y="245639"/>
                    <a:pt x="24031" y="245639"/>
                  </a:cubicBezTo>
                  <a:cubicBezTo>
                    <a:pt x="37293" y="245639"/>
                    <a:pt x="47974" y="256393"/>
                    <a:pt x="47974" y="269634"/>
                  </a:cubicBezTo>
                  <a:lnTo>
                    <a:pt x="47974" y="279410"/>
                  </a:lnTo>
                  <a:lnTo>
                    <a:pt x="105916" y="279410"/>
                  </a:lnTo>
                  <a:cubicBezTo>
                    <a:pt x="110367" y="242440"/>
                    <a:pt x="125052" y="208491"/>
                    <a:pt x="146948" y="180675"/>
                  </a:cubicBezTo>
                  <a:lnTo>
                    <a:pt x="105916" y="139705"/>
                  </a:lnTo>
                  <a:lnTo>
                    <a:pt x="99063" y="146637"/>
                  </a:lnTo>
                  <a:cubicBezTo>
                    <a:pt x="89628" y="155969"/>
                    <a:pt x="74497" y="155969"/>
                    <a:pt x="65063" y="146637"/>
                  </a:cubicBezTo>
                  <a:cubicBezTo>
                    <a:pt x="55717" y="137217"/>
                    <a:pt x="55717" y="122109"/>
                    <a:pt x="65063" y="112688"/>
                  </a:cubicBezTo>
                  <a:lnTo>
                    <a:pt x="106450" y="71452"/>
                  </a:lnTo>
                  <a:lnTo>
                    <a:pt x="112859" y="64965"/>
                  </a:lnTo>
                  <a:cubicBezTo>
                    <a:pt x="122293" y="55633"/>
                    <a:pt x="137424" y="55633"/>
                    <a:pt x="146859" y="64965"/>
                  </a:cubicBezTo>
                  <a:cubicBezTo>
                    <a:pt x="156204" y="74385"/>
                    <a:pt x="156204" y="89493"/>
                    <a:pt x="146859" y="98913"/>
                  </a:cubicBezTo>
                  <a:lnTo>
                    <a:pt x="139916" y="105756"/>
                  </a:lnTo>
                  <a:lnTo>
                    <a:pt x="180948" y="146726"/>
                  </a:lnTo>
                  <a:cubicBezTo>
                    <a:pt x="208806" y="124864"/>
                    <a:pt x="242806" y="110200"/>
                    <a:pt x="279833" y="105756"/>
                  </a:cubicBezTo>
                  <a:lnTo>
                    <a:pt x="279833" y="47901"/>
                  </a:lnTo>
                  <a:lnTo>
                    <a:pt x="270042" y="47901"/>
                  </a:lnTo>
                  <a:cubicBezTo>
                    <a:pt x="256780" y="47901"/>
                    <a:pt x="246011" y="37237"/>
                    <a:pt x="246011" y="23995"/>
                  </a:cubicBezTo>
                  <a:cubicBezTo>
                    <a:pt x="246011" y="10753"/>
                    <a:pt x="256780" y="0"/>
                    <a:pt x="270042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40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2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7031469" y="2473505"/>
            <a:ext cx="864000" cy="9629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占位符 11"/>
          <p:cNvSpPr>
            <a:spLocks noGrp="1"/>
          </p:cNvSpPr>
          <p:nvPr>
            <p:ph type="body" sz="quarter" idx="25" hasCustomPrompt="1"/>
          </p:nvPr>
        </p:nvSpPr>
        <p:spPr>
          <a:xfrm>
            <a:off x="7454095" y="392434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sp>
        <p:nvSpPr>
          <p:cNvPr id="36" name="文本占位符 11"/>
          <p:cNvSpPr>
            <a:spLocks noGrp="1"/>
          </p:cNvSpPr>
          <p:nvPr>
            <p:ph type="body" sz="quarter" idx="26" hasCustomPrompt="1"/>
          </p:nvPr>
        </p:nvSpPr>
        <p:spPr>
          <a:xfrm>
            <a:off x="7454095" y="4983916"/>
            <a:ext cx="3773347" cy="859337"/>
          </a:xfrm>
          <a:prstGeom prst="rect">
            <a:avLst/>
          </a:prstGeom>
        </p:spPr>
        <p:txBody>
          <a:bodyPr lIns="0" tIns="0">
            <a:normAutofit/>
          </a:bodyPr>
          <a:lstStyle>
            <a:lvl1pPr marL="0" indent="0" algn="l">
              <a:lnSpc>
                <a:spcPct val="130000"/>
              </a:lnSpc>
              <a:buNone/>
              <a:defRPr sz="1800"/>
            </a:lvl1pPr>
          </a:lstStyle>
          <a:p>
            <a:pPr lvl="0"/>
            <a:r>
              <a:rPr lang="zh-CN" altLang="en-US" dirty="0"/>
              <a:t>请输入你的内容</a:t>
            </a:r>
          </a:p>
        </p:txBody>
      </p:sp>
      <p:cxnSp>
        <p:nvCxnSpPr>
          <p:cNvPr id="22" name="直接连接符 21"/>
          <p:cNvCxnSpPr/>
          <p:nvPr userDrawn="1"/>
        </p:nvCxnSpPr>
        <p:spPr>
          <a:xfrm>
            <a:off x="650931" y="852684"/>
            <a:ext cx="10867969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6962" y="292375"/>
            <a:ext cx="1375700" cy="4372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78" r="35125" b="7878"/>
          <a:stretch>
            <a:fillRect/>
          </a:stretch>
        </p:blipFill>
        <p:spPr>
          <a:xfrm>
            <a:off x="4282440" y="0"/>
            <a:ext cx="7909560" cy="6858000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alphaModFix amt="5000"/>
            </a:blip>
            <a:srcRect/>
            <a:tile tx="0" ty="0" sx="100000" sy="100000" flip="none" algn="tl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 descr="图片包含 树, 户外, 建筑物, 道路&#10;&#10;自动生成的说明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7878" r="35125" b="7878"/>
          <a:stretch>
            <a:fillRect/>
          </a:stretch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52" name="任意多边形: 形状 51"/>
          <p:cNvSpPr/>
          <p:nvPr userDrawn="1"/>
        </p:nvSpPr>
        <p:spPr>
          <a:xfrm rot="1759603">
            <a:off x="5759550" y="3287609"/>
            <a:ext cx="326672" cy="3900322"/>
          </a:xfrm>
          <a:custGeom>
            <a:avLst/>
            <a:gdLst>
              <a:gd name="connsiteX0" fmla="*/ 0 w 326672"/>
              <a:gd name="connsiteY0" fmla="*/ 0 h 3900322"/>
              <a:gd name="connsiteX1" fmla="*/ 326672 w 326672"/>
              <a:gd name="connsiteY1" fmla="*/ 0 h 3900322"/>
              <a:gd name="connsiteX2" fmla="*/ 326672 w 326672"/>
              <a:gd name="connsiteY2" fmla="*/ 3716802 h 3900322"/>
              <a:gd name="connsiteX3" fmla="*/ 0 w 326672"/>
              <a:gd name="connsiteY3" fmla="*/ 3900322 h 3900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900322">
                <a:moveTo>
                  <a:pt x="0" y="0"/>
                </a:moveTo>
                <a:lnTo>
                  <a:pt x="326672" y="0"/>
                </a:lnTo>
                <a:lnTo>
                  <a:pt x="326672" y="3716802"/>
                </a:lnTo>
                <a:lnTo>
                  <a:pt x="0" y="39003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4" name="任意多边形: 形状 43"/>
          <p:cNvSpPr/>
          <p:nvPr userDrawn="1"/>
        </p:nvSpPr>
        <p:spPr>
          <a:xfrm rot="1759603">
            <a:off x="8280302" y="-201925"/>
            <a:ext cx="170609" cy="2499133"/>
          </a:xfrm>
          <a:custGeom>
            <a:avLst/>
            <a:gdLst>
              <a:gd name="connsiteX0" fmla="*/ 0 w 170609"/>
              <a:gd name="connsiteY0" fmla="*/ 95846 h 2499133"/>
              <a:gd name="connsiteX1" fmla="*/ 170609 w 170609"/>
              <a:gd name="connsiteY1" fmla="*/ 0 h 2499133"/>
              <a:gd name="connsiteX2" fmla="*/ 170609 w 170609"/>
              <a:gd name="connsiteY2" fmla="*/ 2499133 h 2499133"/>
              <a:gd name="connsiteX3" fmla="*/ 0 w 170609"/>
              <a:gd name="connsiteY3" fmla="*/ 2499133 h 2499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2499133">
                <a:moveTo>
                  <a:pt x="0" y="95846"/>
                </a:moveTo>
                <a:lnTo>
                  <a:pt x="170609" y="0"/>
                </a:lnTo>
                <a:lnTo>
                  <a:pt x="170609" y="2499133"/>
                </a:lnTo>
                <a:lnTo>
                  <a:pt x="0" y="24991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任意多边形: 形状 21"/>
          <p:cNvSpPr/>
          <p:nvPr userDrawn="1"/>
        </p:nvSpPr>
        <p:spPr>
          <a:xfrm rot="1759603">
            <a:off x="11257062" y="-144084"/>
            <a:ext cx="326672" cy="3732241"/>
          </a:xfrm>
          <a:custGeom>
            <a:avLst/>
            <a:gdLst>
              <a:gd name="connsiteX0" fmla="*/ 0 w 326672"/>
              <a:gd name="connsiteY0" fmla="*/ 0 h 3732241"/>
              <a:gd name="connsiteX1" fmla="*/ 326672 w 326672"/>
              <a:gd name="connsiteY1" fmla="*/ 581488 h 3732241"/>
              <a:gd name="connsiteX2" fmla="*/ 326672 w 326672"/>
              <a:gd name="connsiteY2" fmla="*/ 3732241 h 3732241"/>
              <a:gd name="connsiteX3" fmla="*/ 0 w 326672"/>
              <a:gd name="connsiteY3" fmla="*/ 3732241 h 37322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6672" h="3732241">
                <a:moveTo>
                  <a:pt x="0" y="0"/>
                </a:moveTo>
                <a:lnTo>
                  <a:pt x="326672" y="581488"/>
                </a:lnTo>
                <a:lnTo>
                  <a:pt x="326672" y="3732241"/>
                </a:lnTo>
                <a:lnTo>
                  <a:pt x="0" y="37322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3" name="任意多边形: 形状 52"/>
          <p:cNvSpPr/>
          <p:nvPr userDrawn="1"/>
        </p:nvSpPr>
        <p:spPr>
          <a:xfrm rot="1759603">
            <a:off x="9271255" y="4019758"/>
            <a:ext cx="170609" cy="3077209"/>
          </a:xfrm>
          <a:custGeom>
            <a:avLst/>
            <a:gdLst>
              <a:gd name="connsiteX0" fmla="*/ 0 w 170609"/>
              <a:gd name="connsiteY0" fmla="*/ 0 h 3077209"/>
              <a:gd name="connsiteX1" fmla="*/ 170609 w 170609"/>
              <a:gd name="connsiteY1" fmla="*/ 0 h 3077209"/>
              <a:gd name="connsiteX2" fmla="*/ 170609 w 170609"/>
              <a:gd name="connsiteY2" fmla="*/ 2981364 h 3077209"/>
              <a:gd name="connsiteX3" fmla="*/ 0 w 170609"/>
              <a:gd name="connsiteY3" fmla="*/ 3077209 h 3077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0609" h="3077209">
                <a:moveTo>
                  <a:pt x="0" y="0"/>
                </a:moveTo>
                <a:lnTo>
                  <a:pt x="170609" y="0"/>
                </a:lnTo>
                <a:lnTo>
                  <a:pt x="170609" y="2981364"/>
                </a:lnTo>
                <a:lnTo>
                  <a:pt x="0" y="307720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7" name="文本占位符 25"/>
          <p:cNvSpPr>
            <a:spLocks noGrp="1"/>
          </p:cNvSpPr>
          <p:nvPr>
            <p:ph type="body" sz="quarter" idx="11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1" spc="100" baseline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38" name="文本占位符 25"/>
          <p:cNvSpPr>
            <a:spLocks noGrp="1"/>
          </p:cNvSpPr>
          <p:nvPr>
            <p:ph type="body" sz="quarter" idx="12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54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cxnSp>
        <p:nvCxnSpPr>
          <p:cNvPr id="39" name="直接连接符 38"/>
          <p:cNvCxnSpPr/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日期占位符 4"/>
          <p:cNvSpPr>
            <a:spLocks noGrp="1"/>
          </p:cNvSpPr>
          <p:nvPr>
            <p:ph type="dt" sz="half" idx="16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/>
          <a:lstStyle/>
          <a:p>
            <a:r>
              <a:rPr lang="zh-CN" altLang="en-US" i="1" spc="30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312015"/>
            <a:ext cx="1375700" cy="437285"/>
          </a:xfrm>
          <a:prstGeom prst="rect">
            <a:avLst/>
          </a:prstGeom>
        </p:spPr>
      </p:pic>
      <p:sp>
        <p:nvSpPr>
          <p:cNvPr id="20" name="文本占位符 28"/>
          <p:cNvSpPr>
            <a:spLocks noGrp="1"/>
          </p:cNvSpPr>
          <p:nvPr>
            <p:ph type="body" sz="quarter" idx="17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27993"/>
          <a:stretch>
            <a:fillRect/>
          </a:stretch>
        </p:blipFill>
        <p:spPr>
          <a:xfrm>
            <a:off x="1" y="-5557"/>
            <a:ext cx="12192000" cy="6863557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-3" y="2077796"/>
            <a:ext cx="12192000" cy="478020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>
                  <a:alpha val="8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 rot="10800000">
            <a:off x="-1" y="-5557"/>
            <a:ext cx="12191999" cy="3217764"/>
          </a:xfrm>
          <a:prstGeom prst="rect">
            <a:avLst/>
          </a:prstGeom>
          <a:gradFill>
            <a:gsLst>
              <a:gs pos="0">
                <a:srgbClr val="010000">
                  <a:alpha val="0"/>
                </a:srgbClr>
              </a:gs>
              <a:gs pos="100000">
                <a:srgbClr val="01000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-1" y="0"/>
            <a:ext cx="12192001" cy="6811864"/>
          </a:xfrm>
          <a:prstGeom prst="rect">
            <a:avLst/>
          </a:prstGeom>
          <a:solidFill>
            <a:srgbClr val="080304">
              <a:alpha val="6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4760680" y="564634"/>
            <a:ext cx="267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 sz="1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本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模板正参与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602350" y="2482543"/>
            <a:ext cx="4987300" cy="400109"/>
          </a:xfrm>
          <a:prstGeom prst="rect">
            <a:avLst/>
          </a:prstGeom>
          <a:gradFill flip="none" rotWithShape="1">
            <a:gsLst>
              <a:gs pos="100000">
                <a:srgbClr val="CB9B53">
                  <a:alpha val="0"/>
                </a:srgbClr>
              </a:gs>
              <a:gs pos="0">
                <a:srgbClr val="CB9B53">
                  <a:alpha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rgbClr val="0E5177"/>
              </a:solidFill>
              <a:effectLst/>
              <a:uLnTx/>
              <a:uFillTx/>
              <a:latin typeface="Segoe UI" panose="020B0502040204020203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4049486" y="2517885"/>
            <a:ext cx="4093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第一届高校</a:t>
            </a: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模板设计大赛 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133678" y="4824918"/>
            <a:ext cx="2545865" cy="1061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dist">
              <a:defRPr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微信扫码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来聆听模板作者</a:t>
            </a:r>
            <a:endParaRPr kumimoji="0" lang="en-US" altLang="zh-CN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设计灵感、制作思路</a:t>
            </a:r>
            <a:endParaRPr kumimoji="0" lang="en-US" sz="1800" b="0" i="0" u="none" strike="noStrike" kern="1200" cap="none" spc="15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15419" y="3771974"/>
            <a:ext cx="13817069" cy="399642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83657" y="716939"/>
            <a:ext cx="8824686" cy="1844708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42050" y="2971888"/>
            <a:ext cx="1983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活动主办：秋叶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PPT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6079638" y="2971888"/>
            <a:ext cx="24929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技术支持：微软听听文档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600610" y="3494767"/>
            <a:ext cx="2318400" cy="2318400"/>
          </a:xfrm>
          <a:prstGeom prst="rect">
            <a:avLst/>
          </a:prstGeom>
          <a:solidFill>
            <a:schemeClr val="bg1"/>
          </a:solidFill>
          <a:ln w="57150">
            <a:solidFill>
              <a:srgbClr val="CB9B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注页">
    <p:bg>
      <p:bgPr>
        <a:solidFill>
          <a:srgbClr val="E73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440603" y="759873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标注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572589" y="759873"/>
            <a:ext cx="1402001" cy="2025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使用说明 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声明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4153010" y="759873"/>
            <a:ext cx="707434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模板为作者原创，著作权归作者所有。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您仅可以个人非商业用途使用本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未经权利人书面明确授权，不可将信息内容的全部或部分用于出售，或以出租、出借、转让、分销、发布等其他任何方式供他人使用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，</a:t>
            </a: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lt"/>
                <a:ea typeface="微软雅黑" panose="020B0503020204020204" charset="-122"/>
                <a:cs typeface="+mn-cs"/>
              </a:rPr>
              <a:t>否则将承担法律责任。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尊重知识产权并注重保护用户享有的各项权利。</a:t>
            </a:r>
            <a:endParaRPr kumimoji="0" lang="en-US" altLang="zh-CN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  <a:p>
            <a:pPr marL="0" marR="0" lvl="0" indent="0" defTabSz="6096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拥有对本</a:t>
            </a:r>
            <a:r>
              <a:rPr kumimoji="0" lang="en-US" altLang="zh-CN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PPT</a:t>
            </a: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模板进行展示、报道、宣传及用于市场活动的权利，若在比赛或商业应用过程中发生版权纠纷，其法律责任由作者本人承担。</a:t>
            </a:r>
            <a:endParaRPr kumimoji="0" lang="zh-CN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440603" y="182445"/>
            <a:ext cx="77777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6096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/>
                <a:ea typeface="微软雅黑" panose="020B0503020204020204" charset="-122"/>
                <a:cs typeface="Segoe UI Light" panose="020B0502040204020203"/>
              </a:rPr>
              <a:t>OfficePLUS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/>
              <a:ea typeface="微软雅黑" panose="020B0503020204020204" charset="-122"/>
              <a:cs typeface="Segoe UI Light" panose="020B0502040204020203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869" y="1"/>
            <a:ext cx="10849030" cy="74929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869" y="850901"/>
            <a:ext cx="10849031" cy="5283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235702"/>
            <a:ext cx="334264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400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i="1" spc="300" dirty="0">
                <a:solidFill>
                  <a:schemeClr val="accent1"/>
                </a:solidFill>
                <a:latin typeface="+mn-ea"/>
              </a:rPr>
              <a:t>止于至善</a:t>
            </a:r>
            <a:endParaRPr lang="zh-CN" altLang="en-US" spc="3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3"/>
          </p:nvPr>
        </p:nvSpPr>
        <p:spPr>
          <a:xfrm>
            <a:off x="4622800" y="6235702"/>
            <a:ext cx="2946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0" spc="300" baseline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775700" y="6235702"/>
            <a:ext cx="27432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4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C79ECAFE-A460-4E13-ABCB-32CAE613624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ft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667512" y="2761488"/>
            <a:ext cx="5797296" cy="1188720"/>
          </a:xfrm>
        </p:spPr>
        <p:txBody>
          <a:bodyPr wrap="square"/>
          <a:lstStyle/>
          <a:p>
            <a:r>
              <a:rPr sz="2600"/>
              <a:t>用 DeepSeek Harness 求解</a:t>
            </a:r>
          </a:p>
          <a:p>
            <a:r>
              <a:rPr sz="2600"/>
              <a:t>高考导数压轴题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 wrap="square"/>
          <a:lstStyle/>
          <a:p>
            <a:r>
              <a:rPr sz="2200"/>
              <a:t>第一次 Demo 实践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667512" y="3931920"/>
            <a:ext cx="5797296" cy="320040"/>
          </a:xfrm>
        </p:spPr>
        <p:txBody>
          <a:bodyPr wrap="square"/>
          <a:lstStyle/>
          <a:p>
            <a:r>
              <a:rPr sz="1350"/>
              <a:t>2022 年全国甲卷理科数学第 21 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047488"/>
            <a:ext cx="4962897" cy="2143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350" b="0" dirty="0" err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汇报人</a:t>
            </a:r>
            <a:r>
              <a:rPr sz="1350" b="0" dirty="0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：＿＿＿＿</a:t>
            </a:r>
            <a:r>
              <a:rPr lang="zh-CN" altLang="en-US" sz="1350" b="0" dirty="0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陈思翰</a:t>
            </a:r>
            <a:r>
              <a:rPr sz="1350" b="0" dirty="0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＿＿　　</a:t>
            </a:r>
            <a:r>
              <a:rPr sz="1350" b="0" dirty="0" err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学号</a:t>
            </a:r>
            <a:r>
              <a:rPr sz="1350" b="0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：＿＿</a:t>
            </a:r>
            <a:r>
              <a:rPr lang="en-US" sz="1350" b="0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63026320</a:t>
            </a:r>
            <a:r>
              <a:rPr sz="1350" b="0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＿＿＿＿</a:t>
            </a:r>
            <a:endParaRPr sz="1350" b="0" dirty="0">
              <a:solidFill>
                <a:srgbClr val="262E2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13232" y="5431536"/>
            <a:ext cx="6035040" cy="2529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1200" b="0">
                <a:solidFill>
                  <a:srgbClr val="7C8377"/>
                </a:solidFill>
                <a:latin typeface="Microsoft YaHei"/>
                <a:ea typeface="Microsoft YaHei"/>
                <a:cs typeface="Microsoft YaHei"/>
              </a:rPr>
              <a:t>课程作业 · 用 dsh 完成数学难题求解与自检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报告提纲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408176"/>
            <a:ext cx="1077163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408176"/>
            <a:ext cx="68580" cy="1170432"/>
          </a:xfrm>
          <a:prstGeom prst="roundRect">
            <a:avLst>
              <a:gd name="adj" fmla="val 50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24128" y="1673352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810512"/>
            <a:ext cx="640080" cy="3806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570"/>
              </a:lnSpc>
            </a:pPr>
            <a:r>
              <a:rPr sz="1900" b="1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1952" y="1682496"/>
            <a:ext cx="2926080" cy="3463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170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选题与分析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1952" y="2084832"/>
            <a:ext cx="8961120" cy="2691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题目来源、选题理由与总体思路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61488"/>
            <a:ext cx="1077163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" y="2761488"/>
            <a:ext cx="68580" cy="1170432"/>
          </a:xfrm>
          <a:prstGeom prst="roundRect">
            <a:avLst>
              <a:gd name="adj" fmla="val 50000"/>
            </a:avLst>
          </a:prstGeom>
          <a:solidFill>
            <a:srgbClr val="287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24128" y="3026664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287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163824"/>
            <a:ext cx="640080" cy="3806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570"/>
              </a:lnSpc>
            </a:pPr>
            <a:r>
              <a:rPr sz="1900" b="1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3035808"/>
            <a:ext cx="2926080" cy="3463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170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求解与证明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3438144"/>
            <a:ext cx="8961120" cy="2691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两问的完整推导：定范围、化归、两次求导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114800"/>
            <a:ext cx="1077163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13232" y="4114800"/>
            <a:ext cx="68580" cy="1170432"/>
          </a:xfrm>
          <a:prstGeom prst="roundRect">
            <a:avLst>
              <a:gd name="adj" fmla="val 50000"/>
            </a:avLst>
          </a:prstGeom>
          <a:solidFill>
            <a:srgbClr val="EA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4128" y="4379976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A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4517136"/>
            <a:ext cx="640080" cy="3806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570"/>
              </a:lnSpc>
            </a:pPr>
            <a:r>
              <a:rPr sz="1900" b="1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1952" y="4389120"/>
            <a:ext cx="2926080" cy="3463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00"/>
              </a:lnSpc>
            </a:pPr>
            <a:r>
              <a:rPr sz="170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自检与结论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4791456"/>
            <a:ext cx="8961120" cy="2691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逻辑闭环、60 位精度数值实验、几何印证与易错点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22976"/>
            <a:ext cx="10771632" cy="2860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主线</a:t>
            </a:r>
            <a:r>
              <a:rPr sz="1300" b="0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：先看清结构（</a:t>
            </a:r>
            <a:r>
              <a:rPr sz="1300" b="0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a</a:t>
            </a:r>
            <a:r>
              <a:rPr sz="1300" b="0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 只是上下平移），再定参数范围，最后把双零点问题化归为一个单变量函数不等式。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01 选题与分析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Problem Selection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实践过程：这道题是怎么用 dsh 做出来的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371600"/>
            <a:ext cx="2587752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371600"/>
            <a:ext cx="2587752" cy="73152"/>
          </a:xfrm>
          <a:prstGeom prst="roundRect">
            <a:avLst>
              <a:gd name="adj" fmla="val 50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50976" y="1645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6" y="1755648"/>
            <a:ext cx="45720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600" b="1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286000"/>
            <a:ext cx="2112264" cy="3034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sz="145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联网检索选题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670048"/>
            <a:ext cx="2112264" cy="7454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用 dsh 的联网搜索定位</a:t>
            </a:r>
          </a:p>
          <a:p>
            <a:pPr algn="l">
              <a:lnSpc>
                <a:spcPts val="181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2022 全国甲卷 21 题，核</a:t>
            </a:r>
          </a:p>
          <a:p>
            <a:pPr algn="l">
              <a:lnSpc>
                <a:spcPts val="181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对题干与来源。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42132" y="2779776"/>
            <a:ext cx="137160" cy="256032"/>
          </a:xfrm>
          <a:prstGeom prst="rightArrow">
            <a:avLst/>
          </a:prstGeom>
          <a:solidFill>
            <a:srgbClr val="DC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520440" y="1371600"/>
            <a:ext cx="2587752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20440" y="1371600"/>
            <a:ext cx="2587752" cy="73152"/>
          </a:xfrm>
          <a:prstGeom prst="roundRect">
            <a:avLst>
              <a:gd name="adj" fmla="val 50000"/>
            </a:avLst>
          </a:prstGeom>
          <a:solidFill>
            <a:srgbClr val="287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58184" y="1645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87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58184" y="1755648"/>
            <a:ext cx="45720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600" b="1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8184" y="2286000"/>
            <a:ext cx="2112264" cy="3034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sz="145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独立完成推导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2670048"/>
            <a:ext cx="2112264" cy="7454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自行求导、分析零点、构造</a:t>
            </a:r>
          </a:p>
          <a:p>
            <a:pPr algn="l">
              <a:lnSpc>
                <a:spcPts val="181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辅助函数，独立完成两问证</a:t>
            </a:r>
          </a:p>
          <a:p>
            <a:pPr algn="l">
              <a:lnSpc>
                <a:spcPts val="181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明。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149340" y="2779776"/>
            <a:ext cx="137160" cy="256032"/>
          </a:xfrm>
          <a:prstGeom prst="rightArrow">
            <a:avLst/>
          </a:prstGeom>
          <a:solidFill>
            <a:srgbClr val="DC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327648" y="1371600"/>
            <a:ext cx="2587752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27648" y="1371600"/>
            <a:ext cx="2587752" cy="73152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65392" y="1645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65392" y="1755648"/>
            <a:ext cx="45720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600" b="1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286000"/>
            <a:ext cx="2112264" cy="3034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sz="145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高精度自检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670048"/>
            <a:ext cx="2112264" cy="7454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写 60 位精度脚本，重算导</a:t>
            </a:r>
          </a:p>
          <a:p>
            <a:pPr algn="l">
              <a:lnSpc>
                <a:spcPts val="181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数、极值与零点并复核引</a:t>
            </a:r>
          </a:p>
          <a:p>
            <a:pPr algn="l">
              <a:lnSpc>
                <a:spcPts val="181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理。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956548" y="2779776"/>
            <a:ext cx="137160" cy="256032"/>
          </a:xfrm>
          <a:prstGeom prst="rightArrow">
            <a:avLst/>
          </a:prstGeom>
          <a:solidFill>
            <a:srgbClr val="DC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34856" y="1371600"/>
            <a:ext cx="2587752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134856" y="1371600"/>
            <a:ext cx="2587752" cy="73152"/>
          </a:xfrm>
          <a:prstGeom prst="roundRect">
            <a:avLst>
              <a:gd name="adj" fmla="val 50000"/>
            </a:avLst>
          </a:prstGeom>
          <a:solidFill>
            <a:srgbClr val="EA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372600" y="16459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A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72600" y="1755648"/>
            <a:ext cx="457200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600" b="1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286000"/>
            <a:ext cx="2112264" cy="3034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sz="145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整理与渲染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670048"/>
            <a:ext cx="2112264" cy="7454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1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套用东南大学模板排版，渲</a:t>
            </a:r>
          </a:p>
          <a:p>
            <a:pPr algn="l">
              <a:lnSpc>
                <a:spcPts val="181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染成图逐页检查公式与版</a:t>
            </a:r>
          </a:p>
          <a:p>
            <a:pPr algn="l">
              <a:lnSpc>
                <a:spcPts val="181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式。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4005072"/>
            <a:ext cx="10771632" cy="1755648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CFD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2416" y="4261104"/>
            <a:ext cx="10113263" cy="11623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1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dsh 的四个作用</a:t>
            </a:r>
            <a:r>
              <a:rPr sz="1350" b="0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：联网检索并核实题源 → 梳理“极值点偏移”的证明路径 → 生成并运行高精度验证脚本 → 排版渲染与版式</a:t>
            </a:r>
          </a:p>
          <a:p>
            <a:pPr algn="l">
              <a:lnSpc>
                <a:spcPts val="1889"/>
              </a:lnSpc>
            </a:pPr>
            <a:r>
              <a:rPr sz="1350" b="0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复核。</a:t>
            </a:r>
          </a:p>
          <a:p>
            <a:pPr algn="l">
              <a:lnSpc>
                <a:spcPts val="175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验证脚本与运行日志随 PPT 一并提交，结论可完整复现。</a:t>
            </a:r>
          </a:p>
          <a:p>
            <a:pPr algn="l">
              <a:lnSpc>
                <a:spcPts val="175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产出物：完整解答（Markdown）· 验证脚本 verify_21.py · 运行日志 verify_output.txt · 本 PPT。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选题与题目原文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335024"/>
            <a:ext cx="667512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335024"/>
            <a:ext cx="68580" cy="2834640"/>
          </a:xfrm>
          <a:prstGeom prst="roundRect">
            <a:avLst>
              <a:gd name="adj" fmla="val 50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05840" y="153619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577340"/>
            <a:ext cx="1234440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题目原文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48256"/>
            <a:ext cx="6144768" cy="1442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80"/>
              </a:lnSpc>
            </a:pPr>
            <a:r>
              <a:rPr sz="15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已知函数 </a:t>
            </a:r>
            <a:r>
              <a:rPr sz="15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f(x) = e</a:t>
            </a:r>
            <a:r>
              <a:rPr sz="108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5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/x − ln x + x − a</a:t>
            </a:r>
            <a:r>
              <a:rPr sz="15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5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 &gt; 0</a:t>
            </a:r>
            <a:r>
              <a:rPr sz="15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）。</a:t>
            </a:r>
          </a:p>
          <a:p>
            <a:pPr algn="l">
              <a:lnSpc>
                <a:spcPts val="2180"/>
              </a:lnSpc>
              <a:spcAft>
                <a:spcPts val="864"/>
              </a:spcAft>
            </a:pPr>
            <a:r>
              <a:rPr sz="15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（1）若 </a:t>
            </a:r>
            <a:r>
              <a:rPr sz="15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f(x) ≥ 0</a:t>
            </a:r>
            <a:r>
              <a:rPr sz="15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，求 </a:t>
            </a:r>
            <a:r>
              <a:rPr sz="15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a</a:t>
            </a:r>
            <a:r>
              <a:rPr sz="15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的取值范围；</a:t>
            </a:r>
          </a:p>
          <a:p>
            <a:pPr algn="l">
              <a:lnSpc>
                <a:spcPts val="2180"/>
              </a:lnSpc>
              <a:spcAft>
                <a:spcPts val="1008"/>
              </a:spcAft>
            </a:pPr>
            <a:r>
              <a:rPr sz="15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（2）证明：若 </a:t>
            </a:r>
            <a:r>
              <a:rPr sz="15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f(x)</a:t>
            </a:r>
            <a:r>
              <a:rPr sz="15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有两个零点 </a:t>
            </a:r>
            <a:r>
              <a:rPr sz="15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08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5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5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08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5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，则 </a:t>
            </a:r>
            <a:r>
              <a:rPr sz="15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08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5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08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5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&lt; 1</a:t>
            </a:r>
            <a:r>
              <a:rPr sz="15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ts val="1810"/>
              </a:lnSpc>
            </a:pPr>
            <a:r>
              <a:rPr sz="1250" b="0">
                <a:solidFill>
                  <a:srgbClr val="7C8377"/>
                </a:solidFill>
                <a:latin typeface="Microsoft YaHei"/>
                <a:ea typeface="Microsoft YaHei"/>
                <a:cs typeface="Microsoft YaHei"/>
              </a:rPr>
              <a:t>定义域提示：</a:t>
            </a:r>
            <a:r>
              <a:rPr sz="1250" b="0">
                <a:solidFill>
                  <a:srgbClr val="7C8377"/>
                </a:solidFill>
                <a:latin typeface="Cambria Math"/>
                <a:ea typeface="Microsoft YaHei"/>
                <a:cs typeface="Cambria Math"/>
              </a:rPr>
              <a:t>ln x</a:t>
            </a:r>
            <a:r>
              <a:rPr sz="1250" b="0">
                <a:solidFill>
                  <a:srgbClr val="7C8377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 sz="1250" b="0">
                <a:solidFill>
                  <a:srgbClr val="7C8377"/>
                </a:solidFill>
                <a:latin typeface="Cambria Math"/>
                <a:ea typeface="Microsoft YaHei"/>
                <a:cs typeface="Cambria Math"/>
              </a:rPr>
              <a:t>e</a:t>
            </a:r>
            <a:r>
              <a:rPr sz="900" b="0" baseline="30000">
                <a:solidFill>
                  <a:srgbClr val="7C8377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250" b="0">
                <a:solidFill>
                  <a:srgbClr val="7C8377"/>
                </a:solidFill>
                <a:latin typeface="Cambria Math"/>
                <a:ea typeface="Microsoft YaHei"/>
                <a:cs typeface="Cambria Math"/>
              </a:rPr>
              <a:t>/x</a:t>
            </a:r>
            <a:r>
              <a:rPr sz="1250" b="0">
                <a:solidFill>
                  <a:srgbClr val="7C8377"/>
                </a:solidFill>
                <a:latin typeface="Microsoft YaHei"/>
                <a:ea typeface="Microsoft YaHei"/>
                <a:cs typeface="Microsoft YaHei"/>
              </a:rPr>
              <a:t> 都要求 </a:t>
            </a:r>
            <a:r>
              <a:rPr sz="1250" b="0">
                <a:solidFill>
                  <a:srgbClr val="7C8377"/>
                </a:solidFill>
                <a:latin typeface="Cambria Math"/>
                <a:ea typeface="Microsoft YaHei"/>
                <a:cs typeface="Cambria Math"/>
              </a:rPr>
              <a:t>x &gt; 0</a:t>
            </a:r>
            <a:r>
              <a:rPr sz="1250" b="0">
                <a:solidFill>
                  <a:srgbClr val="7C8377"/>
                </a:solidFill>
                <a:latin typeface="Microsoft YaHei"/>
                <a:ea typeface="Microsoft YaHei"/>
                <a:cs typeface="Microsoft YaHei"/>
              </a:rPr>
              <a:t>，后续讨论都在正半轴上进行。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6952" y="1335024"/>
            <a:ext cx="3867912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09560" y="1536192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1577340"/>
            <a:ext cx="1783080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题目来源（网上检索）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938528"/>
            <a:ext cx="3383280" cy="20441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· 91 学·高考题库《2022 年高考数学甲卷 -</a:t>
            </a:r>
          </a:p>
          <a:p>
            <a:pPr algn="l">
              <a:lnSpc>
                <a:spcPts val="1739"/>
              </a:lnSpc>
              <a:spcAft>
                <a:spcPts val="288"/>
              </a:spcAft>
            </a:pPr>
            <a:r>
              <a:rPr sz="12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理 21》</a:t>
            </a:r>
          </a:p>
          <a:p>
            <a:pPr algn="l">
              <a:lnSpc>
                <a:spcPts val="1460"/>
              </a:lnSpc>
              <a:spcAft>
                <a:spcPts val="864"/>
              </a:spcAft>
            </a:pPr>
            <a:r>
              <a:rPr sz="1010" b="0">
                <a:solidFill>
                  <a:srgbClr val="7C8377"/>
                </a:solidFill>
                <a:latin typeface="Microsoft YaHei"/>
                <a:ea typeface="Microsoft YaHei"/>
                <a:cs typeface="Microsoft YaHei"/>
              </a:rPr>
              <a:t>www.91apu.cn（id = 33442）</a:t>
            </a:r>
          </a:p>
          <a:p>
            <a:pPr algn="l">
              <a:lnSpc>
                <a:spcPts val="1739"/>
              </a:lnSpc>
            </a:pPr>
            <a:r>
              <a:rPr sz="12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· 好题网《每日一题第 1310 题（2022 甲卷</a:t>
            </a:r>
          </a:p>
          <a:p>
            <a:pPr algn="l">
              <a:lnSpc>
                <a:spcPts val="1739"/>
              </a:lnSpc>
              <a:spcAft>
                <a:spcPts val="288"/>
              </a:spcAft>
            </a:pPr>
            <a:r>
              <a:rPr sz="12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21 题）》</a:t>
            </a:r>
          </a:p>
          <a:p>
            <a:pPr algn="l">
              <a:lnSpc>
                <a:spcPts val="1460"/>
              </a:lnSpc>
              <a:spcAft>
                <a:spcPts val="864"/>
              </a:spcAft>
            </a:pPr>
            <a:r>
              <a:rPr sz="1010" b="0">
                <a:solidFill>
                  <a:srgbClr val="7C8377"/>
                </a:solidFill>
                <a:latin typeface="Microsoft YaHei"/>
                <a:ea typeface="Microsoft YaHei"/>
                <a:cs typeface="Microsoft YaHei"/>
              </a:rPr>
              <a:t>www.haotiw.com（DisplayDetail / 7003）</a:t>
            </a:r>
          </a:p>
          <a:p>
            <a:pPr algn="l">
              <a:lnSpc>
                <a:spcPts val="1739"/>
              </a:lnSpc>
            </a:pPr>
            <a:r>
              <a:rPr sz="12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· 另有教研论文《2022 年全国甲卷导数题的多</a:t>
            </a:r>
          </a:p>
          <a:p>
            <a:pPr algn="l">
              <a:lnSpc>
                <a:spcPts val="1739"/>
              </a:lnSpc>
            </a:pPr>
            <a:r>
              <a:rPr sz="12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解、变式与溯源》参考。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34256"/>
            <a:ext cx="10771632" cy="1389888"/>
          </a:xfrm>
          <a:prstGeom prst="roundRect">
            <a:avLst>
              <a:gd name="adj" fmla="val 6000"/>
            </a:avLst>
          </a:prstGeom>
          <a:solidFill>
            <a:srgbClr val="FFF6DA"/>
          </a:solidFill>
          <a:ln w="12700">
            <a:solidFill>
              <a:srgbClr val="F0E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5840" y="4517136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EA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558284"/>
            <a:ext cx="1325880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选题理由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" y="4919472"/>
            <a:ext cx="10241280" cy="5171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① 高考导数压轴题，公认难度较高、思维性强；② 属于“极值点偏移”典型题型，第(2)问无法直接套用单调性；③ 两问层层递</a:t>
            </a:r>
          </a:p>
          <a:p>
            <a:pPr algn="l">
              <a:lnSpc>
                <a:spcPts val="1820"/>
              </a:lnSpc>
            </a:pP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进，答案唯一，可用高精度数值独立复核。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总体思路：四步走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298448"/>
            <a:ext cx="1077163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298448"/>
            <a:ext cx="68580" cy="914400"/>
          </a:xfrm>
          <a:prstGeom prst="roundRect">
            <a:avLst>
              <a:gd name="adj" fmla="val 50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87552" y="151790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18488"/>
            <a:ext cx="475488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600" b="1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82496" y="1600200"/>
            <a:ext cx="2103120" cy="3034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sz="145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观察结构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30752" y="1517904"/>
            <a:ext cx="7498079" cy="277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f(x) = g(x) − a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a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只是图像上下平移；单调性与极值点位置与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a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无关。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06440" y="2212848"/>
            <a:ext cx="256032" cy="164592"/>
          </a:xfrm>
          <a:prstGeom prst="downArrow">
            <a:avLst/>
          </a:prstGeom>
          <a:solidFill>
            <a:srgbClr val="DC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13232" y="2377440"/>
            <a:ext cx="1077163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13232" y="2377440"/>
            <a:ext cx="68580" cy="914400"/>
          </a:xfrm>
          <a:prstGeom prst="roundRect">
            <a:avLst>
              <a:gd name="adj" fmla="val 50000"/>
            </a:avLst>
          </a:prstGeom>
          <a:solidFill>
            <a:srgbClr val="287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7552" y="259689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872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697480"/>
            <a:ext cx="475488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600" b="1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82496" y="2679192"/>
            <a:ext cx="2103120" cy="3034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sz="145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第(1)问定范围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596896"/>
            <a:ext cx="7498079" cy="277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求导 → 定号 → 最小值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f(1) = e+1−a → a ≤ e+1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806440" y="3291840"/>
            <a:ext cx="256032" cy="164592"/>
          </a:xfrm>
          <a:prstGeom prst="downArrow">
            <a:avLst/>
          </a:prstGeom>
          <a:solidFill>
            <a:srgbClr val="DC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13232" y="3456432"/>
            <a:ext cx="1077163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13232" y="3456432"/>
            <a:ext cx="68580" cy="914400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87552" y="367588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3776472"/>
            <a:ext cx="475488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600" b="1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2496" y="3758184"/>
            <a:ext cx="2103120" cy="3034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sz="145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第(2)问做转化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3675888"/>
            <a:ext cx="7498079" cy="277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两个零点 ⇒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 &lt; x</a:t>
            </a:r>
            <a:r>
              <a:rPr sz="94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&lt; 1 &lt; x</a:t>
            </a:r>
            <a:r>
              <a:rPr sz="94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；要证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4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4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&lt; 1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，只需证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4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&lt; 1/x</a:t>
            </a:r>
            <a:r>
              <a:rPr sz="94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5806440" y="4370832"/>
            <a:ext cx="256032" cy="164592"/>
          </a:xfrm>
          <a:prstGeom prst="downArrow">
            <a:avLst/>
          </a:prstGeom>
          <a:solidFill>
            <a:srgbClr val="DCE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13232" y="4535424"/>
            <a:ext cx="1077163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13232" y="4535424"/>
            <a:ext cx="68580" cy="914400"/>
          </a:xfrm>
          <a:prstGeom prst="roundRect">
            <a:avLst>
              <a:gd name="adj" fmla="val 50000"/>
            </a:avLst>
          </a:prstGeom>
          <a:solidFill>
            <a:srgbClr val="EA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87552" y="475488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A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" y="4855464"/>
            <a:ext cx="475488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600" b="1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82496" y="4837176"/>
            <a:ext cx="2103120" cy="3034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sz="145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构造差函数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0752" y="4754880"/>
            <a:ext cx="7498079" cy="277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转化为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f(x) &lt; f(1/x)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 &lt; x &lt; 1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）→ 构造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h(x) = f(x) − f(1/x)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→ 两次求导完成证明。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669280"/>
            <a:ext cx="10771632" cy="2612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250" b="1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核心思想</a:t>
            </a:r>
            <a:r>
              <a:rPr sz="1250" b="0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：极值点偏移——极值点两侧“陡峭程度”不同，左支更陡，故左零点离 1 更远，乘积小于 1。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02 求解与证明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Solving and Proof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第(1)问：求 a 的取值范围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335024"/>
            <a:ext cx="681228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1591056"/>
            <a:ext cx="6217920" cy="19004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Aft>
                <a:spcPts val="1008"/>
              </a:spcAft>
            </a:pP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① 求导：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f'(x) = e</a:t>
            </a:r>
            <a:r>
              <a:rPr sz="101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(x−1)/x</a:t>
            </a:r>
            <a:r>
              <a:rPr sz="101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− 1/x + 1</a:t>
            </a:r>
          </a:p>
          <a:p>
            <a:pPr algn="l">
              <a:lnSpc>
                <a:spcPts val="2100"/>
              </a:lnSpc>
              <a:spcAft>
                <a:spcPts val="1008"/>
              </a:spcAft>
            </a:pP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② 通分合并：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f'(x) = (x−1)(e</a:t>
            </a:r>
            <a:r>
              <a:rPr sz="101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+x)/x</a:t>
            </a:r>
            <a:r>
              <a:rPr sz="101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</a:p>
          <a:p>
            <a:pPr algn="l">
              <a:lnSpc>
                <a:spcPts val="2100"/>
              </a:lnSpc>
              <a:spcAft>
                <a:spcPts val="1008"/>
              </a:spcAft>
            </a:pP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③ 定号：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 &gt; 0</a:t>
            </a: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时 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e</a:t>
            </a:r>
            <a:r>
              <a:rPr sz="101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&gt; 0</a:t>
            </a: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 &gt; 0</a:t>
            </a: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，故 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e</a:t>
            </a:r>
            <a:r>
              <a:rPr sz="101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+x &gt; 0</a:t>
            </a: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，符号只由 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x−1</a:t>
            </a: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决定。</a:t>
            </a:r>
          </a:p>
          <a:p>
            <a:pPr algn="l">
              <a:lnSpc>
                <a:spcPts val="2100"/>
              </a:lnSpc>
              <a:spcAft>
                <a:spcPts val="1008"/>
              </a:spcAft>
            </a:pP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④ 单调性：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</a:t>
            </a: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在 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(0,1)</a:t>
            </a: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上严格递减，在 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(1,+∞)</a:t>
            </a: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上严格递增。</a:t>
            </a:r>
          </a:p>
          <a:p>
            <a:pPr algn="l">
              <a:lnSpc>
                <a:spcPts val="2100"/>
              </a:lnSpc>
              <a:spcAft>
                <a:spcPts val="1008"/>
              </a:spcAft>
            </a:pP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⑤ 最小值：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f(1) = e</a:t>
            </a:r>
            <a:r>
              <a:rPr sz="101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/1 − ln 1 + 1 − a = e + 1 − a</a:t>
            </a: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99831" y="1335024"/>
            <a:ext cx="3685032" cy="2011680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CFD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4152" y="153619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74152" y="1577340"/>
            <a:ext cx="1417320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4152" y="1920240"/>
            <a:ext cx="3200400" cy="9380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30"/>
              </a:lnSpc>
              <a:spcAft>
                <a:spcPts val="432"/>
              </a:spcAft>
            </a:pP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f(x) ≥ 0</a:t>
            </a: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对一切 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 &gt; 0</a:t>
            </a: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成立</a:t>
            </a:r>
          </a:p>
          <a:p>
            <a:pPr algn="l">
              <a:lnSpc>
                <a:spcPts val="2030"/>
              </a:lnSpc>
              <a:spcAft>
                <a:spcPts val="432"/>
              </a:spcAft>
            </a:pP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⟺ 最小值 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e+1−a ≥ 0</a:t>
            </a:r>
          </a:p>
          <a:p>
            <a:pPr algn="l">
              <a:lnSpc>
                <a:spcPts val="2030"/>
              </a:lnSpc>
              <a:spcAft>
                <a:spcPts val="432"/>
              </a:spcAft>
            </a:pP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⟺ </a:t>
            </a:r>
            <a:r>
              <a:rPr sz="1400" b="1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a ≤ e + 1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99831" y="3474720"/>
            <a:ext cx="3685032" cy="1426464"/>
          </a:xfrm>
          <a:prstGeom prst="roundRect">
            <a:avLst>
              <a:gd name="adj" fmla="val 6000"/>
            </a:avLst>
          </a:prstGeom>
          <a:solidFill>
            <a:srgbClr val="FFF6DA"/>
          </a:solidFill>
          <a:ln w="12700">
            <a:solidFill>
              <a:srgbClr val="F0E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74152" y="365760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74152" y="3698748"/>
            <a:ext cx="1417320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易错提示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4041648"/>
            <a:ext cx="3200400" cy="4993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合并后括号内是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e</a:t>
            </a:r>
            <a:r>
              <a:rPr sz="90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+x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，不是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e</a:t>
            </a:r>
            <a:r>
              <a:rPr sz="90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+1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；且必须</a:t>
            </a:r>
          </a:p>
          <a:p>
            <a:pPr algn="l">
              <a:lnSpc>
                <a:spcPts val="175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先写出定义域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 &gt; 0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230368"/>
            <a:ext cx="1077163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2416" y="5431536"/>
            <a:ext cx="10058400" cy="3107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0"/>
              </a:lnSpc>
            </a:pPr>
            <a:r>
              <a:rPr sz="155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答（1）：</a:t>
            </a:r>
            <a:r>
              <a:rPr sz="1550" b="0">
                <a:solidFill>
                  <a:srgbClr val="262E20"/>
                </a:solidFill>
                <a:latin typeface="Cambria Math"/>
                <a:ea typeface="Microsoft YaHei"/>
                <a:cs typeface="Cambria Math"/>
              </a:rPr>
              <a:t> a</a:t>
            </a:r>
            <a:r>
              <a:rPr sz="1550" b="0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 的取值范围是 </a:t>
            </a:r>
            <a:r>
              <a:rPr sz="1550" b="0">
                <a:solidFill>
                  <a:srgbClr val="262E20"/>
                </a:solidFill>
                <a:latin typeface="Cambria Math"/>
                <a:ea typeface="Microsoft YaHei"/>
                <a:cs typeface="Cambria Math"/>
              </a:rPr>
              <a:t>(−∞, e+1]</a:t>
            </a:r>
            <a:r>
              <a:rPr sz="1550" b="0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第(2)问：把双零点问题转化为单变量不等式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335024"/>
            <a:ext cx="3474720" cy="2304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9264" y="1517904"/>
            <a:ext cx="1874519" cy="274320"/>
          </a:xfrm>
          <a:prstGeom prst="roundRect">
            <a:avLst>
              <a:gd name="adj" fmla="val 50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9264" y="1559052"/>
            <a:ext cx="1874519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前提：两个零点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" y="1920240"/>
            <a:ext cx="2962656" cy="13648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8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· 由第(1)问知必须有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a &gt; e+1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，此时</a:t>
            </a:r>
          </a:p>
          <a:p>
            <a:pPr algn="l">
              <a:lnSpc>
                <a:spcPts val="178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f(1) &lt; 0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；</a:t>
            </a:r>
          </a:p>
          <a:p>
            <a:pPr algn="l">
              <a:lnSpc>
                <a:spcPts val="1780"/>
              </a:lnSpc>
            </a:pP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· x → 0</a:t>
            </a:r>
            <a:r>
              <a:rPr sz="90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+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 → +∞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时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 → +∞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；</a:t>
            </a:r>
          </a:p>
          <a:p>
            <a:pPr algn="l">
              <a:lnSpc>
                <a:spcPts val="178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· 严格单调 + 介值定理 ⇒ 唯一零点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∈</a:t>
            </a:r>
          </a:p>
          <a:p>
            <a:pPr algn="l">
              <a:lnSpc>
                <a:spcPts val="1780"/>
              </a:lnSpc>
            </a:pP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(0,1)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∈ (1,+∞)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61688" y="1335024"/>
            <a:ext cx="3474720" cy="2304288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 w="12700">
            <a:solidFill>
              <a:srgbClr val="CB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617720" y="1517904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559052"/>
            <a:ext cx="1508760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目标变形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920240"/>
            <a:ext cx="2962656" cy="10568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20"/>
              </a:lnSpc>
            </a:pPr>
            <a:r>
              <a:rPr sz="15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12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5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12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5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&lt; 1</a:t>
            </a:r>
          </a:p>
          <a:p>
            <a:pPr algn="l">
              <a:lnSpc>
                <a:spcPts val="2320"/>
              </a:lnSpc>
              <a:spcAft>
                <a:spcPts val="720"/>
              </a:spcAft>
            </a:pPr>
            <a:r>
              <a:rPr sz="15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⟺ x</a:t>
            </a:r>
            <a:r>
              <a:rPr sz="112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5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&lt; 1/x</a:t>
            </a:r>
            <a:r>
              <a:rPr sz="112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7C8377"/>
                </a:solidFill>
                <a:latin typeface="Microsoft YaHei"/>
                <a:ea typeface="Microsoft YaHei"/>
                <a:cs typeface="Microsoft YaHei"/>
              </a:rPr>
              <a:t>只需证右零点小于左零点的倒数。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335024"/>
            <a:ext cx="3474720" cy="2304288"/>
          </a:xfrm>
          <a:prstGeom prst="roundRect">
            <a:avLst>
              <a:gd name="adj" fmla="val 6000"/>
            </a:avLst>
          </a:prstGeom>
          <a:solidFill>
            <a:srgbClr val="FFF6DA"/>
          </a:solidFill>
          <a:ln w="12700">
            <a:solidFill>
              <a:srgbClr val="F0E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66175" y="1517904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EA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66175" y="1559052"/>
            <a:ext cx="1783080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关键观察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1920240"/>
            <a:ext cx="2962656" cy="13648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80"/>
              </a:lnSpc>
            </a:pP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· 1/x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&gt; 1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&gt; 1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都落在递增区间</a:t>
            </a:r>
          </a:p>
          <a:p>
            <a:pPr algn="l">
              <a:lnSpc>
                <a:spcPts val="178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(1,+∞)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上；</a:t>
            </a:r>
          </a:p>
          <a:p>
            <a:pPr algn="l">
              <a:lnSpc>
                <a:spcPts val="178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· 递增 ⇒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) &lt; f(1/x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) ⟺ 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&lt; 1/x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；</a:t>
            </a:r>
          </a:p>
          <a:p>
            <a:pPr algn="l">
              <a:lnSpc>
                <a:spcPts val="178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· 又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) = f(x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)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，故只需证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) &lt;</a:t>
            </a:r>
          </a:p>
          <a:p>
            <a:pPr algn="l">
              <a:lnSpc>
                <a:spcPts val="1780"/>
              </a:lnSpc>
            </a:pP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f(1/x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)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822191"/>
            <a:ext cx="1077163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13232" y="3822191"/>
            <a:ext cx="10771632" cy="68580"/>
          </a:xfrm>
          <a:prstGeom prst="roundRect">
            <a:avLst>
              <a:gd name="adj" fmla="val 50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2416" y="4114800"/>
            <a:ext cx="10058400" cy="2860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于是原题等价于下面这个</a:t>
            </a:r>
            <a:r>
              <a:rPr sz="1400" b="1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只含一个自由变量</a:t>
            </a: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的命题：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30552" y="4608576"/>
            <a:ext cx="7955279" cy="914400"/>
          </a:xfrm>
          <a:prstGeom prst="roundRect">
            <a:avLst>
              <a:gd name="adj" fmla="val 12000"/>
            </a:avLst>
          </a:prstGeom>
          <a:solidFill>
            <a:srgbClr val="F1F5EC"/>
          </a:solidFill>
          <a:ln w="12700">
            <a:solidFill>
              <a:srgbClr val="CFD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30552" y="4846320"/>
            <a:ext cx="7955279" cy="34632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300"/>
              </a:lnSpc>
            </a:pPr>
            <a:r>
              <a:rPr sz="1700" b="0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对任意 </a:t>
            </a:r>
            <a:r>
              <a:rPr sz="1700" b="0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0 &lt; x &lt; 1</a:t>
            </a:r>
            <a:r>
              <a:rPr sz="1700" b="0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，证明 </a:t>
            </a:r>
            <a:r>
              <a:rPr sz="1700" b="0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f(x) &lt; f(1/x)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核心引理（上）：构造差函数并求导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335024"/>
            <a:ext cx="10771632" cy="914400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CFD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1572768"/>
            <a:ext cx="10058400" cy="3190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80"/>
              </a:lnSpc>
            </a:pPr>
            <a:r>
              <a:rPr sz="1600" b="0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构造 </a:t>
            </a:r>
            <a:r>
              <a:rPr sz="1600" b="0">
                <a:solidFill>
                  <a:srgbClr val="262E20"/>
                </a:solidFill>
                <a:latin typeface="Cambria Math"/>
                <a:ea typeface="Microsoft YaHei"/>
                <a:cs typeface="Cambria Math"/>
              </a:rPr>
              <a:t>h(x) = f(x) − f(1/x)</a:t>
            </a:r>
            <a:r>
              <a:rPr sz="1600" b="0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600" b="0">
                <a:solidFill>
                  <a:srgbClr val="262E20"/>
                </a:solidFill>
                <a:latin typeface="Cambria Math"/>
                <a:ea typeface="Microsoft YaHei"/>
                <a:cs typeface="Cambria Math"/>
              </a:rPr>
              <a:t>0 &lt; x &lt; 1</a:t>
            </a:r>
            <a:r>
              <a:rPr sz="1600" b="0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；若 </a:t>
            </a:r>
            <a:r>
              <a:rPr sz="1600" b="0">
                <a:solidFill>
                  <a:srgbClr val="262E20"/>
                </a:solidFill>
                <a:latin typeface="Cambria Math"/>
                <a:ea typeface="Microsoft YaHei"/>
                <a:cs typeface="Cambria Math"/>
              </a:rPr>
              <a:t>h(x) &lt; 0</a:t>
            </a:r>
            <a:r>
              <a:rPr sz="1600" b="0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，引理即成立。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395728"/>
            <a:ext cx="54406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87552" y="2578608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619756"/>
            <a:ext cx="1600200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求导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980944"/>
            <a:ext cx="4892040" cy="17971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  <a:spcAft>
                <a:spcPts val="1296"/>
              </a:spcAft>
            </a:pP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h'(x) = f'(x) + (1/x</a:t>
            </a:r>
            <a:r>
              <a:rPr sz="101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)·f'(1/x)</a:t>
            </a:r>
          </a:p>
          <a:p>
            <a:pPr algn="l">
              <a:lnSpc>
                <a:spcPts val="1880"/>
              </a:lnSpc>
            </a:pPr>
            <a:r>
              <a:rPr sz="1250" b="0">
                <a:solidFill>
                  <a:srgbClr val="7C8377"/>
                </a:solidFill>
                <a:latin typeface="Microsoft YaHei"/>
                <a:ea typeface="Microsoft YaHei"/>
                <a:cs typeface="Microsoft YaHei"/>
              </a:rPr>
              <a:t>由复合函数求导，</a:t>
            </a:r>
            <a:r>
              <a:rPr sz="1250" b="0">
                <a:solidFill>
                  <a:srgbClr val="7C8377"/>
                </a:solidFill>
                <a:latin typeface="Cambria Math"/>
                <a:ea typeface="Microsoft YaHei"/>
                <a:cs typeface="Cambria Math"/>
              </a:rPr>
              <a:t>f(1/x)</a:t>
            </a:r>
            <a:r>
              <a:rPr sz="1250" b="0">
                <a:solidFill>
                  <a:srgbClr val="7C8377"/>
                </a:solidFill>
                <a:latin typeface="Microsoft YaHei"/>
                <a:ea typeface="Microsoft YaHei"/>
                <a:cs typeface="Microsoft YaHei"/>
              </a:rPr>
              <a:t> 会带来因子 </a:t>
            </a:r>
            <a:r>
              <a:rPr sz="1250" b="0">
                <a:solidFill>
                  <a:srgbClr val="7C8377"/>
                </a:solidFill>
                <a:latin typeface="Cambria Math"/>
                <a:ea typeface="Microsoft YaHei"/>
                <a:cs typeface="Cambria Math"/>
              </a:rPr>
              <a:t>(−1/x</a:t>
            </a:r>
            <a:r>
              <a:rPr sz="900" b="0" baseline="30000">
                <a:solidFill>
                  <a:srgbClr val="7C8377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50" b="0">
                <a:solidFill>
                  <a:srgbClr val="7C8377"/>
                </a:solidFill>
                <a:latin typeface="Cambria Math"/>
                <a:ea typeface="Microsoft YaHei"/>
                <a:cs typeface="Cambria Math"/>
              </a:rPr>
              <a:t>)</a:t>
            </a:r>
            <a:r>
              <a:rPr sz="1250" b="0">
                <a:solidFill>
                  <a:srgbClr val="7C8377"/>
                </a:solidFill>
                <a:latin typeface="Microsoft YaHei"/>
                <a:ea typeface="Microsoft YaHei"/>
                <a:cs typeface="Microsoft YaHei"/>
              </a:rPr>
              <a:t>，与前面的减号相乘</a:t>
            </a:r>
          </a:p>
          <a:p>
            <a:pPr algn="l">
              <a:lnSpc>
                <a:spcPts val="1880"/>
              </a:lnSpc>
              <a:spcAft>
                <a:spcPts val="1440"/>
              </a:spcAft>
            </a:pPr>
            <a:r>
              <a:rPr sz="1250" b="0">
                <a:solidFill>
                  <a:srgbClr val="7C8377"/>
                </a:solidFill>
                <a:latin typeface="Microsoft YaHei"/>
                <a:ea typeface="Microsoft YaHei"/>
                <a:cs typeface="Microsoft YaHei"/>
              </a:rPr>
              <a:t>后变成 </a:t>
            </a:r>
            <a:r>
              <a:rPr sz="1250" b="0">
                <a:solidFill>
                  <a:srgbClr val="7C8377"/>
                </a:solidFill>
                <a:latin typeface="Cambria Math"/>
                <a:ea typeface="Microsoft YaHei"/>
                <a:cs typeface="Cambria Math"/>
              </a:rPr>
              <a:t>+1/x</a:t>
            </a:r>
            <a:r>
              <a:rPr sz="900" b="0" baseline="30000">
                <a:solidFill>
                  <a:srgbClr val="7C8377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50" b="0">
                <a:solidFill>
                  <a:srgbClr val="7C837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ts val="2100"/>
              </a:lnSpc>
              <a:spcAft>
                <a:spcPts val="1008"/>
              </a:spcAft>
            </a:pP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代入 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f'(t) = (t−1)(e</a:t>
            </a:r>
            <a:r>
              <a:rPr sz="101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t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+t)/t</a:t>
            </a:r>
            <a:r>
              <a:rPr sz="101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，取 </a:t>
            </a:r>
            <a:r>
              <a:rPr sz="14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t = 1/x</a:t>
            </a:r>
            <a:r>
              <a:rPr sz="14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：</a:t>
            </a:r>
          </a:p>
          <a:p>
            <a:pPr algn="l">
              <a:lnSpc>
                <a:spcPts val="2020"/>
              </a:lnSpc>
            </a:pPr>
            <a:r>
              <a:rPr sz="13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(1/x</a:t>
            </a:r>
            <a:r>
              <a:rPr sz="969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3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)·f'(1/x) = (1/x − 1)(e</a:t>
            </a:r>
            <a:r>
              <a:rPr sz="969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1/x</a:t>
            </a:r>
            <a:r>
              <a:rPr sz="13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+ 1/x)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2395728"/>
            <a:ext cx="5102352" cy="2743200"/>
          </a:xfrm>
          <a:prstGeom prst="roundRect">
            <a:avLst>
              <a:gd name="adj" fmla="val 6000"/>
            </a:avLst>
          </a:prstGeom>
          <a:solidFill>
            <a:srgbClr val="FFF6DA"/>
          </a:solidFill>
          <a:ln w="12700">
            <a:solidFill>
              <a:srgbClr val="F0E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56832" y="2578608"/>
            <a:ext cx="2331720" cy="274320"/>
          </a:xfrm>
          <a:prstGeom prst="roundRect">
            <a:avLst>
              <a:gd name="adj" fmla="val 50000"/>
            </a:avLst>
          </a:prstGeom>
          <a:solidFill>
            <a:srgbClr val="EA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56832" y="2619756"/>
            <a:ext cx="2331720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整理后得到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980944"/>
            <a:ext cx="4572000" cy="185432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30"/>
              </a:lnSpc>
              <a:spcAft>
                <a:spcPts val="1440"/>
              </a:spcAft>
            </a:pPr>
            <a:r>
              <a:rPr sz="139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h'(x) = (x−1)/x</a:t>
            </a:r>
            <a:r>
              <a:rPr sz="100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39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· m(x)</a:t>
            </a:r>
          </a:p>
          <a:p>
            <a:pPr algn="l">
              <a:lnSpc>
                <a:spcPts val="2130"/>
              </a:lnSpc>
              <a:spcAft>
                <a:spcPts val="1584"/>
              </a:spcAft>
            </a:pPr>
            <a:r>
              <a:rPr sz="139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其中 </a:t>
            </a:r>
            <a:r>
              <a:rPr sz="139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m(x) = e</a:t>
            </a:r>
            <a:r>
              <a:rPr sz="100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39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+ x − x·e</a:t>
            </a:r>
            <a:r>
              <a:rPr sz="100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1/x</a:t>
            </a:r>
            <a:r>
              <a:rPr sz="139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− 1</a:t>
            </a:r>
          </a:p>
          <a:p>
            <a:pPr algn="l">
              <a:lnSpc>
                <a:spcPts val="1910"/>
              </a:lnSpc>
              <a:spcAft>
                <a:spcPts val="1296"/>
              </a:spcAft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于是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h'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的符号 =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(x−1)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的符号 ×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m(x)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的符号（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0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&gt; 0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）。</a:t>
            </a:r>
          </a:p>
          <a:p>
            <a:pPr algn="l">
              <a:lnSpc>
                <a:spcPts val="1839"/>
              </a:lnSpc>
            </a:pPr>
            <a:r>
              <a:rPr sz="1200" b="1">
                <a:solidFill>
                  <a:srgbClr val="B03A2B"/>
                </a:solidFill>
                <a:latin typeface="Microsoft YaHei"/>
                <a:ea typeface="Microsoft YaHei"/>
                <a:cs typeface="Microsoft YaHei"/>
              </a:rPr>
              <a:t>符号陷阱</a:t>
            </a:r>
            <a:r>
              <a:rPr sz="1200" b="0">
                <a:solidFill>
                  <a:srgbClr val="B03A2B"/>
                </a:solidFill>
                <a:latin typeface="Microsoft YaHei"/>
                <a:ea typeface="Microsoft YaHei"/>
                <a:cs typeface="Microsoft YaHei"/>
              </a:rPr>
              <a:t>：若写成 </a:t>
            </a:r>
            <a:r>
              <a:rPr sz="1200" b="0">
                <a:solidFill>
                  <a:srgbClr val="B03A2B"/>
                </a:solidFill>
                <a:latin typeface="Cambria Math"/>
                <a:ea typeface="Microsoft YaHei"/>
                <a:cs typeface="Cambria Math"/>
              </a:rPr>
              <a:t>h'(x) = f'(x) − f'(1/x)/x</a:t>
            </a:r>
            <a:r>
              <a:rPr sz="860" b="0" baseline="30000">
                <a:solidFill>
                  <a:srgbClr val="B03A2B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00" b="0">
                <a:solidFill>
                  <a:srgbClr val="B03A2B"/>
                </a:solidFill>
                <a:latin typeface="Microsoft YaHei"/>
                <a:ea typeface="Microsoft YaHei"/>
                <a:cs typeface="Microsoft YaHei"/>
              </a:rPr>
              <a:t>，后面所有符号都会</a:t>
            </a:r>
          </a:p>
          <a:p>
            <a:pPr algn="l">
              <a:lnSpc>
                <a:spcPts val="1839"/>
              </a:lnSpc>
            </a:pPr>
            <a:r>
              <a:rPr sz="1200" b="0">
                <a:solidFill>
                  <a:srgbClr val="B03A2B"/>
                </a:solidFill>
                <a:latin typeface="Microsoft YaHei"/>
                <a:ea typeface="Microsoft YaHei"/>
                <a:cs typeface="Microsoft YaHei"/>
              </a:rPr>
              <a:t>反过来。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5340096"/>
            <a:ext cx="10771632" cy="640080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CFD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2416" y="5522976"/>
            <a:ext cx="10058400" cy="2694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89"/>
              </a:lnSpc>
            </a:pPr>
            <a:r>
              <a:rPr sz="1300" b="1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这一步是分水岭</a:t>
            </a:r>
            <a:r>
              <a:rPr sz="1300" b="0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：把“比较两个函数值”变成“判定一个导数（符号）问题”。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核心引理（下）：两次求导完成证明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298448"/>
            <a:ext cx="65836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298448"/>
            <a:ext cx="64008" cy="749808"/>
          </a:xfrm>
          <a:prstGeom prst="roundRect">
            <a:avLst>
              <a:gd name="adj" fmla="val 50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9264" y="1527048"/>
            <a:ext cx="411480" cy="2948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400" b="1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6464" y="1481328"/>
            <a:ext cx="5669280" cy="277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对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m(x)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求导：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m'(x) = e</a:t>
            </a:r>
            <a:r>
              <a:rPr sz="94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+ 1 − e</a:t>
            </a:r>
            <a:r>
              <a:rPr sz="94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1/x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+ e</a:t>
            </a:r>
            <a:r>
              <a:rPr sz="94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1/x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/x = e</a:t>
            </a:r>
            <a:r>
              <a:rPr sz="94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+ 1 + e</a:t>
            </a:r>
            <a:r>
              <a:rPr sz="94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1/x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(1/x − 1)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139696"/>
            <a:ext cx="65836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232" y="2139696"/>
            <a:ext cx="64008" cy="749808"/>
          </a:xfrm>
          <a:prstGeom prst="roundRect">
            <a:avLst>
              <a:gd name="adj" fmla="val 50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2368296"/>
            <a:ext cx="411480" cy="2948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400" b="1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322576"/>
            <a:ext cx="5669280" cy="277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 &lt; x &lt; 1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时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1/x − 1 &gt; 0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，故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m'(x) &gt; 0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m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在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(0,1)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上严格递增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980944"/>
            <a:ext cx="65836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13232" y="2980944"/>
            <a:ext cx="64008" cy="749808"/>
          </a:xfrm>
          <a:prstGeom prst="roundRect">
            <a:avLst>
              <a:gd name="adj" fmla="val 50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" y="3209544"/>
            <a:ext cx="411480" cy="2948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400" b="1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3163824"/>
            <a:ext cx="5669280" cy="277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又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m(1) = e + 1 − e − 1 = 0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，故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m(x) &lt; m(1) =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822192"/>
            <a:ext cx="65836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13232" y="3822192"/>
            <a:ext cx="64008" cy="749808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" y="4050792"/>
            <a:ext cx="411480" cy="2948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400" b="1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6464" y="4005072"/>
            <a:ext cx="5669280" cy="277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 &lt; x &lt; 1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时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x−1 &lt; 0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m(x) &lt; 0 ⇒ h'(x) &gt; 0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h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在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(0,1)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上严格递增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663440"/>
            <a:ext cx="6583680" cy="7498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13232" y="4663440"/>
            <a:ext cx="64008" cy="749808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4892040"/>
            <a:ext cx="411480" cy="2948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400" b="1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6464" y="4846320"/>
            <a:ext cx="5669280" cy="277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又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h(1) = 0 ⇒ h(x) &lt; 0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，即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f(x) &lt; f(1/x)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（引理得证）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5512" y="1298448"/>
            <a:ext cx="3959352" cy="4114800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CFD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99831" y="1481328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99831" y="1522476"/>
            <a:ext cx="1600200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收尾：回到原题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9831" y="1901952"/>
            <a:ext cx="3474720" cy="256851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0"/>
              </a:lnSpc>
              <a:spcAft>
                <a:spcPts val="1008"/>
              </a:spcAft>
            </a:pP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取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 = x</a:t>
            </a:r>
            <a:r>
              <a:rPr sz="94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∈ (0,1)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，引理给出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f(x</a:t>
            </a:r>
            <a:r>
              <a:rPr sz="94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) &lt; f(1/x</a:t>
            </a:r>
            <a:r>
              <a:rPr sz="94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)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ts val="2020"/>
              </a:lnSpc>
              <a:spcAft>
                <a:spcPts val="1008"/>
              </a:spcAft>
            </a:pP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又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f(x</a:t>
            </a:r>
            <a:r>
              <a:rPr sz="94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) = f(x</a:t>
            </a:r>
            <a:r>
              <a:rPr sz="94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)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，故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f(x</a:t>
            </a:r>
            <a:r>
              <a:rPr sz="94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) &lt; f(1/x</a:t>
            </a:r>
            <a:r>
              <a:rPr sz="94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)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ts val="2020"/>
              </a:lnSpc>
            </a:pP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4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1/x</a:t>
            </a:r>
            <a:r>
              <a:rPr sz="94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都在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(1,+∞)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上，且 </a:t>
            </a:r>
            <a:r>
              <a:rPr sz="13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</a:t>
            </a: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严格递</a:t>
            </a:r>
          </a:p>
          <a:p>
            <a:pPr algn="l">
              <a:lnSpc>
                <a:spcPts val="2020"/>
              </a:lnSpc>
              <a:spcAft>
                <a:spcPts val="1152"/>
              </a:spcAft>
            </a:pPr>
            <a:r>
              <a:rPr sz="13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增，故</a:t>
            </a:r>
          </a:p>
          <a:p>
            <a:pPr algn="ctr">
              <a:lnSpc>
                <a:spcPts val="2480"/>
              </a:lnSpc>
              <a:spcAft>
                <a:spcPts val="1152"/>
              </a:spcAft>
            </a:pPr>
            <a:r>
              <a:rPr sz="16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15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6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&lt; 1/x</a:t>
            </a:r>
            <a:r>
              <a:rPr sz="115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</a:p>
          <a:p>
            <a:pPr algn="ctr">
              <a:lnSpc>
                <a:spcPts val="1939"/>
              </a:lnSpc>
              <a:spcAft>
                <a:spcPts val="360"/>
              </a:spcAft>
            </a:pPr>
            <a:r>
              <a:rPr sz="1250" b="0">
                <a:solidFill>
                  <a:srgbClr val="7C8377"/>
                </a:solidFill>
                <a:latin typeface="Microsoft YaHei"/>
                <a:ea typeface="Microsoft YaHei"/>
                <a:cs typeface="Microsoft YaHei"/>
              </a:rPr>
              <a:t>即</a:t>
            </a:r>
          </a:p>
          <a:p>
            <a:pPr algn="ctr">
              <a:lnSpc>
                <a:spcPts val="2640"/>
              </a:lnSpc>
            </a:pPr>
            <a:r>
              <a:rPr sz="1700" b="1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220" b="1" baseline="-25000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700" b="1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220" b="1" baseline="-25000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700" b="1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 &lt; 1</a:t>
            </a:r>
            <a:r>
              <a:rPr sz="1700" b="0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　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03 自检与结论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Verification and Conclusion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自检一：逻辑闭环 · 代数复核 · 边界检验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335024"/>
            <a:ext cx="1077163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13232" y="1335024"/>
            <a:ext cx="68580" cy="1444752"/>
          </a:xfrm>
          <a:prstGeom prst="roundRect">
            <a:avLst>
              <a:gd name="adj" fmla="val 50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1609344"/>
            <a:ext cx="1737360" cy="3120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0"/>
              </a:lnSpc>
            </a:pPr>
            <a:r>
              <a:rPr sz="150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逻辑闭环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2072" y="1572768"/>
            <a:ext cx="8503920" cy="87344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10"/>
              </a:lnSpc>
              <a:spcAft>
                <a:spcPts val="504"/>
              </a:spcAft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定义域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 &gt; 0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贯穿始终；</a:t>
            </a:r>
          </a:p>
          <a:p>
            <a:pPr algn="l">
              <a:lnSpc>
                <a:spcPts val="1810"/>
              </a:lnSpc>
              <a:spcAft>
                <a:spcPts val="504"/>
              </a:spcAft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每一步都用到“严格单调 ⇒ 单射”，才可以把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f(u) &lt; f(v)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写成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u &lt; v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；</a:t>
            </a:r>
          </a:p>
          <a:p>
            <a:pPr algn="l">
              <a:lnSpc>
                <a:spcPts val="1810"/>
              </a:lnSpc>
              <a:spcAft>
                <a:spcPts val="504"/>
              </a:spcAft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“有两个零点”暗含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a &gt; e+1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，由此才能断定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 &lt; 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&lt; 1 &lt; 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，不能拿结论当前提。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907791"/>
            <a:ext cx="1077163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232" y="2907791"/>
            <a:ext cx="68580" cy="1444752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3182111"/>
            <a:ext cx="1737360" cy="3120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0"/>
              </a:lnSpc>
            </a:pPr>
            <a:r>
              <a:rPr sz="150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代数复核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2072" y="3145535"/>
            <a:ext cx="8503920" cy="87344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10"/>
              </a:lnSpc>
              <a:spcAft>
                <a:spcPts val="504"/>
              </a:spcAft>
            </a:pP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f'(x)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h'(x)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m'(x)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的解析式与中心差分逐点比对，最大相对偏差分别为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9.4×10</a:t>
            </a:r>
            <a:r>
              <a:rPr sz="90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−34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3.0×10</a:t>
            </a:r>
            <a:r>
              <a:rPr sz="90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−33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1.6×10</a:t>
            </a:r>
            <a:r>
              <a:rPr sz="90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−34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；</a:t>
            </a:r>
          </a:p>
          <a:p>
            <a:pPr algn="l">
              <a:lnSpc>
                <a:spcPts val="1810"/>
              </a:lnSpc>
              <a:spcAft>
                <a:spcPts val="504"/>
              </a:spcAft>
            </a:pP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m(1) = 0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h(1) = 0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精确成立；</a:t>
            </a:r>
          </a:p>
          <a:p>
            <a:pPr algn="l">
              <a:lnSpc>
                <a:spcPts val="1810"/>
              </a:lnSpc>
              <a:spcAft>
                <a:spcPts val="504"/>
              </a:spcAft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最小值用三分搜索独立求出：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g(x</a:t>
            </a:r>
            <a:r>
              <a:rPr sz="90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*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) = e+1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，偏差为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480559"/>
            <a:ext cx="10771632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13232" y="4480559"/>
            <a:ext cx="68580" cy="1444752"/>
          </a:xfrm>
          <a:prstGeom prst="roundRect">
            <a:avLst>
              <a:gd name="adj" fmla="val 50000"/>
            </a:avLst>
          </a:prstGeom>
          <a:solidFill>
            <a:srgbClr val="EA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4754879"/>
            <a:ext cx="1737360" cy="3120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020"/>
              </a:lnSpc>
            </a:pPr>
            <a:r>
              <a:rPr sz="150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边界检验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4718303"/>
            <a:ext cx="8503920" cy="87344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10"/>
              </a:lnSpc>
              <a:spcAft>
                <a:spcPts val="504"/>
              </a:spcAft>
            </a:pP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a = e+1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f(1) = 0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且只有一个零点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 = 1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，与第(1)问自洽；</a:t>
            </a:r>
          </a:p>
          <a:p>
            <a:pPr algn="l">
              <a:lnSpc>
                <a:spcPts val="1810"/>
              </a:lnSpc>
              <a:spcAft>
                <a:spcPts val="504"/>
              </a:spcAft>
            </a:pP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a = e+1+10</a:t>
            </a:r>
            <a:r>
              <a:rPr sz="90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−40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：求得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= 1 − 1.8×10</a:t>
            </a:r>
            <a:r>
              <a:rPr sz="90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−41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&lt; 1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；</a:t>
            </a:r>
          </a:p>
          <a:p>
            <a:pPr algn="l">
              <a:lnSpc>
                <a:spcPts val="1810"/>
              </a:lnSpc>
              <a:spcAft>
                <a:spcPts val="504"/>
              </a:spcAft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说明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是取不到的上确界，因此严格不等号“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&lt;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”是正确的。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自检二：60 位十进制精度数值实验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371600"/>
            <a:ext cx="1435608" cy="457200"/>
          </a:xfrm>
          <a:prstGeom prst="roundRect">
            <a:avLst>
              <a:gd name="adj" fmla="val 6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1490472"/>
            <a:ext cx="1435608" cy="2691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89"/>
              </a:lnSpc>
            </a:pPr>
            <a:r>
              <a:rPr sz="1250" b="1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a − (e+1)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6272" y="1371600"/>
            <a:ext cx="2459736" cy="457200"/>
          </a:xfrm>
          <a:prstGeom prst="roundRect">
            <a:avLst>
              <a:gd name="adj" fmla="val 6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76272" y="1490472"/>
            <a:ext cx="2459736" cy="2691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89"/>
              </a:lnSpc>
            </a:pPr>
            <a:r>
              <a:rPr sz="1250" b="1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00" b="1" baseline="-25000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371600"/>
            <a:ext cx="2459736" cy="457200"/>
          </a:xfrm>
          <a:prstGeom prst="roundRect">
            <a:avLst>
              <a:gd name="adj" fmla="val 6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1490472"/>
            <a:ext cx="2459736" cy="2691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89"/>
              </a:lnSpc>
            </a:pPr>
            <a:r>
              <a:rPr sz="1250" b="1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00" b="1" baseline="-25000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50608" y="1371600"/>
            <a:ext cx="2935224" cy="457200"/>
          </a:xfrm>
          <a:prstGeom prst="roundRect">
            <a:avLst>
              <a:gd name="adj" fmla="val 6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50608" y="1490472"/>
            <a:ext cx="2935224" cy="2691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89"/>
              </a:lnSpc>
            </a:pPr>
            <a:r>
              <a:rPr sz="1250" b="1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00" b="1" baseline="-25000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50" b="1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·x</a:t>
            </a:r>
            <a:r>
              <a:rPr sz="900" b="1" baseline="-25000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13264" y="1371600"/>
            <a:ext cx="1344168" cy="457200"/>
          </a:xfrm>
          <a:prstGeom prst="roundRect">
            <a:avLst>
              <a:gd name="adj" fmla="val 6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13264" y="1490472"/>
            <a:ext cx="1344168" cy="2691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689"/>
              </a:lnSpc>
            </a:pPr>
            <a:r>
              <a:rPr sz="1250" b="1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00" b="1" baseline="-25000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50" b="1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00" b="1" baseline="-25000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50" b="1">
                <a:solidFill>
                  <a:srgbClr val="FFFFFF"/>
                </a:solidFill>
                <a:latin typeface="Cambria Math"/>
                <a:ea typeface="Microsoft YaHei"/>
                <a:cs typeface="Cambria Math"/>
              </a:rPr>
              <a:t> &lt;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1828800"/>
            <a:ext cx="1435608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1938528"/>
            <a:ext cx="1435608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10</a:t>
            </a:r>
            <a:r>
              <a:rPr sz="83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−6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76272" y="1828800"/>
            <a:ext cx="245973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76272" y="1938528"/>
            <a:ext cx="2459736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0.9992667743543169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1828800"/>
            <a:ext cx="245973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1938528"/>
            <a:ext cx="2459736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1.0007335842342075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50608" y="1828800"/>
            <a:ext cx="2935224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50608" y="1938528"/>
            <a:ext cx="2935224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0.9999998207057506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13264" y="1828800"/>
            <a:ext cx="1344168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13264" y="1938528"/>
            <a:ext cx="1344168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1">
                <a:solidFill>
                  <a:srgbClr val="2E7D32"/>
                </a:solidFill>
                <a:latin typeface="Cambria Math"/>
                <a:ea typeface="Microsoft YaHei"/>
                <a:cs typeface="Cambria Math"/>
              </a:rPr>
              <a:t>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2286000"/>
            <a:ext cx="1435608" cy="420624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2395728"/>
            <a:ext cx="1435608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10</a:t>
            </a:r>
            <a:r>
              <a:rPr sz="83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−3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76272" y="2286000"/>
            <a:ext cx="2459736" cy="420624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176272" y="2395728"/>
            <a:ext cx="2459736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0.9769877676237060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2286000"/>
            <a:ext cx="2459736" cy="420624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63440" y="2395728"/>
            <a:ext cx="2459736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1.0233707835478394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50608" y="2286000"/>
            <a:ext cx="2935224" cy="420624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50608" y="2395728"/>
            <a:ext cx="2935224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0.9998207372697265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13264" y="2286000"/>
            <a:ext cx="1344168" cy="420624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113264" y="2395728"/>
            <a:ext cx="1344168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1">
                <a:solidFill>
                  <a:srgbClr val="2E7D32"/>
                </a:solidFill>
                <a:latin typeface="Cambria Math"/>
                <a:ea typeface="Microsoft YaHei"/>
                <a:cs typeface="Cambria Math"/>
              </a:rPr>
              <a:t>√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13232" y="2743200"/>
            <a:ext cx="1435608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3232" y="2852928"/>
            <a:ext cx="1435608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10</a:t>
            </a:r>
            <a:r>
              <a:rPr sz="83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−2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176272" y="2743200"/>
            <a:ext cx="245973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76272" y="2852928"/>
            <a:ext cx="2459736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0.9284756557527845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2743200"/>
            <a:ext cx="245973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63440" y="2852928"/>
            <a:ext cx="2459736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1.0751064946223573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50608" y="2743200"/>
            <a:ext cx="2935224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50608" y="2852928"/>
            <a:ext cx="2935224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0.9982102075985706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13264" y="2743200"/>
            <a:ext cx="1344168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113264" y="2852928"/>
            <a:ext cx="1344168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1">
                <a:solidFill>
                  <a:srgbClr val="2E7D32"/>
                </a:solidFill>
                <a:latin typeface="Cambria Math"/>
                <a:ea typeface="Microsoft YaHei"/>
                <a:cs typeface="Cambria Math"/>
              </a:rPr>
              <a:t>√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" y="3200400"/>
            <a:ext cx="1435608" cy="420624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13232" y="3310128"/>
            <a:ext cx="1435608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76272" y="3200400"/>
            <a:ext cx="2459736" cy="420624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176272" y="3310128"/>
            <a:ext cx="2459736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0.4528224839780957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663440" y="3200400"/>
            <a:ext cx="2459736" cy="420624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663440" y="3310128"/>
            <a:ext cx="2459736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1.8721823808563457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150608" y="3200400"/>
            <a:ext cx="2935224" cy="420624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150608" y="3310128"/>
            <a:ext cx="2935224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0.8477662761593956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13264" y="3200400"/>
            <a:ext cx="1344168" cy="420624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113264" y="3310128"/>
            <a:ext cx="1344168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1">
                <a:solidFill>
                  <a:srgbClr val="2E7D32"/>
                </a:solidFill>
                <a:latin typeface="Cambria Math"/>
                <a:ea typeface="Microsoft YaHei"/>
                <a:cs typeface="Cambria Math"/>
              </a:rPr>
              <a:t>√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3232" y="3657600"/>
            <a:ext cx="1435608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13232" y="3767328"/>
            <a:ext cx="1435608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176272" y="3657600"/>
            <a:ext cx="245973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176272" y="3767328"/>
            <a:ext cx="2459736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0.0508573813683301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63440" y="3657600"/>
            <a:ext cx="2459736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663440" y="3767328"/>
            <a:ext cx="2459736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4.5432243602105730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150608" y="3657600"/>
            <a:ext cx="2935224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150608" y="3767328"/>
            <a:ext cx="2935224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0.2310564939291169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113264" y="3657600"/>
            <a:ext cx="1344168" cy="4206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113264" y="3767328"/>
            <a:ext cx="1344168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1">
                <a:solidFill>
                  <a:srgbClr val="2E7D32"/>
                </a:solidFill>
                <a:latin typeface="Cambria Math"/>
                <a:ea typeface="Microsoft YaHei"/>
                <a:cs typeface="Cambria Math"/>
              </a:rPr>
              <a:t>√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13232" y="4114800"/>
            <a:ext cx="1435608" cy="420624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13232" y="4224528"/>
            <a:ext cx="1435608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1000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176272" y="4114800"/>
            <a:ext cx="2459736" cy="420624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176272" y="4224528"/>
            <a:ext cx="2459736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0.0010042043872143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663440" y="4114800"/>
            <a:ext cx="2459736" cy="420624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663440" y="4224528"/>
            <a:ext cx="2459736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9.1144218922332508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150608" y="4114800"/>
            <a:ext cx="2935224" cy="420624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150608" y="4224528"/>
            <a:ext cx="2935224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0.0091527424511031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113264" y="4114800"/>
            <a:ext cx="1344168" cy="420624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113264" y="4224528"/>
            <a:ext cx="1344168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1">
                <a:solidFill>
                  <a:srgbClr val="2E7D32"/>
                </a:solidFill>
                <a:latin typeface="Cambria Math"/>
                <a:ea typeface="Microsoft YaHei"/>
                <a:cs typeface="Cambria Math"/>
              </a:rPr>
              <a:t>√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13232" y="4773168"/>
            <a:ext cx="10771632" cy="1042415"/>
          </a:xfrm>
          <a:prstGeom prst="roundRect">
            <a:avLst>
              <a:gd name="adj" fmla="val 6000"/>
            </a:avLst>
          </a:prstGeom>
          <a:solidFill>
            <a:srgbClr val="EAF2F8"/>
          </a:solidFill>
          <a:ln w="12700">
            <a:solidFill>
              <a:srgbClr val="CBD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42416" y="4937760"/>
            <a:ext cx="10149840" cy="800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0"/>
              </a:lnSpc>
            </a:pPr>
            <a:r>
              <a:rPr sz="11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· 脚本用 60 位十进制精度、先扩张区间再二分求根，每个根代入方程的误差 </a:t>
            </a:r>
            <a:r>
              <a:rPr sz="11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&lt; 10</a:t>
            </a:r>
            <a:r>
              <a:rPr sz="80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−45</a:t>
            </a:r>
            <a:r>
              <a:rPr sz="11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；</a:t>
            </a:r>
          </a:p>
          <a:p>
            <a:pPr algn="l">
              <a:lnSpc>
                <a:spcPts val="1670"/>
              </a:lnSpc>
            </a:pPr>
            <a:r>
              <a:rPr sz="11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· 12 组定点 + 40 组随机抽查，反例数为 </a:t>
            </a:r>
            <a:r>
              <a:rPr sz="11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</a:t>
            </a:r>
            <a:r>
              <a:rPr sz="11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；核心引理 </a:t>
            </a:r>
            <a:r>
              <a:rPr sz="11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h(x) &lt; 0</a:t>
            </a:r>
            <a:r>
              <a:rPr sz="11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在 </a:t>
            </a:r>
            <a:r>
              <a:rPr sz="11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(0,1)</a:t>
            </a:r>
            <a:r>
              <a:rPr sz="11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的 999 个采样点全部成立；</a:t>
            </a:r>
          </a:p>
          <a:p>
            <a:pPr algn="l">
              <a:lnSpc>
                <a:spcPts val="1670"/>
              </a:lnSpc>
            </a:pPr>
            <a:r>
              <a:rPr sz="11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· 数值实验只用于复核，不能替代上面的证明。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几何印证：两个零点与 x₁x₂ &lt; 1</a:t>
            </a:r>
          </a:p>
        </p:txBody>
      </p:sp>
      <p:pic>
        <p:nvPicPr>
          <p:cNvPr id="3" name="Picture 2" descr="fig_zer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1207008"/>
            <a:ext cx="9692640" cy="38260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" y="5193792"/>
            <a:ext cx="10332720" cy="8041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1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图像给出的直觉</a:t>
            </a:r>
            <a:r>
              <a:rPr sz="1250" b="0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：水平线 </a:t>
            </a:r>
            <a:r>
              <a:rPr sz="1250" b="0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y = a</a:t>
            </a:r>
            <a:r>
              <a:rPr sz="1250" b="0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 与曲线的两个交点就是两个零点；左支更陡，所以左零点更靠近 0，右零点更靠近 1，于是 </a:t>
            </a:r>
            <a:r>
              <a:rPr sz="1250" b="0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00" b="0" baseline="-25000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50" b="0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 &lt; 1/x</a:t>
            </a:r>
            <a:r>
              <a:rPr sz="900" b="0" baseline="-25000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50" b="0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，即 </a:t>
            </a:r>
            <a:r>
              <a:rPr sz="1250" b="0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00" b="0" baseline="-25000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50" b="0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00" b="0" baseline="-25000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2</a:t>
            </a:r>
          </a:p>
          <a:p>
            <a:pPr algn="l">
              <a:lnSpc>
                <a:spcPts val="1750"/>
              </a:lnSpc>
            </a:pPr>
            <a:r>
              <a:rPr sz="1250" b="0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 &lt; 1</a:t>
            </a:r>
            <a:r>
              <a:rPr sz="1250" b="0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lnSpc>
                <a:spcPts val="1680"/>
              </a:lnSpc>
            </a:pPr>
            <a:r>
              <a:rPr sz="12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右侧小图：当 </a:t>
            </a:r>
            <a:r>
              <a:rPr sz="12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a → (e+1)</a:t>
            </a:r>
            <a:r>
              <a:rPr sz="86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+</a:t>
            </a:r>
            <a:r>
              <a:rPr sz="12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时，乘积 </a:t>
            </a:r>
            <a:r>
              <a:rPr sz="12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86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86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从下方单调趋近 </a:t>
            </a:r>
            <a:r>
              <a:rPr sz="12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，说明 1 是取不到的上确界。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易错点清单：最容易扣分的 5 个地方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298448"/>
            <a:ext cx="107716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9264" y="149961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9264" y="1595628"/>
            <a:ext cx="438912" cy="3120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0"/>
              </a:lnSpc>
            </a:pPr>
            <a:r>
              <a:rPr sz="1500" b="1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572768"/>
            <a:ext cx="2011680" cy="3034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sz="145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定义域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5032" y="1545336"/>
            <a:ext cx="7543800" cy="2771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忘记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 &gt; 0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：后面的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ln x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e</a:t>
            </a:r>
            <a:r>
              <a:rPr sz="90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/x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都无意义，单调区间也会写错。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58568"/>
            <a:ext cx="107716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69264" y="245973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9264" y="2555748"/>
            <a:ext cx="438912" cy="3120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0"/>
              </a:lnSpc>
            </a:pPr>
            <a:r>
              <a:rPr sz="1500" b="1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32888"/>
            <a:ext cx="2011680" cy="3034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sz="145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因式分解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2" y="2505456"/>
            <a:ext cx="7543800" cy="2771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−1/x + 1 = (x−1)/x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，合并后括号内是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(e</a:t>
            </a:r>
            <a:r>
              <a:rPr sz="90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+x)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，不是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(e</a:t>
            </a:r>
            <a:r>
              <a:rPr sz="90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+1)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218688"/>
            <a:ext cx="107716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9264" y="341985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9264" y="3515868"/>
            <a:ext cx="438912" cy="3120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0"/>
              </a:lnSpc>
            </a:pPr>
            <a:r>
              <a:rPr sz="1500" b="1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493008"/>
            <a:ext cx="2011680" cy="3034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sz="145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复合求导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465576"/>
            <a:ext cx="7543800" cy="2771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h'(x) = f'(x) + f'(1/x)/x</a:t>
            </a:r>
            <a:r>
              <a:rPr sz="900" b="0" baseline="30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：负号已被吸收，写成减号会使符号全部反过来。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178808"/>
            <a:ext cx="107716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69264" y="437997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" y="4475988"/>
            <a:ext cx="438912" cy="3120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0"/>
              </a:lnSpc>
            </a:pPr>
            <a:r>
              <a:rPr sz="1500" b="1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453128"/>
            <a:ext cx="2011680" cy="3034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sz="145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单调性的使用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4425696"/>
            <a:ext cx="7543800" cy="2771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必须点明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1/x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都在严格递增区间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(1,+∞)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上，才能把函数值不等式化为自变量不等式。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5138928"/>
            <a:ext cx="10771632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9264" y="5340096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" y="5436108"/>
            <a:ext cx="438912" cy="31203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020"/>
              </a:lnSpc>
            </a:pPr>
            <a:r>
              <a:rPr sz="1500" b="1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72768" y="5413248"/>
            <a:ext cx="2011680" cy="3034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sz="1450" b="1">
                <a:solidFill>
                  <a:srgbClr val="262E20"/>
                </a:solidFill>
                <a:latin typeface="Microsoft YaHei"/>
                <a:ea typeface="Microsoft YaHei"/>
                <a:cs typeface="Microsoft YaHei"/>
              </a:rPr>
              <a:t>前提与结论的顺序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85032" y="5385816"/>
            <a:ext cx="7543800" cy="2771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5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先由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a &gt; e+1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得到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0 &lt; 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 &lt; 1 &lt; x</a:t>
            </a:r>
            <a:r>
              <a:rPr sz="90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，不能反过来把待证结论当条件使用。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结论与方法总结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353312"/>
            <a:ext cx="5074920" cy="2697480"/>
          </a:xfrm>
          <a:prstGeom prst="roundRect">
            <a:avLst>
              <a:gd name="adj" fmla="val 6000"/>
            </a:avLst>
          </a:prstGeom>
          <a:solidFill>
            <a:srgbClr val="F1F5EC"/>
          </a:solidFill>
          <a:ln w="12700">
            <a:solidFill>
              <a:srgbClr val="CFDC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87552" y="1536192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445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2" y="1577340"/>
            <a:ext cx="1417320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本题答案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1956816"/>
            <a:ext cx="4526280" cy="16017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  <a:spcAft>
                <a:spcPts val="720"/>
              </a:spcAft>
            </a:pPr>
            <a:r>
              <a:rPr sz="15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（1）若 </a:t>
            </a:r>
            <a:r>
              <a:rPr sz="15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f(x) ≥ 0</a:t>
            </a:r>
            <a:r>
              <a:rPr sz="15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，则</a:t>
            </a:r>
          </a:p>
          <a:p>
            <a:pPr algn="ctr">
              <a:lnSpc>
                <a:spcPts val="2400"/>
              </a:lnSpc>
              <a:spcAft>
                <a:spcPts val="1440"/>
              </a:spcAft>
            </a:pPr>
            <a:r>
              <a:rPr sz="1600" b="1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a ≤ e + 1</a:t>
            </a:r>
            <a:r>
              <a:rPr sz="1600" b="0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，即 </a:t>
            </a:r>
            <a:r>
              <a:rPr sz="1600" b="0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a ∈ (−∞, e+1]</a:t>
            </a:r>
          </a:p>
          <a:p>
            <a:pPr algn="l">
              <a:lnSpc>
                <a:spcPts val="2250"/>
              </a:lnSpc>
              <a:spcAft>
                <a:spcPts val="720"/>
              </a:spcAft>
            </a:pPr>
            <a:r>
              <a:rPr sz="15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（2）若 </a:t>
            </a:r>
            <a:r>
              <a:rPr sz="15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f(x)</a:t>
            </a:r>
            <a:r>
              <a:rPr sz="15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有两个零点 </a:t>
            </a:r>
            <a:r>
              <a:rPr sz="15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08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5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50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080" b="0" baseline="-2500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50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，则</a:t>
            </a:r>
          </a:p>
          <a:p>
            <a:pPr algn="ctr">
              <a:lnSpc>
                <a:spcPts val="2400"/>
              </a:lnSpc>
            </a:pPr>
            <a:r>
              <a:rPr sz="1600" b="1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150" b="1" baseline="-25000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1</a:t>
            </a:r>
            <a:r>
              <a:rPr sz="1600" b="1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x</a:t>
            </a:r>
            <a:r>
              <a:rPr sz="1150" b="1" baseline="-25000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2</a:t>
            </a:r>
            <a:r>
              <a:rPr sz="1600" b="1">
                <a:solidFill>
                  <a:srgbClr val="2F3A26"/>
                </a:solidFill>
                <a:latin typeface="Cambria Math"/>
                <a:ea typeface="Microsoft YaHei"/>
                <a:cs typeface="Cambria Math"/>
              </a:rPr>
              <a:t> &lt;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16752" y="1353312"/>
            <a:ext cx="5468112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91072" y="1536192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91072" y="1577340"/>
            <a:ext cx="2148840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方法迁移：极值点偏移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1938528"/>
            <a:ext cx="4983480" cy="13648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780"/>
              </a:lnSpc>
              <a:spcAft>
                <a:spcPts val="360"/>
              </a:spcAft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① 用导数锁定极值点与两侧单调区间；</a:t>
            </a:r>
          </a:p>
          <a:p>
            <a:pPr algn="l">
              <a:lnSpc>
                <a:spcPts val="1780"/>
              </a:lnSpc>
              <a:spcAft>
                <a:spcPts val="360"/>
              </a:spcAft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② 把双零点关系转化为单变量比较：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f(x)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与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f(1/x)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 比较；</a:t>
            </a:r>
          </a:p>
          <a:p>
            <a:pPr algn="l">
              <a:lnSpc>
                <a:spcPts val="1780"/>
              </a:lnSpc>
              <a:spcAft>
                <a:spcPts val="360"/>
              </a:spcAft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③ 构造差函数（如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h(x) = f(x) − f(1/x)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），用两次求导判定符号；</a:t>
            </a:r>
          </a:p>
          <a:p>
            <a:pPr algn="l">
              <a:lnSpc>
                <a:spcPts val="1780"/>
              </a:lnSpc>
              <a:spcAft>
                <a:spcPts val="360"/>
              </a:spcAft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④ 端点值（如 </a:t>
            </a:r>
            <a:r>
              <a:rPr sz="1250" b="0">
                <a:solidFill>
                  <a:srgbClr val="3D4438"/>
                </a:solidFill>
                <a:latin typeface="Cambria Math"/>
                <a:ea typeface="Microsoft YaHei"/>
                <a:cs typeface="Cambria Math"/>
              </a:rPr>
              <a:t>h(1) = 0</a:t>
            </a: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）给出符号基准，配合严格单调完成结论。</a:t>
            </a:r>
          </a:p>
          <a:p>
            <a:pPr algn="l">
              <a:lnSpc>
                <a:spcPts val="1780"/>
              </a:lnSpc>
            </a:pPr>
            <a:r>
              <a:rPr sz="1250" b="0">
                <a:solidFill>
                  <a:srgbClr val="7C8377"/>
                </a:solidFill>
                <a:latin typeface="Microsoft YaHei"/>
                <a:ea typeface="Microsoft YaHei"/>
                <a:cs typeface="Microsoft YaHei"/>
              </a:rPr>
              <a:t>适用条件：极值点两侧严格单调、差函数端点值已知。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4206240"/>
            <a:ext cx="10771632" cy="1481328"/>
          </a:xfrm>
          <a:prstGeom prst="roundRect">
            <a:avLst>
              <a:gd name="adj" fmla="val 6000"/>
            </a:avLst>
          </a:prstGeom>
          <a:solidFill>
            <a:srgbClr val="FFF6DA"/>
          </a:solidFill>
          <a:ln w="12700">
            <a:solidFill>
              <a:srgbClr val="F0E0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5840" y="4389120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EA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430268"/>
            <a:ext cx="2103120" cy="2520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总结与说明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4791456"/>
            <a:ext cx="10149840" cy="8411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5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本题把“导数定单调 → 极值定参数 → 双零点转化 → 差函数两次求导”这条主线走完整，全部结论均通过 60 位精度数值实验二次核</a:t>
            </a:r>
          </a:p>
          <a:p>
            <a:pPr algn="l">
              <a:lnSpc>
                <a:spcPts val="1850"/>
              </a:lnSpc>
            </a:pPr>
            <a:r>
              <a:rPr sz="1250" b="0">
                <a:solidFill>
                  <a:srgbClr val="3D4438"/>
                </a:solidFill>
                <a:latin typeface="Microsoft YaHei"/>
                <a:ea typeface="Microsoft YaHei"/>
                <a:cs typeface="Microsoft YaHei"/>
              </a:rPr>
              <a:t>对。</a:t>
            </a:r>
          </a:p>
          <a:p>
            <a:pPr algn="l">
              <a:lnSpc>
                <a:spcPts val="1780"/>
              </a:lnSpc>
            </a:pPr>
            <a:r>
              <a:rPr sz="1200" b="1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本 PPT 由 DeepSeek Harness 辅助完成</a:t>
            </a:r>
            <a:r>
              <a:rPr sz="1200" b="0">
                <a:solidFill>
                  <a:srgbClr val="2F3A26"/>
                </a:solidFill>
                <a:latin typeface="Microsoft YaHei"/>
                <a:ea typeface="Microsoft YaHei"/>
                <a:cs typeface="Microsoft YaHei"/>
              </a:rPr>
              <a:t>：联网检索并核实题源、独立推导解答、生成并运行验证脚本、套用模板排版并渲染复核。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667512" y="3310128"/>
            <a:ext cx="5797296" cy="731520"/>
          </a:xfrm>
        </p:spPr>
        <p:txBody>
          <a:bodyPr wrap="square"/>
          <a:lstStyle/>
          <a:p>
            <a:r>
              <a:rPr sz="2400"/>
              <a:t>谢谢聆听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67512" y="2194560"/>
            <a:ext cx="5797296" cy="1005840"/>
          </a:xfrm>
        </p:spPr>
        <p:txBody>
          <a:bodyPr wrap="square"/>
          <a:lstStyle/>
          <a:p>
            <a:r>
              <a:rPr sz="3400"/>
              <a:t>敬请批评指正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667512" y="4114800"/>
            <a:ext cx="5797296" cy="320040"/>
          </a:xfrm>
        </p:spPr>
        <p:txBody>
          <a:bodyPr wrap="square"/>
          <a:lstStyle/>
          <a:p>
            <a:r>
              <a:rPr sz="1400"/>
              <a:t>止于至善 · Southeast University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SEU">
      <a:dk1>
        <a:sysClr val="windowText" lastClr="000000"/>
      </a:dk1>
      <a:lt1>
        <a:sysClr val="window" lastClr="FFFFFF"/>
      </a:lt1>
      <a:dk2>
        <a:srgbClr val="44546A"/>
      </a:dk2>
      <a:lt2>
        <a:srgbClr val="E3E1DD"/>
      </a:lt2>
      <a:accent1>
        <a:srgbClr val="445437"/>
      </a:accent1>
      <a:accent2>
        <a:srgbClr val="FFCC00"/>
      </a:accent2>
      <a:accent3>
        <a:srgbClr val="2872A1"/>
      </a:accent3>
      <a:accent4>
        <a:srgbClr val="FCB322"/>
      </a:accent4>
      <a:accent5>
        <a:srgbClr val="EA6C00"/>
      </a:accent5>
      <a:accent6>
        <a:srgbClr val="70AD47"/>
      </a:accent6>
      <a:hlink>
        <a:srgbClr val="0563C1"/>
      </a:hlink>
      <a:folHlink>
        <a:srgbClr val="954F72"/>
      </a:folHlink>
    </a:clrScheme>
    <a:fontScheme name="htvr4vcz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12700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1859</Words>
  <Application>Microsoft Office PowerPoint</Application>
  <PresentationFormat>宽屏</PresentationFormat>
  <Paragraphs>238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等线</vt:lpstr>
      <vt:lpstr>Microsoft YaHei</vt:lpstr>
      <vt:lpstr>Microsoft YaHei</vt:lpstr>
      <vt:lpstr>Arial</vt:lpstr>
      <vt:lpstr>Calibri</vt:lpstr>
      <vt:lpstr>Cambria Math</vt:lpstr>
      <vt:lpstr>Century Gothic</vt:lpstr>
      <vt:lpstr>Segoe UI</vt:lpstr>
      <vt:lpstr>Segoe UI Light</vt:lpstr>
      <vt:lpstr>Office 主题​​</vt:lpstr>
      <vt:lpstr>2_OfficePLUS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GTD0402</dc:creator>
  <cp:lastModifiedBy>38915765@qq.com</cp:lastModifiedBy>
  <cp:revision>32</cp:revision>
  <dcterms:created xsi:type="dcterms:W3CDTF">2019-03-11T14:11:00Z</dcterms:created>
  <dcterms:modified xsi:type="dcterms:W3CDTF">2026-10-14T14:14:36Z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v-yunxl@microsoft.com</vt:lpwstr>
  </property>
  <property fmtid="{D5CDD505-2E9C-101B-9397-08002B2CF9AE}" pid="5" name="MSIP_Label_f42aa342-8706-4288-bd11-ebb85995028c_SetDate">
    <vt:lpwstr>2019-04-12T02:41:52.0160681Z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ActionId">
    <vt:lpwstr>69373f4c-3b11-4ae9-a932-ee563e5098c6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KSOProductBuildVer">
    <vt:lpwstr>2052-11.1.0.10132</vt:lpwstr>
  </property>
</Properties>
</file>